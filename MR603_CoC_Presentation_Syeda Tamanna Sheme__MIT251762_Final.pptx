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ags/tag3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 id="2147483802" r:id="rId5"/>
  </p:sldMasterIdLst>
  <p:notesMasterIdLst>
    <p:notesMasterId r:id="rId26"/>
  </p:notesMasterIdLst>
  <p:handoutMasterIdLst>
    <p:handoutMasterId r:id="rId27"/>
  </p:handoutMasterIdLst>
  <p:sldIdLst>
    <p:sldId id="349" r:id="rId6"/>
    <p:sldId id="500" r:id="rId7"/>
    <p:sldId id="501" r:id="rId8"/>
    <p:sldId id="503" r:id="rId9"/>
    <p:sldId id="504" r:id="rId10"/>
    <p:sldId id="505" r:id="rId11"/>
    <p:sldId id="502" r:id="rId12"/>
    <p:sldId id="519" r:id="rId13"/>
    <p:sldId id="507" r:id="rId14"/>
    <p:sldId id="509" r:id="rId15"/>
    <p:sldId id="510" r:id="rId16"/>
    <p:sldId id="521" r:id="rId17"/>
    <p:sldId id="257" r:id="rId18"/>
    <p:sldId id="258" r:id="rId19"/>
    <p:sldId id="259" r:id="rId20"/>
    <p:sldId id="514" r:id="rId21"/>
    <p:sldId id="515" r:id="rId22"/>
    <p:sldId id="256" r:id="rId23"/>
    <p:sldId id="517" r:id="rId24"/>
    <p:sldId id="499" r:id="rId25"/>
  </p:sldIdLst>
  <p:sldSz cx="15079663" cy="11309350"/>
  <p:notesSz cx="20104100" cy="11309350"/>
  <p:embeddedFontLst>
    <p:embeddedFont>
      <p:font typeface="Palatino Linotype" panose="02040502050505030304" pitchFamily="18" charset="0"/>
      <p:regular r:id="rId28"/>
      <p:bold r:id="rId29"/>
      <p:italic r:id="rId30"/>
      <p:boldItalic r:id="rId31"/>
    </p:embeddedFont>
    <p:embeddedFont>
      <p:font typeface="Playfair Display" panose="00000500000000000000" pitchFamily="2" charset="0"/>
      <p:regular r:id="rId32"/>
      <p:bold r:id="rId33"/>
      <p:italic r:id="rId34"/>
      <p:boldItalic r:id="rId35"/>
    </p:embeddedFont>
    <p:embeddedFont>
      <p:font typeface="Roboto" panose="02000000000000000000" pitchFamily="2" charset="0"/>
      <p:regular r:id="rId36"/>
      <p:bold r:id="rId37"/>
      <p:italic r:id="rId38"/>
      <p:boldItalic r:id="rId39"/>
    </p:embeddedFont>
    <p:embeddedFont>
      <p:font typeface="Roboto Light" panose="02000000000000000000" pitchFamily="2" charset="0"/>
      <p:regular r:id="rId40"/>
      <p:italic r:id="rId41"/>
    </p:embeddedFont>
    <p:embeddedFont>
      <p:font typeface="Roboto Light" panose="02000000000000000000" pitchFamily="2" charset="0"/>
      <p:regular r:id="rId40"/>
      <p:italic r:id="rId41"/>
    </p:embeddedFont>
  </p:embeddedFontLst>
  <p:custDataLst>
    <p:tags r:id="rId42"/>
  </p:custDataLst>
  <p:defaultTextStyle>
    <a:defPPr>
      <a:defRPr kern="0"/>
    </a:def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1E35"/>
    <a:srgbClr val="414042"/>
    <a:srgbClr val="BABABA"/>
    <a:srgbClr val="61BFC4"/>
    <a:srgbClr val="E31738"/>
    <a:srgbClr val="59595C"/>
    <a:srgbClr val="E318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411" autoAdjust="0"/>
  </p:normalViewPr>
  <p:slideViewPr>
    <p:cSldViewPr snapToGrid="0">
      <p:cViewPr varScale="1">
        <p:scale>
          <a:sx n="45" d="100"/>
          <a:sy n="45" d="100"/>
        </p:scale>
        <p:origin x="1068" y="60"/>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31982"/>
    </p:cViewPr>
  </p:sorterViewPr>
  <p:notesViewPr>
    <p:cSldViewPr snapToGrid="0">
      <p:cViewPr varScale="1">
        <p:scale>
          <a:sx n="66" d="100"/>
          <a:sy n="66" d="100"/>
        </p:scale>
        <p:origin x="1476"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9" Type="http://schemas.openxmlformats.org/officeDocument/2006/relationships/font" Target="fonts/font12.fntdata"/><Relationship Id="rId21" Type="http://schemas.openxmlformats.org/officeDocument/2006/relationships/slide" Target="slides/slide16.xml"/><Relationship Id="rId34" Type="http://schemas.openxmlformats.org/officeDocument/2006/relationships/font" Target="fonts/font7.fntdata"/><Relationship Id="rId42" Type="http://schemas.openxmlformats.org/officeDocument/2006/relationships/tags" Target="tags/tag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font" Target="fonts/font14.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Biggest change</c:v>
                </c:pt>
              </c:strCache>
            </c:strRef>
          </c:tx>
          <c:spPr>
            <a:solidFill>
              <a:srgbClr val="3A3A3F"/>
            </a:solidFill>
            <a:effectLst/>
          </c:spPr>
          <c:invertIfNegative val="0"/>
          <c:dLbls>
            <c:numFmt formatCode="#,##0" sourceLinked="0"/>
            <c:spPr>
              <a:noFill/>
              <a:ln>
                <a:noFill/>
              </a:ln>
              <a:effectLst/>
            </c:spPr>
            <c:txPr>
              <a:bodyPr/>
              <a:lstStyle/>
              <a:p>
                <a:pPr>
                  <a:defRPr sz="11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Pump</c:v>
                </c:pt>
                <c:pt idx="1">
                  <c:v>Flow</c:v>
                </c:pt>
                <c:pt idx="2">
                  <c:v>Pressure</c:v>
                </c:pt>
                <c:pt idx="3">
                  <c:v>Temperature</c:v>
                </c:pt>
              </c:strCache>
            </c:strRef>
          </c:cat>
          <c:val>
            <c:numRef>
              <c:f>Sheet1!$B$2:$B$5</c:f>
              <c:numCache>
                <c:formatCode>General</c:formatCode>
                <c:ptCount val="4"/>
                <c:pt idx="0">
                  <c:v>0</c:v>
                </c:pt>
                <c:pt idx="1">
                  <c:v>0</c:v>
                </c:pt>
                <c:pt idx="2">
                  <c:v>0</c:v>
                </c:pt>
                <c:pt idx="3">
                  <c:v>30</c:v>
                </c:pt>
              </c:numCache>
            </c:numRef>
          </c:val>
          <c:extLst>
            <c:ext xmlns:c16="http://schemas.microsoft.com/office/drawing/2014/chart" uri="{C3380CC4-5D6E-409C-BE32-E72D297353CC}">
              <c16:uniqueId val="{00000000-77EF-4665-82B5-0128214A8978}"/>
            </c:ext>
          </c:extLst>
        </c:ser>
        <c:ser>
          <c:idx val="1"/>
          <c:order val="1"/>
          <c:tx>
            <c:strRef>
              <c:f>Sheet1!$C$1</c:f>
              <c:strCache>
                <c:ptCount val="1"/>
                <c:pt idx="0">
                  <c:v>First to change</c:v>
                </c:pt>
              </c:strCache>
            </c:strRef>
          </c:tx>
          <c:spPr>
            <a:solidFill>
              <a:srgbClr val="4FB3BF"/>
            </a:solidFill>
            <a:effectLst/>
          </c:spPr>
          <c:invertIfNegative val="0"/>
          <c:dLbls>
            <c:numFmt formatCode="#,##0" sourceLinked="0"/>
            <c:spPr>
              <a:noFill/>
              <a:ln>
                <a:noFill/>
              </a:ln>
              <a:effectLst/>
            </c:spPr>
            <c:txPr>
              <a:bodyPr/>
              <a:lstStyle/>
              <a:p>
                <a:pPr>
                  <a:defRPr sz="11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Pump</c:v>
                </c:pt>
                <c:pt idx="1">
                  <c:v>Flow</c:v>
                </c:pt>
                <c:pt idx="2">
                  <c:v>Pressure</c:v>
                </c:pt>
                <c:pt idx="3">
                  <c:v>Temperature</c:v>
                </c:pt>
              </c:strCache>
            </c:strRef>
          </c:cat>
          <c:val>
            <c:numRef>
              <c:f>Sheet1!$C$2:$C$5</c:f>
              <c:numCache>
                <c:formatCode>General</c:formatCode>
                <c:ptCount val="4"/>
                <c:pt idx="0">
                  <c:v>8</c:v>
                </c:pt>
                <c:pt idx="1">
                  <c:v>22</c:v>
                </c:pt>
                <c:pt idx="2">
                  <c:v>0</c:v>
                </c:pt>
                <c:pt idx="3">
                  <c:v>0</c:v>
                </c:pt>
              </c:numCache>
            </c:numRef>
          </c:val>
          <c:extLst>
            <c:ext xmlns:c16="http://schemas.microsoft.com/office/drawing/2014/chart" uri="{C3380CC4-5D6E-409C-BE32-E72D297353CC}">
              <c16:uniqueId val="{00000001-77EF-4665-82B5-0128214A897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max val="32"/>
          <c:min val="0"/>
        </c:scaling>
        <c:delete val="0"/>
        <c:axPos val="l"/>
        <c:majorGridlines>
          <c:spPr>
            <a:ln w="6350" cap="flat">
              <a:solidFill>
                <a:srgbClr val="E5E5E5"/>
              </a:solidFill>
              <a:prstDash val="solid"/>
              <a:round/>
            </a:ln>
          </c:spPr>
        </c:majorGridlines>
        <c:title>
          <c:tx>
            <c:rich>
              <a:bodyPr/>
              <a:lstStyle/>
              <a:p>
                <a:pPr>
                  <a:defRPr sz="1000" b="0" i="0" u="none" strike="noStrike">
                    <a:solidFill>
                      <a:srgbClr val="595959"/>
                    </a:solidFill>
                    <a:latin typeface="Arial"/>
                  </a:defRPr>
                </a:pPr>
                <a:r>
                  <a:rPr lang="en-US" sz="1000" b="0" i="0" u="none" strike="noStrike">
                    <a:solidFill>
                      <a:srgbClr val="595959"/>
                    </a:solidFill>
                    <a:latin typeface="Arial"/>
                  </a:rPr>
                  <a:t>Times blamed (out of 30)</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majorUnit val="10"/>
      </c:valAx>
      <c:spPr>
        <a:noFill/>
        <a:ln>
          <a:noFill/>
        </a:ln>
        <a:effectLst/>
      </c:spPr>
    </c:plotArea>
    <c:legend>
      <c:legendPos val="t"/>
      <c:overlay val="0"/>
      <c:txPr>
        <a:bodyPr/>
        <a:lstStyle/>
        <a:p>
          <a:pPr>
            <a:defRPr sz="1100">
              <a:solidFill>
                <a:srgbClr val="333333"/>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BBA668-2DE9-CD24-C920-2AF941512D62}"/>
              </a:ext>
            </a:extLst>
          </p:cNvPr>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9C8BCAE3-D8F4-8F15-8CC7-A8A9B41F74C4}"/>
              </a:ext>
            </a:extLst>
          </p:cNvPr>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82152384-69BC-4739-A6C2-5B7A428058FB}" type="datetimeFigureOut">
              <a:rPr lang="en-AU" smtClean="0"/>
              <a:t>12/10/2026</a:t>
            </a:fld>
            <a:endParaRPr lang="en-AU"/>
          </a:p>
        </p:txBody>
      </p:sp>
      <p:sp>
        <p:nvSpPr>
          <p:cNvPr id="4" name="Footer Placeholder 3">
            <a:extLst>
              <a:ext uri="{FF2B5EF4-FFF2-40B4-BE49-F238E27FC236}">
                <a16:creationId xmlns:a16="http://schemas.microsoft.com/office/drawing/2014/main" id="{3F01F0F4-1010-A286-E962-B5BC0A2E66E6}"/>
              </a:ext>
            </a:extLst>
          </p:cNvPr>
          <p:cNvSpPr>
            <a:spLocks noGrp="1"/>
          </p:cNvSpPr>
          <p:nvPr>
            <p:ph type="ftr" sz="quarter" idx="2"/>
          </p:nvPr>
        </p:nvSpPr>
        <p:spPr>
          <a:xfrm>
            <a:off x="0" y="10742613"/>
            <a:ext cx="8712200" cy="56673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5C84C473-DF2F-7F09-0749-D06BC94DF1C3}"/>
              </a:ext>
            </a:extLst>
          </p:cNvPr>
          <p:cNvSpPr>
            <a:spLocks noGrp="1"/>
          </p:cNvSpPr>
          <p:nvPr>
            <p:ph type="sldNum" sz="quarter" idx="3"/>
          </p:nvPr>
        </p:nvSpPr>
        <p:spPr>
          <a:xfrm>
            <a:off x="11387138" y="10742613"/>
            <a:ext cx="8712200" cy="566737"/>
          </a:xfrm>
          <a:prstGeom prst="rect">
            <a:avLst/>
          </a:prstGeom>
        </p:spPr>
        <p:txBody>
          <a:bodyPr vert="horz" lIns="91440" tIns="45720" rIns="91440" bIns="45720" rtlCol="0" anchor="b"/>
          <a:lstStyle>
            <a:lvl1pPr algn="r">
              <a:defRPr sz="1200"/>
            </a:lvl1pPr>
          </a:lstStyle>
          <a:p>
            <a:fld id="{68B97FFB-13A2-49DD-B5FA-0CE83DB50C80}" type="slidenum">
              <a:rPr lang="en-AU" smtClean="0"/>
              <a:t>‹#›</a:t>
            </a:fld>
            <a:endParaRPr lang="en-AU"/>
          </a:p>
        </p:txBody>
      </p:sp>
    </p:spTree>
    <p:extLst>
      <p:ext uri="{BB962C8B-B14F-4D97-AF65-F5344CB8AC3E}">
        <p14:creationId xmlns:p14="http://schemas.microsoft.com/office/powerpoint/2010/main" val="15987945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EECEA901-BD5D-4D7F-BE9A-0634DF37876F}" type="datetimeFigureOut">
              <a:rPr lang="en-IN" smtClean="0"/>
              <a:t>12-10-2026</a:t>
            </a:fld>
            <a:endParaRPr lang="en-IN"/>
          </a:p>
        </p:txBody>
      </p:sp>
      <p:sp>
        <p:nvSpPr>
          <p:cNvPr id="4" name="Slide Image Placeholder 3"/>
          <p:cNvSpPr>
            <a:spLocks noGrp="1" noRot="1" noChangeAspect="1"/>
          </p:cNvSpPr>
          <p:nvPr>
            <p:ph type="sldImg" idx="2"/>
          </p:nvPr>
        </p:nvSpPr>
        <p:spPr>
          <a:xfrm>
            <a:off x="7507288" y="1414463"/>
            <a:ext cx="5089525" cy="381635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03567D7E-08F7-40AF-857B-889ECB1C9EBC}" type="slidenum">
              <a:rPr lang="en-IN" smtClean="0"/>
              <a:t>‹#›</a:t>
            </a:fld>
            <a:endParaRPr lang="en-IN"/>
          </a:p>
        </p:txBody>
      </p:sp>
    </p:spTree>
    <p:extLst>
      <p:ext uri="{BB962C8B-B14F-4D97-AF65-F5344CB8AC3E}">
        <p14:creationId xmlns:p14="http://schemas.microsoft.com/office/powerpoint/2010/main" val="222934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Roboto Light" panose="02000000000000000000" pitchFamily="2" charset="0"/>
        <a:ea typeface="+mn-ea"/>
        <a:cs typeface="+mn-cs"/>
      </a:defRPr>
    </a:lvl1pPr>
    <a:lvl2pPr marL="457200" algn="l" defTabSz="914400" rtl="0" eaLnBrk="1" latinLnBrk="0" hangingPunct="1">
      <a:defRPr sz="1200" kern="1200">
        <a:solidFill>
          <a:schemeClr val="tx1"/>
        </a:solidFill>
        <a:latin typeface="Roboto Light" panose="02000000000000000000" pitchFamily="2" charset="0"/>
        <a:ea typeface="+mn-ea"/>
        <a:cs typeface="+mn-cs"/>
      </a:defRPr>
    </a:lvl2pPr>
    <a:lvl3pPr marL="914400" algn="l" defTabSz="914400" rtl="0" eaLnBrk="1" latinLnBrk="0" hangingPunct="1">
      <a:defRPr sz="1200" kern="1200">
        <a:solidFill>
          <a:schemeClr val="tx1"/>
        </a:solidFill>
        <a:latin typeface="Roboto Light" panose="02000000000000000000" pitchFamily="2" charset="0"/>
        <a:ea typeface="+mn-ea"/>
        <a:cs typeface="+mn-cs"/>
      </a:defRPr>
    </a:lvl3pPr>
    <a:lvl4pPr marL="1371600" algn="l" defTabSz="914400" rtl="0" eaLnBrk="1" latinLnBrk="0" hangingPunct="1">
      <a:defRPr sz="1200" kern="1200">
        <a:solidFill>
          <a:schemeClr val="tx1"/>
        </a:solidFill>
        <a:latin typeface="Roboto Light" panose="02000000000000000000" pitchFamily="2" charset="0"/>
        <a:ea typeface="+mn-ea"/>
        <a:cs typeface="+mn-cs"/>
      </a:defRPr>
    </a:lvl4pPr>
    <a:lvl5pPr marL="1828800" algn="l" defTabSz="914400" rtl="0" eaLnBrk="1" latinLnBrk="0" hangingPunct="1">
      <a:defRPr sz="1200" kern="1200">
        <a:solidFill>
          <a:schemeClr val="tx1"/>
        </a:solidFill>
        <a:latin typeface="Roboto Light" panose="020000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sec] Good morning. My name is Syeda Tamanna Sheme, and my research is on anomaly localisation and root-cause identification in multivariate industrial sensor data. In simple words: when something goes wrong in a system with many sensors, how do we find where the problem actually started?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Modern industrial systems use many connected sensors, and anomaly detection can tell us early that something is wrong.</a:t>
            </a:r>
          </a:p>
          <a:p>
            <a:r>
              <a:t>But there are three different questions here. First, detection: is something abnormal? Second, localisation: which variables are involved? Third, root-cause identification: where did it begin?</a:t>
            </a:r>
          </a:p>
          <a:p>
            <a:r>
              <a:t>My research focuses on the third question. The core problem is that the variable with the highest anomaly score may only be a downstream symptom, not the component that actually started the disturbance.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Here is a simple example. A fault starts at the pump. It then affects flow, then pressure, then temperature.</a:t>
            </a:r>
          </a:p>
          <a:p>
            <a:r>
              <a:t>All four sensors end up looking abnormal, but only the pump is the true source. And because the effect grows as it travels, temperature can show the biggest change.</a:t>
            </a:r>
          </a:p>
          <a:p>
            <a:r>
              <a:t>So if we simply blame the most abnormal sensor, we pick temperature, which is the wrong answer. The largest anomaly is not always the fault origin. This is what I call the source-versus-symptom problem.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From this problem, I have three research questions.</a:t>
            </a:r>
          </a:p>
          <a:p>
            <a:r>
              <a:t>RQ1: can existing localisation and causal methods tell the true source apart from downstream effects?</a:t>
            </a:r>
          </a:p>
          <a:p>
            <a:r>
              <a:t>RQ2: which kinds of evidence, such as timing, relationships, causal structure, propagation or counterfactuals, stay reliable under difficult conditions?</a:t>
            </a:r>
          </a:p>
          <a:p>
            <a:r>
              <a:t>RQ3: only if a clear gap is found, can the most reliable evidence improve root-cause ranking?</a:t>
            </a:r>
          </a:p>
          <a:p>
            <a:r>
              <a:t>The five objectives on the right are my concrete plan. Objective 5, building a new method, is conditional on the evidence.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sec] Now the literature. I grouped existing methods into families.</a:t>
            </a:r>
          </a:p>
          <a:p>
            <a:r>
              <a:t>Reconstruction and probabilistic methods, such as OmniAnomaly, are very good at detection, but they are not designed to separate source from symptom.</a:t>
            </a:r>
          </a:p>
          <a:p>
            <a:r>
              <a:t>Graph and dependency methods, such as GDN, model how sensors relate, but a learned dependency does not prove causality.</a:t>
            </a:r>
          </a:p>
          <a:p>
            <a:r>
              <a:t>Transformer methods, such as ALoRa-Loc, capture long-range patterns, but they still infer the source from learned relations.</a:t>
            </a:r>
          </a:p>
          <a:p>
            <a:r>
              <a:t>The shared weakness: their rankings reflect how abnormal a variable looks, not where the fault started.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sec] Causal methods, such as CIRCA, RCD and AERCA, are the strongest response. They ask which variable changed on its own, rather than which looks most abnormal. But they depend on assumptions that often fail in real systems: hidden variables, feedback loops, very fast propagation, or changes in operating mode.</a:t>
            </a:r>
          </a:p>
          <a:p>
            <a:r>
              <a:t>Evaluation research shows results depend heavily on dataset and metric choice.</a:t>
            </a:r>
          </a:p>
          <a:p>
            <a:r>
              <a:t>The table compares four key papers: each has a real strength, but none on its own shows that the top-ranked variable is the initiating source.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sec] From this literature, I see three gaps. One: symptoms are mistaken for sources. Two: causal assumptions can fail in real systems. Three: evaluation is incomplete, because detection, localisation and source identification are often mixed.</a:t>
            </a:r>
          </a:p>
          <a:p>
            <a:r>
              <a:t>So my research tests whether existing methods can reliably separate initiating faults from propagated symptoms, under one common protocol.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Coming back to my research questions, this is how I answer them. My approach is evidence-first.</a:t>
            </a:r>
          </a:p>
          <a:p>
            <a:r>
              <a:t>The synthetic system is the only data with known sources; SMD, SWaT and MSDS are real data. Every method uses consistent data splits, aligned event windows and one common scoring protocol; any model-specific processing is documented. That keeps the comparison fair.</a:t>
            </a:r>
          </a:p>
          <a:p>
            <a:r>
              <a:t>Phase 1 runs all methods; Phase 2 checks whether they blame the true source or a symptom. Both answer RQ1. Phase 3 finds which evidence helps most, answering RQ2. Phase 4, a new method, happens only if a clear and repeatable gap is found. That is RQ3.</a:t>
            </a:r>
          </a:p>
          <a:p>
            <a:r>
              <a:t>Finally, the best methods are tested with known event times and fully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sec] Each data source has a different role, and only the synthetic system has known initiating sources.</a:t>
            </a:r>
          </a:p>
          <a:p>
            <a:r>
              <a:t>SMD is used for localisation only, because its labels show affected sensors, not the cause. SWaT is an industrial case study. MSDS has injected faults from a distributed system. My synthetic system gives exact source-versus-symptom ground truth.</a:t>
            </a:r>
          </a:p>
          <a:p>
            <a:r>
              <a:t>(If asked how I evaluate without source labels: on those datasets I only report localisation, and I make claims about root cause only where the source is known.)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 sec] Briefly, the tools: Python and PyTorch, official implementations of the baseline methods, and version control. Every method uses the same evaluation code and fixed random seeds, so all results can be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 sec] Ethically, this is low risk. There are no human participants and no personal data. I use public research datasets and synthetic data, and SWaT is used under its formal access conditions.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sec] Now my initial findings. These are early feasibility checks, so all results are preliminary.</a:t>
            </a:r>
          </a:p>
          <a:p>
            <a:r>
              <a:t>Test 1 asks: can simple rules blame a symptom instead of the source? Test 2 asks: what happens on real data? Test 3 asks: can I run a causal method correctly?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15 sec] Now my initial findings: three small feasibility checks, so all results are preliminary. Test 1. I built the pump, flow, pressure, temperature system in Python and injected a fault at the pump, so I know the pump is the true source. In this simulation the anomaly grows as it moves downstream. I ran 30 cases.</a:t>
            </a:r>
          </a:p>
          <a:p>
            <a:r>
              <a:t>The 'biggest change' rule picked temperature all 30 times: zero out of thirty correct. [pause]</a:t>
            </a:r>
          </a:p>
          <a:p>
            <a:r>
              <a:t>The 'first to change' rule picked the pump 8 times and flow 22 times.</a:t>
            </a:r>
          </a:p>
          <a:p>
            <a:r>
              <a:t>So in this controlled test, simple rules blamed a symptom instead of the source. This is a feasibility result: the pump was the source in every case, and varying the source is my next step.</a:t>
            </a:r>
          </a:p>
          <a:p>
            <a:r>
              <a:t>(If asked why flow: the pump's own signal is small and crosses the threshold late, while flow responds quickly. Onset is also sensitive to the threshold setting, which is why RQ2 tests combinations of evidence.)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Test 2, on real data: one SMD machine, 8 labelled events. Was the top-ranked sensor one of the labelled ones?</a:t>
            </a:r>
          </a:p>
          <a:p>
            <a:r>
              <a:t>At first, 5 out of 8. All three misses had the same cause: some sensors were constant during training, so any tiny change later produced a huge score.</a:t>
            </a:r>
          </a:p>
          <a:p>
            <a:r>
              <a:t>I then tested larger minimum standard deviations: 10 to the minus 3, minus 2 and minus 1 all gave 8 out of 8, so it is not one lucky value. I tested these after diagnosing the problem, so the 8 out of 8 is a preliminary sensitivity result, and I will validate it on new, independent events.</a:t>
            </a:r>
          </a:p>
          <a:p>
            <a:r>
              <a:t>The lesson: preprocessing can change which sensor ranks first, so it must be fixed in advance. This is only 8 events, and SMD labels show affected sensors, not causes.</a:t>
            </a:r>
          </a:p>
          <a:p>
            <a:r>
              <a:t>(If asked: Hit@1 62.5% to 100%; NDCG@3 0.750 to 0.971; random chance 26%.)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sec] Test 3 is an implementation check. AERCA learns which variables affect which, then finds the one that changed on its own.</a:t>
            </a:r>
          </a:p>
          <a:p>
            <a:r>
              <a:t>I ran the official code, unchanged, on its own supplied test system: 3 training runs, 100 test cases each. Each case has one to four injected sources, and its top-ranked variable was one of them in all 300.</a:t>
            </a:r>
          </a:p>
          <a:p>
            <a:r>
              <a:t>This shows the method runs correctly in my setup. It is not independent evidence that causal methods work better: that needs testing on my pump system and real data, which is future work.</a:t>
            </a:r>
          </a:p>
          <a:p>
            <a:r>
              <a:t>(If asked: AC@1 = AC@3 = 100% on every seed; reference [12] is the AERCA paper, Han et al., ICLR 2025.)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This is my timeline. MR603 established feasibility: the literature, the methodology and these three tests. The full comparison across all methods and datasets continues in MR604.</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sec] Each limitation maps to a next step. The synthetic source is always the pump, so I will vary the source location. I used one SMD machine, so I will add more machines. SWaT and MSDS are not yet integrated, so I will complete access and preprocessing. And AERCA was only checked on its own system, so I will run causal and non-causal methods on the same settings.</a:t>
            </a:r>
          </a:p>
          <a:p>
            <a:r>
              <a:t>For publication there are three possible outcomes; a new method is only one of them.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sec] To conclude, these are preliminary findings from three small tests.</a:t>
            </a:r>
          </a:p>
          <a:p>
            <a:r>
              <a:t>First, symptoms can outrank the source: in a controlled test, the most abnormal sensor was not where the fault started.</a:t>
            </a:r>
          </a:p>
          <a:p>
            <a:r>
              <a:t>Second, simple ranking falls short: the biggest change found the pump zero out of thirty times.</a:t>
            </a:r>
          </a:p>
          <a:p>
            <a:r>
              <a:t>Third, data preparation matters: one preprocessing choice changed the SMD result from 5 out of 8 to 8 out of 8.</a:t>
            </a:r>
          </a:p>
          <a:p>
            <a:r>
              <a:t>Fourth, AERCA runs correctly on its own system, and independent testing is next.</a:t>
            </a:r>
          </a:p>
          <a:p>
            <a:r>
              <a:t>Next, I will compare all methods fairly on the same data, and only then decide whether a new method is needed.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present] Leave this slide available in case an examiner asks about a specific reference.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849E3-A074-44B0-1A52-C1F9B7DB2DD0}"/>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C0476F06-5213-08C3-B894-19724ABB36E2}"/>
              </a:ext>
            </a:extLst>
          </p:cNvPr>
          <p:cNvSpPr>
            <a:spLocks noGrp="1" noRot="1" noChangeAspect="1" noChangeArrowheads="1" noTextEdit="1"/>
          </p:cNvSpPr>
          <p:nvPr>
            <p:ph type="sldImg"/>
          </p:nvPr>
        </p:nvSpPr>
        <p:spPr>
          <a:xfrm>
            <a:off x="7507288" y="1414463"/>
            <a:ext cx="5089525" cy="3816350"/>
          </a:xfrm>
          <a:ln/>
        </p:spPr>
      </p:sp>
      <p:sp>
        <p:nvSpPr>
          <p:cNvPr id="23555" name="Rectangle 3">
            <a:extLst>
              <a:ext uri="{FF2B5EF4-FFF2-40B4-BE49-F238E27FC236}">
                <a16:creationId xmlns:a16="http://schemas.microsoft.com/office/drawing/2014/main" id="{404510FD-81B4-C922-F1C2-B7240718CE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Thank you. I am happy to take any questions.</a:t>
            </a:r>
          </a:p>
        </p:txBody>
      </p:sp>
    </p:spTree>
    <p:extLst>
      <p:ext uri="{BB962C8B-B14F-4D97-AF65-F5344CB8AC3E}">
        <p14:creationId xmlns:p14="http://schemas.microsoft.com/office/powerpoint/2010/main" val="331511002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oleObject" Target="../embeddings/oleObject2.bin"/><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1.emf"/><Relationship Id="rId9"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oleObject" Target="../embeddings/oleObject3.bin"/><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hyperlink" Target="http://www.mit.edu.au/" TargetMode="External"/><Relationship Id="rId10" Type="http://schemas.openxmlformats.org/officeDocument/2006/relationships/image" Target="../media/image13.png"/><Relationship Id="rId4" Type="http://schemas.openxmlformats.org/officeDocument/2006/relationships/image" Target="../media/image1.emf"/><Relationship Id="rId9" Type="http://schemas.openxmlformats.org/officeDocument/2006/relationships/image" Target="../media/image12.png"/><Relationship Id="rId14" Type="http://schemas.openxmlformats.org/officeDocument/2006/relationships/image" Target="../media/image17.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oleObject" Target="../embeddings/oleObject4.bin"/><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1.emf"/><Relationship Id="rId9"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oleObject" Target="../embeddings/oleObject2.bin"/><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1.emf"/><Relationship Id="rId9"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oleObject" Target="../embeddings/oleObject4.bin"/><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1.emf"/><Relationship Id="rId9"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oleObject" Target="../embeddings/oleObject2.bin"/><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1.emf"/><Relationship Id="rId9"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oleObject" Target="../embeddings/oleObject8.bin"/><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emf"/><Relationship Id="rId9" Type="http://schemas.openxmlformats.org/officeDocument/2006/relationships/image" Target="../media/image22.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oleObject" Target="../embeddings/oleObject3.bin"/><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hyperlink" Target="http://www.mit.edu.au/" TargetMode="External"/><Relationship Id="rId10" Type="http://schemas.openxmlformats.org/officeDocument/2006/relationships/image" Target="../media/image13.png"/><Relationship Id="rId4" Type="http://schemas.openxmlformats.org/officeDocument/2006/relationships/image" Target="../media/image1.emf"/><Relationship Id="rId9" Type="http://schemas.openxmlformats.org/officeDocument/2006/relationships/image" Target="../media/image12.png"/><Relationship Id="rId14" Type="http://schemas.openxmlformats.org/officeDocument/2006/relationships/image" Target="../media/image17.pn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oleObject" Target="../embeddings/oleObject8.bin"/><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emf"/><Relationship Id="rId9" Type="http://schemas.openxmlformats.org/officeDocument/2006/relationships/image" Target="../media/image22.png"/><Relationship Id="rId14" Type="http://schemas.openxmlformats.org/officeDocument/2006/relationships/hyperlink" Target="http://www.mit.edu.au/" TargetMode="Externa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oleObject" Target="../embeddings/oleObject4.bin"/><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1.emf"/><Relationship Id="rId9" Type="http://schemas.openxmlformats.org/officeDocument/2006/relationships/image" Target="../media/image13.pn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oleObject" Target="../embeddings/oleObject4.bin"/><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1.emf"/><Relationship Id="rId9" Type="http://schemas.openxmlformats.org/officeDocument/2006/relationships/image" Target="../media/image13.png"/></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33.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34.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oleObject" Target="../embeddings/oleObject4.bin"/><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slideMaster" Target="../slideMasters/slideMaster2.xml"/><Relationship Id="rId1" Type="http://schemas.openxmlformats.org/officeDocument/2006/relationships/tags" Target="../tags/tag36.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1.emf"/><Relationship Id="rId9"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2530928857"/>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grpSp>
        <p:nvGrpSpPr>
          <p:cNvPr id="31" name="object 2">
            <a:extLst>
              <a:ext uri="{FF2B5EF4-FFF2-40B4-BE49-F238E27FC236}">
                <a16:creationId xmlns:a16="http://schemas.microsoft.com/office/drawing/2014/main" id="{D72D3777-D6CB-7282-D4F8-423BF130CF01}"/>
              </a:ext>
            </a:extLst>
          </p:cNvPr>
          <p:cNvGrpSpPr/>
          <p:nvPr userDrawn="1"/>
        </p:nvGrpSpPr>
        <p:grpSpPr>
          <a:xfrm>
            <a:off x="0" y="0"/>
            <a:ext cx="15079673" cy="10247630"/>
            <a:chOff x="0" y="0"/>
            <a:chExt cx="20104113" cy="10247630"/>
          </a:xfrm>
        </p:grpSpPr>
        <p:sp>
          <p:nvSpPr>
            <p:cNvPr id="32" name="object 3">
              <a:extLst>
                <a:ext uri="{FF2B5EF4-FFF2-40B4-BE49-F238E27FC236}">
                  <a16:creationId xmlns:a16="http://schemas.microsoft.com/office/drawing/2014/main" id="{434AAED9-B62B-B375-E14A-852E61CA9036}"/>
                </a:ext>
              </a:extLst>
            </p:cNvPr>
            <p:cNvSpPr/>
            <p:nvPr/>
          </p:nvSpPr>
          <p:spPr>
            <a:xfrm>
              <a:off x="0" y="0"/>
              <a:ext cx="20104100" cy="10247630"/>
            </a:xfrm>
            <a:custGeom>
              <a:avLst/>
              <a:gdLst/>
              <a:ahLst/>
              <a:cxnLst/>
              <a:rect l="l" t="t" r="r" b="b"/>
              <a:pathLst>
                <a:path w="20104100" h="10247630">
                  <a:moveTo>
                    <a:pt x="20104099" y="0"/>
                  </a:moveTo>
                  <a:lnTo>
                    <a:pt x="0" y="0"/>
                  </a:lnTo>
                  <a:lnTo>
                    <a:pt x="0" y="10247311"/>
                  </a:lnTo>
                  <a:lnTo>
                    <a:pt x="20104099" y="10247311"/>
                  </a:lnTo>
                  <a:lnTo>
                    <a:pt x="20104099" y="0"/>
                  </a:lnTo>
                  <a:close/>
                </a:path>
              </a:pathLst>
            </a:custGeom>
            <a:solidFill>
              <a:srgbClr val="60C0C4"/>
            </a:solidFill>
          </p:spPr>
          <p:txBody>
            <a:bodyPr wrap="square" lIns="0" tIns="0" rIns="0" bIns="0" rtlCol="0"/>
            <a:lstStyle/>
            <a:p>
              <a:endParaRPr/>
            </a:p>
          </p:txBody>
        </p:sp>
        <p:sp>
          <p:nvSpPr>
            <p:cNvPr id="33" name="object 4">
              <a:extLst>
                <a:ext uri="{FF2B5EF4-FFF2-40B4-BE49-F238E27FC236}">
                  <a16:creationId xmlns:a16="http://schemas.microsoft.com/office/drawing/2014/main" id="{0464F81E-0D94-7970-4586-7B2C50EA2ED6}"/>
                </a:ext>
              </a:extLst>
            </p:cNvPr>
            <p:cNvSpPr/>
            <p:nvPr/>
          </p:nvSpPr>
          <p:spPr>
            <a:xfrm>
              <a:off x="15057133" y="5"/>
              <a:ext cx="5046980" cy="5252720"/>
            </a:xfrm>
            <a:custGeom>
              <a:avLst/>
              <a:gdLst/>
              <a:ahLst/>
              <a:cxnLst/>
              <a:rect l="l" t="t" r="r" b="b"/>
              <a:pathLst>
                <a:path w="5046980" h="5252720">
                  <a:moveTo>
                    <a:pt x="5046954" y="1640128"/>
                  </a:moveTo>
                  <a:lnTo>
                    <a:pt x="2470353" y="1640128"/>
                  </a:lnTo>
                  <a:lnTo>
                    <a:pt x="2470353" y="2341143"/>
                  </a:lnTo>
                  <a:lnTo>
                    <a:pt x="0" y="2341143"/>
                  </a:lnTo>
                  <a:lnTo>
                    <a:pt x="0" y="3344583"/>
                  </a:lnTo>
                  <a:lnTo>
                    <a:pt x="2470353" y="3344583"/>
                  </a:lnTo>
                  <a:lnTo>
                    <a:pt x="2470353" y="3778897"/>
                  </a:lnTo>
                  <a:lnTo>
                    <a:pt x="0" y="3778897"/>
                  </a:lnTo>
                  <a:lnTo>
                    <a:pt x="0" y="4901069"/>
                  </a:lnTo>
                  <a:lnTo>
                    <a:pt x="2470353" y="4901069"/>
                  </a:lnTo>
                  <a:lnTo>
                    <a:pt x="2470353" y="5252466"/>
                  </a:lnTo>
                  <a:lnTo>
                    <a:pt x="5046954" y="5252466"/>
                  </a:lnTo>
                  <a:lnTo>
                    <a:pt x="5046954" y="4549673"/>
                  </a:lnTo>
                  <a:lnTo>
                    <a:pt x="2470353" y="4549673"/>
                  </a:lnTo>
                  <a:lnTo>
                    <a:pt x="2470353" y="3907155"/>
                  </a:lnTo>
                  <a:lnTo>
                    <a:pt x="5046954" y="3907155"/>
                  </a:lnTo>
                  <a:lnTo>
                    <a:pt x="5046954" y="3087255"/>
                  </a:lnTo>
                  <a:lnTo>
                    <a:pt x="2470353" y="3087255"/>
                  </a:lnTo>
                  <a:lnTo>
                    <a:pt x="2470353" y="2612758"/>
                  </a:lnTo>
                  <a:lnTo>
                    <a:pt x="5046954" y="2612758"/>
                  </a:lnTo>
                  <a:lnTo>
                    <a:pt x="5046954" y="1640128"/>
                  </a:lnTo>
                  <a:close/>
                </a:path>
                <a:path w="5046980" h="5252720">
                  <a:moveTo>
                    <a:pt x="5046954" y="0"/>
                  </a:moveTo>
                  <a:lnTo>
                    <a:pt x="2470353" y="0"/>
                  </a:lnTo>
                  <a:lnTo>
                    <a:pt x="2470353" y="1216393"/>
                  </a:lnTo>
                  <a:lnTo>
                    <a:pt x="5046954" y="1228255"/>
                  </a:lnTo>
                  <a:lnTo>
                    <a:pt x="5046954" y="0"/>
                  </a:lnTo>
                  <a:close/>
                </a:path>
              </a:pathLst>
            </a:custGeom>
            <a:solidFill>
              <a:srgbClr val="FFFFFF"/>
            </a:solidFill>
          </p:spPr>
          <p:txBody>
            <a:bodyPr wrap="square" lIns="0" tIns="0" rIns="0" bIns="0" rtlCol="0"/>
            <a:lstStyle/>
            <a:p>
              <a:endParaRPr/>
            </a:p>
          </p:txBody>
        </p:sp>
        <p:sp>
          <p:nvSpPr>
            <p:cNvPr id="34" name="object 5">
              <a:extLst>
                <a:ext uri="{FF2B5EF4-FFF2-40B4-BE49-F238E27FC236}">
                  <a16:creationId xmlns:a16="http://schemas.microsoft.com/office/drawing/2014/main" id="{1C38393B-1523-D866-7499-3E300AAD2F4E}"/>
                </a:ext>
              </a:extLst>
            </p:cNvPr>
            <p:cNvSpPr/>
            <p:nvPr/>
          </p:nvSpPr>
          <p:spPr>
            <a:xfrm>
              <a:off x="15057133" y="872067"/>
              <a:ext cx="2470785" cy="886460"/>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rgbClr val="DB002E"/>
            </a:solidFill>
          </p:spPr>
          <p:txBody>
            <a:bodyPr wrap="square" lIns="0" tIns="0" rIns="0" bIns="0" rtlCol="0"/>
            <a:lstStyle/>
            <a:p>
              <a:endParaRPr/>
            </a:p>
          </p:txBody>
        </p:sp>
        <p:sp>
          <p:nvSpPr>
            <p:cNvPr id="35" name="object 6">
              <a:extLst>
                <a:ext uri="{FF2B5EF4-FFF2-40B4-BE49-F238E27FC236}">
                  <a16:creationId xmlns:a16="http://schemas.microsoft.com/office/drawing/2014/main" id="{CC565CF2-8474-506E-1F08-D964565E55AF}"/>
                </a:ext>
              </a:extLst>
            </p:cNvPr>
            <p:cNvSpPr/>
            <p:nvPr userDrawn="1"/>
          </p:nvSpPr>
          <p:spPr>
            <a:xfrm>
              <a:off x="2519921" y="1079112"/>
              <a:ext cx="3334385" cy="874394"/>
            </a:xfrm>
            <a:custGeom>
              <a:avLst/>
              <a:gdLst/>
              <a:ahLst/>
              <a:cxnLst/>
              <a:rect l="l" t="t" r="r" b="b"/>
              <a:pathLst>
                <a:path w="3334385" h="874394">
                  <a:moveTo>
                    <a:pt x="31851" y="687984"/>
                  </a:moveTo>
                  <a:lnTo>
                    <a:pt x="0" y="687984"/>
                  </a:lnTo>
                  <a:lnTo>
                    <a:pt x="0" y="874166"/>
                  </a:lnTo>
                  <a:lnTo>
                    <a:pt x="31851" y="874166"/>
                  </a:lnTo>
                  <a:lnTo>
                    <a:pt x="31851" y="687984"/>
                  </a:lnTo>
                  <a:close/>
                </a:path>
                <a:path w="3334385" h="874394">
                  <a:moveTo>
                    <a:pt x="447763" y="6883"/>
                  </a:moveTo>
                  <a:lnTo>
                    <a:pt x="347548" y="6883"/>
                  </a:lnTo>
                  <a:lnTo>
                    <a:pt x="225882" y="350989"/>
                  </a:lnTo>
                  <a:lnTo>
                    <a:pt x="224586" y="350989"/>
                  </a:lnTo>
                  <a:lnTo>
                    <a:pt x="103555" y="6883"/>
                  </a:lnTo>
                  <a:lnTo>
                    <a:pt x="2705" y="6883"/>
                  </a:lnTo>
                  <a:lnTo>
                    <a:pt x="2705" y="437781"/>
                  </a:lnTo>
                  <a:lnTo>
                    <a:pt x="70142" y="437781"/>
                  </a:lnTo>
                  <a:lnTo>
                    <a:pt x="70142" y="98044"/>
                  </a:lnTo>
                  <a:lnTo>
                    <a:pt x="71424" y="98044"/>
                  </a:lnTo>
                  <a:lnTo>
                    <a:pt x="191211" y="437781"/>
                  </a:lnTo>
                  <a:lnTo>
                    <a:pt x="259257" y="437781"/>
                  </a:lnTo>
                  <a:lnTo>
                    <a:pt x="379082" y="98044"/>
                  </a:lnTo>
                  <a:lnTo>
                    <a:pt x="380339" y="98044"/>
                  </a:lnTo>
                  <a:lnTo>
                    <a:pt x="380339" y="437781"/>
                  </a:lnTo>
                  <a:lnTo>
                    <a:pt x="447763" y="437781"/>
                  </a:lnTo>
                  <a:lnTo>
                    <a:pt x="447763" y="6883"/>
                  </a:lnTo>
                  <a:close/>
                </a:path>
                <a:path w="3334385" h="874394">
                  <a:moveTo>
                    <a:pt x="799579" y="382193"/>
                  </a:moveTo>
                  <a:lnTo>
                    <a:pt x="614210" y="382193"/>
                  </a:lnTo>
                  <a:lnTo>
                    <a:pt x="614210" y="242493"/>
                  </a:lnTo>
                  <a:lnTo>
                    <a:pt x="785075" y="242493"/>
                  </a:lnTo>
                  <a:lnTo>
                    <a:pt x="785075" y="186613"/>
                  </a:lnTo>
                  <a:lnTo>
                    <a:pt x="614210" y="186613"/>
                  </a:lnTo>
                  <a:lnTo>
                    <a:pt x="614210" y="62153"/>
                  </a:lnTo>
                  <a:lnTo>
                    <a:pt x="794524" y="62153"/>
                  </a:lnTo>
                  <a:lnTo>
                    <a:pt x="794524" y="6273"/>
                  </a:lnTo>
                  <a:lnTo>
                    <a:pt x="540435" y="6273"/>
                  </a:lnTo>
                  <a:lnTo>
                    <a:pt x="540435" y="62153"/>
                  </a:lnTo>
                  <a:lnTo>
                    <a:pt x="540435" y="186613"/>
                  </a:lnTo>
                  <a:lnTo>
                    <a:pt x="540435" y="242493"/>
                  </a:lnTo>
                  <a:lnTo>
                    <a:pt x="540435" y="382193"/>
                  </a:lnTo>
                  <a:lnTo>
                    <a:pt x="540435" y="438073"/>
                  </a:lnTo>
                  <a:lnTo>
                    <a:pt x="799579" y="438073"/>
                  </a:lnTo>
                  <a:lnTo>
                    <a:pt x="799579" y="382193"/>
                  </a:lnTo>
                  <a:close/>
                </a:path>
                <a:path w="3334385" h="874394">
                  <a:moveTo>
                    <a:pt x="1112913" y="382193"/>
                  </a:moveTo>
                  <a:lnTo>
                    <a:pt x="942035" y="382193"/>
                  </a:lnTo>
                  <a:lnTo>
                    <a:pt x="942035" y="6273"/>
                  </a:lnTo>
                  <a:lnTo>
                    <a:pt x="868299" y="6273"/>
                  </a:lnTo>
                  <a:lnTo>
                    <a:pt x="868299" y="382193"/>
                  </a:lnTo>
                  <a:lnTo>
                    <a:pt x="868299" y="438073"/>
                  </a:lnTo>
                  <a:lnTo>
                    <a:pt x="1112913" y="438073"/>
                  </a:lnTo>
                  <a:lnTo>
                    <a:pt x="1112913" y="382193"/>
                  </a:lnTo>
                  <a:close/>
                </a:path>
                <a:path w="3334385" h="874394">
                  <a:moveTo>
                    <a:pt x="1449552" y="318503"/>
                  </a:moveTo>
                  <a:lnTo>
                    <a:pt x="1440116" y="267081"/>
                  </a:lnTo>
                  <a:lnTo>
                    <a:pt x="1417218" y="235445"/>
                  </a:lnTo>
                  <a:lnTo>
                    <a:pt x="1416545" y="234505"/>
                  </a:lnTo>
                  <a:lnTo>
                    <a:pt x="1385989" y="216458"/>
                  </a:lnTo>
                  <a:lnTo>
                    <a:pt x="1374521" y="213499"/>
                  </a:lnTo>
                  <a:lnTo>
                    <a:pt x="1374521" y="312254"/>
                  </a:lnTo>
                  <a:lnTo>
                    <a:pt x="1365605" y="350901"/>
                  </a:lnTo>
                  <a:lnTo>
                    <a:pt x="1342377" y="373227"/>
                  </a:lnTo>
                  <a:lnTo>
                    <a:pt x="1310157" y="383489"/>
                  </a:lnTo>
                  <a:lnTo>
                    <a:pt x="1274267" y="385965"/>
                  </a:lnTo>
                  <a:lnTo>
                    <a:pt x="1244638" y="385965"/>
                  </a:lnTo>
                  <a:lnTo>
                    <a:pt x="1244638" y="235445"/>
                  </a:lnTo>
                  <a:lnTo>
                    <a:pt x="1274267" y="235445"/>
                  </a:lnTo>
                  <a:lnTo>
                    <a:pt x="1315732" y="239458"/>
                  </a:lnTo>
                  <a:lnTo>
                    <a:pt x="1347330" y="252539"/>
                  </a:lnTo>
                  <a:lnTo>
                    <a:pt x="1367459" y="276275"/>
                  </a:lnTo>
                  <a:lnTo>
                    <a:pt x="1374521" y="312254"/>
                  </a:lnTo>
                  <a:lnTo>
                    <a:pt x="1374521" y="213499"/>
                  </a:lnTo>
                  <a:lnTo>
                    <a:pt x="1355598" y="208584"/>
                  </a:lnTo>
                  <a:lnTo>
                    <a:pt x="1355598" y="207352"/>
                  </a:lnTo>
                  <a:lnTo>
                    <a:pt x="1377581" y="197434"/>
                  </a:lnTo>
                  <a:lnTo>
                    <a:pt x="1396606" y="183591"/>
                  </a:lnTo>
                  <a:lnTo>
                    <a:pt x="1401330" y="180162"/>
                  </a:lnTo>
                  <a:lnTo>
                    <a:pt x="1420342" y="151638"/>
                  </a:lnTo>
                  <a:lnTo>
                    <a:pt x="1428127" y="108026"/>
                  </a:lnTo>
                  <a:lnTo>
                    <a:pt x="1416265" y="58699"/>
                  </a:lnTo>
                  <a:lnTo>
                    <a:pt x="1415465" y="55346"/>
                  </a:lnTo>
                  <a:lnTo>
                    <a:pt x="1384071" y="24676"/>
                  </a:lnTo>
                  <a:lnTo>
                    <a:pt x="1353096" y="13690"/>
                  </a:lnTo>
                  <a:lnTo>
                    <a:pt x="1353096" y="120523"/>
                  </a:lnTo>
                  <a:lnTo>
                    <a:pt x="1347076" y="153822"/>
                  </a:lnTo>
                  <a:lnTo>
                    <a:pt x="1330477" y="172897"/>
                  </a:lnTo>
                  <a:lnTo>
                    <a:pt x="1305471" y="181546"/>
                  </a:lnTo>
                  <a:lnTo>
                    <a:pt x="1274267" y="183591"/>
                  </a:lnTo>
                  <a:lnTo>
                    <a:pt x="1244638" y="183591"/>
                  </a:lnTo>
                  <a:lnTo>
                    <a:pt x="1244638" y="58699"/>
                  </a:lnTo>
                  <a:lnTo>
                    <a:pt x="1274267" y="58699"/>
                  </a:lnTo>
                  <a:lnTo>
                    <a:pt x="1306271" y="60794"/>
                  </a:lnTo>
                  <a:lnTo>
                    <a:pt x="1331175" y="69456"/>
                  </a:lnTo>
                  <a:lnTo>
                    <a:pt x="1347330" y="88201"/>
                  </a:lnTo>
                  <a:lnTo>
                    <a:pt x="1353096" y="120523"/>
                  </a:lnTo>
                  <a:lnTo>
                    <a:pt x="1353096" y="13690"/>
                  </a:lnTo>
                  <a:lnTo>
                    <a:pt x="1343812" y="10388"/>
                  </a:lnTo>
                  <a:lnTo>
                    <a:pt x="1304544" y="6870"/>
                  </a:lnTo>
                  <a:lnTo>
                    <a:pt x="1170901" y="6870"/>
                  </a:lnTo>
                  <a:lnTo>
                    <a:pt x="1170901" y="437781"/>
                  </a:lnTo>
                  <a:lnTo>
                    <a:pt x="1304544" y="437781"/>
                  </a:lnTo>
                  <a:lnTo>
                    <a:pt x="1343837" y="435571"/>
                  </a:lnTo>
                  <a:lnTo>
                    <a:pt x="1382826" y="426364"/>
                  </a:lnTo>
                  <a:lnTo>
                    <a:pt x="1416672" y="406349"/>
                  </a:lnTo>
                  <a:lnTo>
                    <a:pt x="1440535" y="371678"/>
                  </a:lnTo>
                  <a:lnTo>
                    <a:pt x="1449552" y="318503"/>
                  </a:lnTo>
                  <a:close/>
                </a:path>
                <a:path w="3334385" h="874394">
                  <a:moveTo>
                    <a:pt x="1843570" y="222326"/>
                  </a:moveTo>
                  <a:lnTo>
                    <a:pt x="1840941" y="170484"/>
                  </a:lnTo>
                  <a:lnTo>
                    <a:pt x="1832406" y="123355"/>
                  </a:lnTo>
                  <a:lnTo>
                    <a:pt x="1817014" y="82130"/>
                  </a:lnTo>
                  <a:lnTo>
                    <a:pt x="1796415" y="51828"/>
                  </a:lnTo>
                  <a:lnTo>
                    <a:pt x="1793811" y="47980"/>
                  </a:lnTo>
                  <a:lnTo>
                    <a:pt x="1762226" y="22453"/>
                  </a:lnTo>
                  <a:lnTo>
                    <a:pt x="1762226" y="222326"/>
                  </a:lnTo>
                  <a:lnTo>
                    <a:pt x="1759534" y="275310"/>
                  </a:lnTo>
                  <a:lnTo>
                    <a:pt x="1750364" y="321995"/>
                  </a:lnTo>
                  <a:lnTo>
                    <a:pt x="1733092" y="359244"/>
                  </a:lnTo>
                  <a:lnTo>
                    <a:pt x="1706067" y="383908"/>
                  </a:lnTo>
                  <a:lnTo>
                    <a:pt x="1667687" y="392823"/>
                  </a:lnTo>
                  <a:lnTo>
                    <a:pt x="1629029" y="383908"/>
                  </a:lnTo>
                  <a:lnTo>
                    <a:pt x="1601978" y="359244"/>
                  </a:lnTo>
                  <a:lnTo>
                    <a:pt x="1584782" y="321995"/>
                  </a:lnTo>
                  <a:lnTo>
                    <a:pt x="1575727" y="275310"/>
                  </a:lnTo>
                  <a:lnTo>
                    <a:pt x="1573098" y="222326"/>
                  </a:lnTo>
                  <a:lnTo>
                    <a:pt x="1575727" y="169341"/>
                  </a:lnTo>
                  <a:lnTo>
                    <a:pt x="1584782" y="122656"/>
                  </a:lnTo>
                  <a:lnTo>
                    <a:pt x="1601978" y="85407"/>
                  </a:lnTo>
                  <a:lnTo>
                    <a:pt x="1629029" y="60744"/>
                  </a:lnTo>
                  <a:lnTo>
                    <a:pt x="1667687" y="51828"/>
                  </a:lnTo>
                  <a:lnTo>
                    <a:pt x="1706067" y="60744"/>
                  </a:lnTo>
                  <a:lnTo>
                    <a:pt x="1733092" y="85407"/>
                  </a:lnTo>
                  <a:lnTo>
                    <a:pt x="1750364" y="122656"/>
                  </a:lnTo>
                  <a:lnTo>
                    <a:pt x="1759534" y="169341"/>
                  </a:lnTo>
                  <a:lnTo>
                    <a:pt x="1762226" y="222326"/>
                  </a:lnTo>
                  <a:lnTo>
                    <a:pt x="1762226" y="22453"/>
                  </a:lnTo>
                  <a:lnTo>
                    <a:pt x="1761820" y="22123"/>
                  </a:lnTo>
                  <a:lnTo>
                    <a:pt x="1720100" y="5727"/>
                  </a:lnTo>
                  <a:lnTo>
                    <a:pt x="1667687" y="0"/>
                  </a:lnTo>
                  <a:lnTo>
                    <a:pt x="1615071" y="5727"/>
                  </a:lnTo>
                  <a:lnTo>
                    <a:pt x="1573263" y="22123"/>
                  </a:lnTo>
                  <a:lnTo>
                    <a:pt x="1541284" y="47980"/>
                  </a:lnTo>
                  <a:lnTo>
                    <a:pt x="1518132" y="82130"/>
                  </a:lnTo>
                  <a:lnTo>
                    <a:pt x="1502816" y="123355"/>
                  </a:lnTo>
                  <a:lnTo>
                    <a:pt x="1494358" y="170484"/>
                  </a:lnTo>
                  <a:lnTo>
                    <a:pt x="1491767" y="222326"/>
                  </a:lnTo>
                  <a:lnTo>
                    <a:pt x="1494358" y="274167"/>
                  </a:lnTo>
                  <a:lnTo>
                    <a:pt x="1502816" y="321297"/>
                  </a:lnTo>
                  <a:lnTo>
                    <a:pt x="1518132" y="362521"/>
                  </a:lnTo>
                  <a:lnTo>
                    <a:pt x="1541284" y="396671"/>
                  </a:lnTo>
                  <a:lnTo>
                    <a:pt x="1573263" y="422529"/>
                  </a:lnTo>
                  <a:lnTo>
                    <a:pt x="1615071" y="438924"/>
                  </a:lnTo>
                  <a:lnTo>
                    <a:pt x="1667687" y="444652"/>
                  </a:lnTo>
                  <a:lnTo>
                    <a:pt x="1720100" y="438924"/>
                  </a:lnTo>
                  <a:lnTo>
                    <a:pt x="1761820" y="422529"/>
                  </a:lnTo>
                  <a:lnTo>
                    <a:pt x="1793811" y="396671"/>
                  </a:lnTo>
                  <a:lnTo>
                    <a:pt x="1796415" y="392823"/>
                  </a:lnTo>
                  <a:lnTo>
                    <a:pt x="1817014" y="362521"/>
                  </a:lnTo>
                  <a:lnTo>
                    <a:pt x="1832406" y="321297"/>
                  </a:lnTo>
                  <a:lnTo>
                    <a:pt x="1840941" y="274167"/>
                  </a:lnTo>
                  <a:lnTo>
                    <a:pt x="1843570" y="222326"/>
                  </a:lnTo>
                  <a:close/>
                </a:path>
                <a:path w="3334385" h="874394">
                  <a:moveTo>
                    <a:pt x="2215515" y="6870"/>
                  </a:moveTo>
                  <a:lnTo>
                    <a:pt x="2141778" y="6870"/>
                  </a:lnTo>
                  <a:lnTo>
                    <a:pt x="2141778" y="306006"/>
                  </a:lnTo>
                  <a:lnTo>
                    <a:pt x="2137829" y="340385"/>
                  </a:lnTo>
                  <a:lnTo>
                    <a:pt x="2124824" y="367919"/>
                  </a:lnTo>
                  <a:lnTo>
                    <a:pt x="2101075" y="386207"/>
                  </a:lnTo>
                  <a:lnTo>
                    <a:pt x="2064867" y="392823"/>
                  </a:lnTo>
                  <a:lnTo>
                    <a:pt x="2028291" y="386207"/>
                  </a:lnTo>
                  <a:lnTo>
                    <a:pt x="2004352" y="367919"/>
                  </a:lnTo>
                  <a:lnTo>
                    <a:pt x="1991283" y="340385"/>
                  </a:lnTo>
                  <a:lnTo>
                    <a:pt x="1987334" y="306006"/>
                  </a:lnTo>
                  <a:lnTo>
                    <a:pt x="1987334" y="6870"/>
                  </a:lnTo>
                  <a:lnTo>
                    <a:pt x="1913547" y="6870"/>
                  </a:lnTo>
                  <a:lnTo>
                    <a:pt x="1913547" y="306006"/>
                  </a:lnTo>
                  <a:lnTo>
                    <a:pt x="1920697" y="356882"/>
                  </a:lnTo>
                  <a:lnTo>
                    <a:pt x="1941029" y="395820"/>
                  </a:lnTo>
                  <a:lnTo>
                    <a:pt x="1972932" y="423189"/>
                  </a:lnTo>
                  <a:lnTo>
                    <a:pt x="2014753" y="439343"/>
                  </a:lnTo>
                  <a:lnTo>
                    <a:pt x="2064867" y="444652"/>
                  </a:lnTo>
                  <a:lnTo>
                    <a:pt x="2116353" y="439343"/>
                  </a:lnTo>
                  <a:lnTo>
                    <a:pt x="2158200" y="423189"/>
                  </a:lnTo>
                  <a:lnTo>
                    <a:pt x="2189353" y="395820"/>
                  </a:lnTo>
                  <a:lnTo>
                    <a:pt x="2208809" y="356882"/>
                  </a:lnTo>
                  <a:lnTo>
                    <a:pt x="2215515" y="306006"/>
                  </a:lnTo>
                  <a:lnTo>
                    <a:pt x="2215515" y="6870"/>
                  </a:lnTo>
                  <a:close/>
                </a:path>
                <a:path w="3334385" h="874394">
                  <a:moveTo>
                    <a:pt x="2591905" y="437781"/>
                  </a:moveTo>
                  <a:lnTo>
                    <a:pt x="2565412" y="316611"/>
                  </a:lnTo>
                  <a:lnTo>
                    <a:pt x="2557551" y="284302"/>
                  </a:lnTo>
                  <a:lnTo>
                    <a:pt x="2545550" y="256667"/>
                  </a:lnTo>
                  <a:lnTo>
                    <a:pt x="2541803" y="252907"/>
                  </a:lnTo>
                  <a:lnTo>
                    <a:pt x="2524087" y="235115"/>
                  </a:lnTo>
                  <a:lnTo>
                    <a:pt x="2487866" y="221081"/>
                  </a:lnTo>
                  <a:lnTo>
                    <a:pt x="2487866" y="219849"/>
                  </a:lnTo>
                  <a:lnTo>
                    <a:pt x="2520238" y="209308"/>
                  </a:lnTo>
                  <a:lnTo>
                    <a:pt x="2532913" y="201091"/>
                  </a:lnTo>
                  <a:lnTo>
                    <a:pt x="2547823" y="191414"/>
                  </a:lnTo>
                  <a:lnTo>
                    <a:pt x="2567025" y="162737"/>
                  </a:lnTo>
                  <a:lnTo>
                    <a:pt x="2574226" y="119900"/>
                  </a:lnTo>
                  <a:lnTo>
                    <a:pt x="2567533" y="75780"/>
                  </a:lnTo>
                  <a:lnTo>
                    <a:pt x="2557437" y="58686"/>
                  </a:lnTo>
                  <a:lnTo>
                    <a:pt x="2548572" y="43700"/>
                  </a:lnTo>
                  <a:lnTo>
                    <a:pt x="2518956" y="22377"/>
                  </a:lnTo>
                  <a:lnTo>
                    <a:pt x="2499233" y="16344"/>
                  </a:lnTo>
                  <a:lnTo>
                    <a:pt x="2499233" y="128016"/>
                  </a:lnTo>
                  <a:lnTo>
                    <a:pt x="2491016" y="166306"/>
                  </a:lnTo>
                  <a:lnTo>
                    <a:pt x="2469502" y="188429"/>
                  </a:lnTo>
                  <a:lnTo>
                    <a:pt x="2439365" y="198628"/>
                  </a:lnTo>
                  <a:lnTo>
                    <a:pt x="2405278" y="201091"/>
                  </a:lnTo>
                  <a:lnTo>
                    <a:pt x="2376246" y="201091"/>
                  </a:lnTo>
                  <a:lnTo>
                    <a:pt x="2376246" y="58686"/>
                  </a:lnTo>
                  <a:lnTo>
                    <a:pt x="2434310" y="58686"/>
                  </a:lnTo>
                  <a:lnTo>
                    <a:pt x="2461996" y="63195"/>
                  </a:lnTo>
                  <a:lnTo>
                    <a:pt x="2482354" y="76492"/>
                  </a:lnTo>
                  <a:lnTo>
                    <a:pt x="2494927" y="98221"/>
                  </a:lnTo>
                  <a:lnTo>
                    <a:pt x="2499233" y="128016"/>
                  </a:lnTo>
                  <a:lnTo>
                    <a:pt x="2499233" y="16344"/>
                  </a:lnTo>
                  <a:lnTo>
                    <a:pt x="2480322" y="10541"/>
                  </a:lnTo>
                  <a:lnTo>
                    <a:pt x="2434310" y="6883"/>
                  </a:lnTo>
                  <a:lnTo>
                    <a:pt x="2302535" y="6883"/>
                  </a:lnTo>
                  <a:lnTo>
                    <a:pt x="2302535" y="437781"/>
                  </a:lnTo>
                  <a:lnTo>
                    <a:pt x="2376246" y="437781"/>
                  </a:lnTo>
                  <a:lnTo>
                    <a:pt x="2376246" y="252907"/>
                  </a:lnTo>
                  <a:lnTo>
                    <a:pt x="2405278" y="252907"/>
                  </a:lnTo>
                  <a:lnTo>
                    <a:pt x="2445893" y="257594"/>
                  </a:lnTo>
                  <a:lnTo>
                    <a:pt x="2485504" y="301409"/>
                  </a:lnTo>
                  <a:lnTo>
                    <a:pt x="2496693" y="344741"/>
                  </a:lnTo>
                  <a:lnTo>
                    <a:pt x="2516860" y="437781"/>
                  </a:lnTo>
                  <a:lnTo>
                    <a:pt x="2591905" y="437781"/>
                  </a:lnTo>
                  <a:close/>
                </a:path>
                <a:path w="3334385" h="874394">
                  <a:moveTo>
                    <a:pt x="2981515" y="6883"/>
                  </a:moveTo>
                  <a:lnTo>
                    <a:pt x="2914053" y="6883"/>
                  </a:lnTo>
                  <a:lnTo>
                    <a:pt x="2914053" y="324142"/>
                  </a:lnTo>
                  <a:lnTo>
                    <a:pt x="2912795" y="324142"/>
                  </a:lnTo>
                  <a:lnTo>
                    <a:pt x="2745092" y="6883"/>
                  </a:lnTo>
                  <a:lnTo>
                    <a:pt x="2654312" y="6883"/>
                  </a:lnTo>
                  <a:lnTo>
                    <a:pt x="2654312" y="437781"/>
                  </a:lnTo>
                  <a:lnTo>
                    <a:pt x="2721737" y="437781"/>
                  </a:lnTo>
                  <a:lnTo>
                    <a:pt x="2721737" y="104914"/>
                  </a:lnTo>
                  <a:lnTo>
                    <a:pt x="2723045" y="104914"/>
                  </a:lnTo>
                  <a:lnTo>
                    <a:pt x="2898876" y="437781"/>
                  </a:lnTo>
                  <a:lnTo>
                    <a:pt x="2981515" y="437781"/>
                  </a:lnTo>
                  <a:lnTo>
                    <a:pt x="2981515" y="6883"/>
                  </a:lnTo>
                  <a:close/>
                </a:path>
                <a:path w="3334385" h="874394">
                  <a:moveTo>
                    <a:pt x="3333877" y="382193"/>
                  </a:moveTo>
                  <a:lnTo>
                    <a:pt x="3148546" y="382193"/>
                  </a:lnTo>
                  <a:lnTo>
                    <a:pt x="3148546" y="242493"/>
                  </a:lnTo>
                  <a:lnTo>
                    <a:pt x="3319424" y="242493"/>
                  </a:lnTo>
                  <a:lnTo>
                    <a:pt x="3319424" y="186613"/>
                  </a:lnTo>
                  <a:lnTo>
                    <a:pt x="3148546" y="186613"/>
                  </a:lnTo>
                  <a:lnTo>
                    <a:pt x="3148546" y="62153"/>
                  </a:lnTo>
                  <a:lnTo>
                    <a:pt x="3328860" y="62153"/>
                  </a:lnTo>
                  <a:lnTo>
                    <a:pt x="3328860" y="6273"/>
                  </a:lnTo>
                  <a:lnTo>
                    <a:pt x="3074809" y="6273"/>
                  </a:lnTo>
                  <a:lnTo>
                    <a:pt x="3074809" y="62153"/>
                  </a:lnTo>
                  <a:lnTo>
                    <a:pt x="3074809" y="186613"/>
                  </a:lnTo>
                  <a:lnTo>
                    <a:pt x="3074809" y="242493"/>
                  </a:lnTo>
                  <a:lnTo>
                    <a:pt x="3074809" y="382193"/>
                  </a:lnTo>
                  <a:lnTo>
                    <a:pt x="3074809" y="438073"/>
                  </a:lnTo>
                  <a:lnTo>
                    <a:pt x="3333877" y="438073"/>
                  </a:lnTo>
                  <a:lnTo>
                    <a:pt x="3333877" y="382193"/>
                  </a:lnTo>
                  <a:close/>
                </a:path>
              </a:pathLst>
            </a:custGeom>
            <a:solidFill>
              <a:srgbClr val="E31837"/>
            </a:solidFill>
          </p:spPr>
          <p:txBody>
            <a:bodyPr wrap="square" lIns="0" tIns="0" rIns="0" bIns="0" rtlCol="0"/>
            <a:lstStyle/>
            <a:p>
              <a:endParaRPr/>
            </a:p>
          </p:txBody>
        </p:sp>
        <p:pic>
          <p:nvPicPr>
            <p:cNvPr id="36" name="object 7">
              <a:extLst>
                <a:ext uri="{FF2B5EF4-FFF2-40B4-BE49-F238E27FC236}">
                  <a16:creationId xmlns:a16="http://schemas.microsoft.com/office/drawing/2014/main" id="{6B328694-6CD4-85DB-E555-52983B9BC6CC}"/>
                </a:ext>
              </a:extLst>
            </p:cNvPr>
            <p:cNvPicPr/>
            <p:nvPr userDrawn="1"/>
          </p:nvPicPr>
          <p:blipFill>
            <a:blip r:embed="rId5" cstate="print"/>
            <a:stretch>
              <a:fillRect/>
            </a:stretch>
          </p:blipFill>
          <p:spPr>
            <a:xfrm>
              <a:off x="2599460" y="1767088"/>
              <a:ext cx="141367" cy="186182"/>
            </a:xfrm>
            <a:prstGeom prst="rect">
              <a:avLst/>
            </a:prstGeom>
          </p:spPr>
        </p:pic>
        <p:sp>
          <p:nvSpPr>
            <p:cNvPr id="37" name="object 8">
              <a:extLst>
                <a:ext uri="{FF2B5EF4-FFF2-40B4-BE49-F238E27FC236}">
                  <a16:creationId xmlns:a16="http://schemas.microsoft.com/office/drawing/2014/main" id="{24CAD459-E0DF-9B36-639D-E22E1216EBE1}"/>
                </a:ext>
              </a:extLst>
            </p:cNvPr>
            <p:cNvSpPr/>
            <p:nvPr userDrawn="1"/>
          </p:nvSpPr>
          <p:spPr>
            <a:xfrm>
              <a:off x="3440722" y="1766817"/>
              <a:ext cx="1375410" cy="187325"/>
            </a:xfrm>
            <a:custGeom>
              <a:avLst/>
              <a:gdLst/>
              <a:ahLst/>
              <a:cxnLst/>
              <a:rect l="l" t="t" r="r" b="b"/>
              <a:pathLst>
                <a:path w="1375410" h="187325">
                  <a:moveTo>
                    <a:pt x="126123" y="127"/>
                  </a:moveTo>
                  <a:lnTo>
                    <a:pt x="0" y="127"/>
                  </a:lnTo>
                  <a:lnTo>
                    <a:pt x="0" y="24257"/>
                  </a:lnTo>
                  <a:lnTo>
                    <a:pt x="47167" y="24257"/>
                  </a:lnTo>
                  <a:lnTo>
                    <a:pt x="47167" y="186817"/>
                  </a:lnTo>
                  <a:lnTo>
                    <a:pt x="78994" y="186817"/>
                  </a:lnTo>
                  <a:lnTo>
                    <a:pt x="78994" y="24257"/>
                  </a:lnTo>
                  <a:lnTo>
                    <a:pt x="126123" y="24257"/>
                  </a:lnTo>
                  <a:lnTo>
                    <a:pt x="126123" y="127"/>
                  </a:lnTo>
                  <a:close/>
                </a:path>
                <a:path w="1375410" h="187325">
                  <a:moveTo>
                    <a:pt x="1374952" y="0"/>
                  </a:moveTo>
                  <a:lnTo>
                    <a:pt x="1343139" y="0"/>
                  </a:lnTo>
                  <a:lnTo>
                    <a:pt x="1343139" y="77470"/>
                  </a:lnTo>
                  <a:lnTo>
                    <a:pt x="1275511" y="77470"/>
                  </a:lnTo>
                  <a:lnTo>
                    <a:pt x="1275511" y="0"/>
                  </a:lnTo>
                  <a:lnTo>
                    <a:pt x="1243660" y="0"/>
                  </a:lnTo>
                  <a:lnTo>
                    <a:pt x="1243660" y="77470"/>
                  </a:lnTo>
                  <a:lnTo>
                    <a:pt x="1243660" y="101600"/>
                  </a:lnTo>
                  <a:lnTo>
                    <a:pt x="1243660" y="186690"/>
                  </a:lnTo>
                  <a:lnTo>
                    <a:pt x="1275511" y="186690"/>
                  </a:lnTo>
                  <a:lnTo>
                    <a:pt x="1275511" y="101600"/>
                  </a:lnTo>
                  <a:lnTo>
                    <a:pt x="1343139" y="101600"/>
                  </a:lnTo>
                  <a:lnTo>
                    <a:pt x="1343139" y="186690"/>
                  </a:lnTo>
                  <a:lnTo>
                    <a:pt x="1374952" y="186690"/>
                  </a:lnTo>
                  <a:lnTo>
                    <a:pt x="1374952" y="101600"/>
                  </a:lnTo>
                  <a:lnTo>
                    <a:pt x="1374952" y="77470"/>
                  </a:lnTo>
                  <a:lnTo>
                    <a:pt x="1374952" y="0"/>
                  </a:lnTo>
                  <a:close/>
                </a:path>
              </a:pathLst>
            </a:custGeom>
            <a:solidFill>
              <a:srgbClr val="E31837"/>
            </a:solidFill>
          </p:spPr>
          <p:txBody>
            <a:bodyPr wrap="square" lIns="0" tIns="0" rIns="0" bIns="0" rtlCol="0"/>
            <a:lstStyle/>
            <a:p>
              <a:endParaRPr/>
            </a:p>
          </p:txBody>
        </p:sp>
        <p:pic>
          <p:nvPicPr>
            <p:cNvPr id="38" name="object 9">
              <a:extLst>
                <a:ext uri="{FF2B5EF4-FFF2-40B4-BE49-F238E27FC236}">
                  <a16:creationId xmlns:a16="http://schemas.microsoft.com/office/drawing/2014/main" id="{54536452-6336-125A-63AA-EF8CAC61F98E}"/>
                </a:ext>
              </a:extLst>
            </p:cNvPr>
            <p:cNvPicPr/>
            <p:nvPr userDrawn="1"/>
          </p:nvPicPr>
          <p:blipFill>
            <a:blip r:embed="rId6" cstate="print"/>
            <a:stretch>
              <a:fillRect/>
            </a:stretch>
          </p:blipFill>
          <p:spPr>
            <a:xfrm>
              <a:off x="4864229" y="1767088"/>
              <a:ext cx="141367" cy="186182"/>
            </a:xfrm>
            <a:prstGeom prst="rect">
              <a:avLst/>
            </a:prstGeom>
          </p:spPr>
        </p:pic>
        <p:pic>
          <p:nvPicPr>
            <p:cNvPr id="39" name="object 10">
              <a:extLst>
                <a:ext uri="{FF2B5EF4-FFF2-40B4-BE49-F238E27FC236}">
                  <a16:creationId xmlns:a16="http://schemas.microsoft.com/office/drawing/2014/main" id="{46EEBE56-3C69-E2AB-AE0B-1AA9DB14D68F}"/>
                </a:ext>
              </a:extLst>
            </p:cNvPr>
            <p:cNvPicPr/>
            <p:nvPr userDrawn="1"/>
          </p:nvPicPr>
          <p:blipFill>
            <a:blip r:embed="rId7" cstate="print"/>
            <a:stretch>
              <a:fillRect/>
            </a:stretch>
          </p:blipFill>
          <p:spPr>
            <a:xfrm>
              <a:off x="4516890" y="1764139"/>
              <a:ext cx="137252" cy="192119"/>
            </a:xfrm>
            <a:prstGeom prst="rect">
              <a:avLst/>
            </a:prstGeom>
          </p:spPr>
        </p:pic>
        <p:sp>
          <p:nvSpPr>
            <p:cNvPr id="40" name="object 11">
              <a:extLst>
                <a:ext uri="{FF2B5EF4-FFF2-40B4-BE49-F238E27FC236}">
                  <a16:creationId xmlns:a16="http://schemas.microsoft.com/office/drawing/2014/main" id="{26BD7887-0FC5-4329-889A-3C164B74E8AC}"/>
                </a:ext>
              </a:extLst>
            </p:cNvPr>
            <p:cNvSpPr/>
            <p:nvPr userDrawn="1"/>
          </p:nvSpPr>
          <p:spPr>
            <a:xfrm>
              <a:off x="4220705" y="1766944"/>
              <a:ext cx="126364"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a:p>
          </p:txBody>
        </p:sp>
        <p:pic>
          <p:nvPicPr>
            <p:cNvPr id="41" name="object 12">
              <a:extLst>
                <a:ext uri="{FF2B5EF4-FFF2-40B4-BE49-F238E27FC236}">
                  <a16:creationId xmlns:a16="http://schemas.microsoft.com/office/drawing/2014/main" id="{B747E775-9BC1-19FD-7416-2538BA9D1297}"/>
                </a:ext>
              </a:extLst>
            </p:cNvPr>
            <p:cNvPicPr/>
            <p:nvPr userDrawn="1"/>
          </p:nvPicPr>
          <p:blipFill>
            <a:blip r:embed="rId8" cstate="print"/>
            <a:stretch>
              <a:fillRect/>
            </a:stretch>
          </p:blipFill>
          <p:spPr>
            <a:xfrm>
              <a:off x="5046193" y="1764136"/>
              <a:ext cx="152016" cy="192130"/>
            </a:xfrm>
            <a:prstGeom prst="rect">
              <a:avLst/>
            </a:prstGeom>
          </p:spPr>
        </p:pic>
        <p:sp>
          <p:nvSpPr>
            <p:cNvPr id="42" name="object 13">
              <a:extLst>
                <a:ext uri="{FF2B5EF4-FFF2-40B4-BE49-F238E27FC236}">
                  <a16:creationId xmlns:a16="http://schemas.microsoft.com/office/drawing/2014/main" id="{FC794EB0-8D97-4FC3-A4C9-EEB6E5E9D6E2}"/>
                </a:ext>
              </a:extLst>
            </p:cNvPr>
            <p:cNvSpPr/>
            <p:nvPr userDrawn="1"/>
          </p:nvSpPr>
          <p:spPr>
            <a:xfrm>
              <a:off x="4375201" y="1767223"/>
              <a:ext cx="11239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E31837"/>
            </a:solidFill>
          </p:spPr>
          <p:txBody>
            <a:bodyPr wrap="square" lIns="0" tIns="0" rIns="0" bIns="0" rtlCol="0"/>
            <a:lstStyle/>
            <a:p>
              <a:endParaRPr/>
            </a:p>
          </p:txBody>
        </p:sp>
        <p:pic>
          <p:nvPicPr>
            <p:cNvPr id="43" name="object 14">
              <a:extLst>
                <a:ext uri="{FF2B5EF4-FFF2-40B4-BE49-F238E27FC236}">
                  <a16:creationId xmlns:a16="http://schemas.microsoft.com/office/drawing/2014/main" id="{9D4A36C0-22C0-3B92-9062-17EFECC7D5BE}"/>
                </a:ext>
              </a:extLst>
            </p:cNvPr>
            <p:cNvPicPr/>
            <p:nvPr userDrawn="1"/>
          </p:nvPicPr>
          <p:blipFill>
            <a:blip r:embed="rId9" cstate="print"/>
            <a:stretch>
              <a:fillRect/>
            </a:stretch>
          </p:blipFill>
          <p:spPr>
            <a:xfrm>
              <a:off x="5539051" y="1764139"/>
              <a:ext cx="313532" cy="192119"/>
            </a:xfrm>
            <a:prstGeom prst="rect">
              <a:avLst/>
            </a:prstGeom>
          </p:spPr>
        </p:pic>
        <p:pic>
          <p:nvPicPr>
            <p:cNvPr id="44" name="object 15">
              <a:extLst>
                <a:ext uri="{FF2B5EF4-FFF2-40B4-BE49-F238E27FC236}">
                  <a16:creationId xmlns:a16="http://schemas.microsoft.com/office/drawing/2014/main" id="{03127218-CB3A-18B1-8710-71DF5FD13295}"/>
                </a:ext>
              </a:extLst>
            </p:cNvPr>
            <p:cNvPicPr/>
            <p:nvPr userDrawn="1"/>
          </p:nvPicPr>
          <p:blipFill>
            <a:blip r:embed="rId10" cstate="print"/>
            <a:stretch>
              <a:fillRect/>
            </a:stretch>
          </p:blipFill>
          <p:spPr>
            <a:xfrm>
              <a:off x="5239113" y="1764136"/>
              <a:ext cx="267220" cy="192130"/>
            </a:xfrm>
            <a:prstGeom prst="rect">
              <a:avLst/>
            </a:prstGeom>
          </p:spPr>
        </p:pic>
        <p:sp>
          <p:nvSpPr>
            <p:cNvPr id="45" name="object 16">
              <a:extLst>
                <a:ext uri="{FF2B5EF4-FFF2-40B4-BE49-F238E27FC236}">
                  <a16:creationId xmlns:a16="http://schemas.microsoft.com/office/drawing/2014/main" id="{D970208C-9D50-0ADD-2FB0-4A2E6E0AF5C6}"/>
                </a:ext>
              </a:extLst>
            </p:cNvPr>
            <p:cNvSpPr/>
            <p:nvPr userDrawn="1"/>
          </p:nvSpPr>
          <p:spPr>
            <a:xfrm>
              <a:off x="2778430" y="1764137"/>
              <a:ext cx="929005" cy="192405"/>
            </a:xfrm>
            <a:custGeom>
              <a:avLst/>
              <a:gdLst/>
              <a:ahLst/>
              <a:cxnLst/>
              <a:rect l="l" t="t" r="r" b="b"/>
              <a:pathLst>
                <a:path w="929004" h="192405">
                  <a:moveTo>
                    <a:pt x="124764" y="139230"/>
                  </a:moveTo>
                  <a:lnTo>
                    <a:pt x="110756" y="105498"/>
                  </a:lnTo>
                  <a:lnTo>
                    <a:pt x="79946" y="83553"/>
                  </a:lnTo>
                  <a:lnTo>
                    <a:pt x="49123" y="65963"/>
                  </a:lnTo>
                  <a:lnTo>
                    <a:pt x="35115" y="45300"/>
                  </a:lnTo>
                  <a:lnTo>
                    <a:pt x="37325" y="35001"/>
                  </a:lnTo>
                  <a:lnTo>
                    <a:pt x="43357" y="27863"/>
                  </a:lnTo>
                  <a:lnTo>
                    <a:pt x="52374" y="23710"/>
                  </a:lnTo>
                  <a:lnTo>
                    <a:pt x="63474" y="22364"/>
                  </a:lnTo>
                  <a:lnTo>
                    <a:pt x="77127" y="23533"/>
                  </a:lnTo>
                  <a:lnTo>
                    <a:pt x="89496" y="26479"/>
                  </a:lnTo>
                  <a:lnTo>
                    <a:pt x="100622" y="30327"/>
                  </a:lnTo>
                  <a:lnTo>
                    <a:pt x="110578" y="34226"/>
                  </a:lnTo>
                  <a:lnTo>
                    <a:pt x="110578" y="5118"/>
                  </a:lnTo>
                  <a:lnTo>
                    <a:pt x="103479" y="3759"/>
                  </a:lnTo>
                  <a:lnTo>
                    <a:pt x="92900" y="2057"/>
                  </a:lnTo>
                  <a:lnTo>
                    <a:pt x="79654" y="609"/>
                  </a:lnTo>
                  <a:lnTo>
                    <a:pt x="64579" y="0"/>
                  </a:lnTo>
                  <a:lnTo>
                    <a:pt x="39535" y="2844"/>
                  </a:lnTo>
                  <a:lnTo>
                    <a:pt x="18999" y="11569"/>
                  </a:lnTo>
                  <a:lnTo>
                    <a:pt x="5105" y="26517"/>
                  </a:lnTo>
                  <a:lnTo>
                    <a:pt x="0" y="48018"/>
                  </a:lnTo>
                  <a:lnTo>
                    <a:pt x="14008" y="79616"/>
                  </a:lnTo>
                  <a:lnTo>
                    <a:pt x="44831" y="100571"/>
                  </a:lnTo>
                  <a:lnTo>
                    <a:pt x="75653" y="119214"/>
                  </a:lnTo>
                  <a:lnTo>
                    <a:pt x="89662" y="143840"/>
                  </a:lnTo>
                  <a:lnTo>
                    <a:pt x="88023" y="153022"/>
                  </a:lnTo>
                  <a:lnTo>
                    <a:pt x="82562" y="161366"/>
                  </a:lnTo>
                  <a:lnTo>
                    <a:pt x="72402" y="167424"/>
                  </a:lnTo>
                  <a:lnTo>
                    <a:pt x="56667" y="169773"/>
                  </a:lnTo>
                  <a:lnTo>
                    <a:pt x="39916" y="167894"/>
                  </a:lnTo>
                  <a:lnTo>
                    <a:pt x="25400" y="163258"/>
                  </a:lnTo>
                  <a:lnTo>
                    <a:pt x="13246" y="157353"/>
                  </a:lnTo>
                  <a:lnTo>
                    <a:pt x="3581" y="151688"/>
                  </a:lnTo>
                  <a:lnTo>
                    <a:pt x="3581" y="184289"/>
                  </a:lnTo>
                  <a:lnTo>
                    <a:pt x="10680" y="186093"/>
                  </a:lnTo>
                  <a:lnTo>
                    <a:pt x="22606" y="188722"/>
                  </a:lnTo>
                  <a:lnTo>
                    <a:pt x="38011" y="191096"/>
                  </a:lnTo>
                  <a:lnTo>
                    <a:pt x="55562" y="192138"/>
                  </a:lnTo>
                  <a:lnTo>
                    <a:pt x="83616" y="188772"/>
                  </a:lnTo>
                  <a:lnTo>
                    <a:pt x="105486" y="178752"/>
                  </a:lnTo>
                  <a:lnTo>
                    <a:pt x="119697" y="162191"/>
                  </a:lnTo>
                  <a:lnTo>
                    <a:pt x="124764" y="139230"/>
                  </a:lnTo>
                  <a:close/>
                </a:path>
                <a:path w="929004" h="192405">
                  <a:moveTo>
                    <a:pt x="266407" y="2806"/>
                  </a:moveTo>
                  <a:lnTo>
                    <a:pt x="140322" y="2806"/>
                  </a:lnTo>
                  <a:lnTo>
                    <a:pt x="140322" y="26936"/>
                  </a:lnTo>
                  <a:lnTo>
                    <a:pt x="187452" y="26936"/>
                  </a:lnTo>
                  <a:lnTo>
                    <a:pt x="187452" y="189496"/>
                  </a:lnTo>
                  <a:lnTo>
                    <a:pt x="219303" y="189496"/>
                  </a:lnTo>
                  <a:lnTo>
                    <a:pt x="219303" y="26936"/>
                  </a:lnTo>
                  <a:lnTo>
                    <a:pt x="266407" y="26936"/>
                  </a:lnTo>
                  <a:lnTo>
                    <a:pt x="266407" y="2806"/>
                  </a:lnTo>
                  <a:close/>
                </a:path>
                <a:path w="929004" h="192405">
                  <a:moveTo>
                    <a:pt x="325831" y="2959"/>
                  </a:moveTo>
                  <a:lnTo>
                    <a:pt x="293979" y="2959"/>
                  </a:lnTo>
                  <a:lnTo>
                    <a:pt x="293979" y="189141"/>
                  </a:lnTo>
                  <a:lnTo>
                    <a:pt x="325831" y="189141"/>
                  </a:lnTo>
                  <a:lnTo>
                    <a:pt x="325831" y="2959"/>
                  </a:lnTo>
                  <a:close/>
                </a:path>
                <a:path w="929004" h="192405">
                  <a:moveTo>
                    <a:pt x="479475" y="2806"/>
                  </a:moveTo>
                  <a:lnTo>
                    <a:pt x="353390" y="2806"/>
                  </a:lnTo>
                  <a:lnTo>
                    <a:pt x="353390" y="26936"/>
                  </a:lnTo>
                  <a:lnTo>
                    <a:pt x="400481" y="26936"/>
                  </a:lnTo>
                  <a:lnTo>
                    <a:pt x="400481" y="189496"/>
                  </a:lnTo>
                  <a:lnTo>
                    <a:pt x="432333" y="189496"/>
                  </a:lnTo>
                  <a:lnTo>
                    <a:pt x="432333" y="26936"/>
                  </a:lnTo>
                  <a:lnTo>
                    <a:pt x="479475" y="26936"/>
                  </a:lnTo>
                  <a:lnTo>
                    <a:pt x="479475" y="2806"/>
                  </a:lnTo>
                  <a:close/>
                </a:path>
                <a:path w="929004" h="192405">
                  <a:moveTo>
                    <a:pt x="928725" y="165646"/>
                  </a:moveTo>
                  <a:lnTo>
                    <a:pt x="848601" y="165646"/>
                  </a:lnTo>
                  <a:lnTo>
                    <a:pt x="848601" y="104686"/>
                  </a:lnTo>
                  <a:lnTo>
                    <a:pt x="922464" y="104686"/>
                  </a:lnTo>
                  <a:lnTo>
                    <a:pt x="922464" y="80556"/>
                  </a:lnTo>
                  <a:lnTo>
                    <a:pt x="848601" y="80556"/>
                  </a:lnTo>
                  <a:lnTo>
                    <a:pt x="848601" y="27216"/>
                  </a:lnTo>
                  <a:lnTo>
                    <a:pt x="926528" y="27216"/>
                  </a:lnTo>
                  <a:lnTo>
                    <a:pt x="926528" y="3086"/>
                  </a:lnTo>
                  <a:lnTo>
                    <a:pt x="816749" y="3086"/>
                  </a:lnTo>
                  <a:lnTo>
                    <a:pt x="816749" y="27216"/>
                  </a:lnTo>
                  <a:lnTo>
                    <a:pt x="816749" y="80556"/>
                  </a:lnTo>
                  <a:lnTo>
                    <a:pt x="816749" y="104686"/>
                  </a:lnTo>
                  <a:lnTo>
                    <a:pt x="816749" y="165646"/>
                  </a:lnTo>
                  <a:lnTo>
                    <a:pt x="816749" y="189776"/>
                  </a:lnTo>
                  <a:lnTo>
                    <a:pt x="928725" y="189776"/>
                  </a:lnTo>
                  <a:lnTo>
                    <a:pt x="928725" y="165646"/>
                  </a:lnTo>
                  <a:close/>
                </a:path>
              </a:pathLst>
            </a:custGeom>
            <a:solidFill>
              <a:srgbClr val="E31837"/>
            </a:solidFill>
          </p:spPr>
          <p:txBody>
            <a:bodyPr wrap="square" lIns="0" tIns="0" rIns="0" bIns="0" rtlCol="0"/>
            <a:lstStyle/>
            <a:p>
              <a:endParaRPr/>
            </a:p>
          </p:txBody>
        </p:sp>
        <p:pic>
          <p:nvPicPr>
            <p:cNvPr id="46" name="object 17">
              <a:extLst>
                <a:ext uri="{FF2B5EF4-FFF2-40B4-BE49-F238E27FC236}">
                  <a16:creationId xmlns:a16="http://schemas.microsoft.com/office/drawing/2014/main" id="{5BC964EA-4E31-73E8-8A78-65302F44C288}"/>
                </a:ext>
              </a:extLst>
            </p:cNvPr>
            <p:cNvPicPr/>
            <p:nvPr userDrawn="1"/>
          </p:nvPicPr>
          <p:blipFill>
            <a:blip r:embed="rId11" cstate="print"/>
            <a:stretch>
              <a:fillRect/>
            </a:stretch>
          </p:blipFill>
          <p:spPr>
            <a:xfrm>
              <a:off x="3284086" y="1767088"/>
              <a:ext cx="130467" cy="189177"/>
            </a:xfrm>
            <a:prstGeom prst="rect">
              <a:avLst/>
            </a:prstGeom>
          </p:spPr>
        </p:pic>
        <p:sp>
          <p:nvSpPr>
            <p:cNvPr id="47" name="object 18">
              <a:extLst>
                <a:ext uri="{FF2B5EF4-FFF2-40B4-BE49-F238E27FC236}">
                  <a16:creationId xmlns:a16="http://schemas.microsoft.com/office/drawing/2014/main" id="{70D8A71D-326E-E07A-D7A8-5E13DB7DF757}"/>
                </a:ext>
              </a:extLst>
            </p:cNvPr>
            <p:cNvSpPr/>
            <p:nvPr userDrawn="1"/>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E31837"/>
            </a:solidFill>
          </p:spPr>
          <p:txBody>
            <a:bodyPr wrap="square" lIns="0" tIns="0" rIns="0" bIns="0" rtlCol="0"/>
            <a:lstStyle/>
            <a:p>
              <a:endParaRPr/>
            </a:p>
          </p:txBody>
        </p:sp>
        <p:pic>
          <p:nvPicPr>
            <p:cNvPr id="48" name="object 19">
              <a:extLst>
                <a:ext uri="{FF2B5EF4-FFF2-40B4-BE49-F238E27FC236}">
                  <a16:creationId xmlns:a16="http://schemas.microsoft.com/office/drawing/2014/main" id="{359AF733-51E9-5A89-073C-8EE2E1BA0399}"/>
                </a:ext>
              </a:extLst>
            </p:cNvPr>
            <p:cNvPicPr/>
            <p:nvPr userDrawn="1"/>
          </p:nvPicPr>
          <p:blipFill>
            <a:blip r:embed="rId12" cstate="print"/>
            <a:stretch>
              <a:fillRect/>
            </a:stretch>
          </p:blipFill>
          <p:spPr>
            <a:xfrm>
              <a:off x="3820237" y="1764136"/>
              <a:ext cx="151984" cy="192130"/>
            </a:xfrm>
            <a:prstGeom prst="rect">
              <a:avLst/>
            </a:prstGeom>
          </p:spPr>
        </p:pic>
        <p:sp>
          <p:nvSpPr>
            <p:cNvPr id="49" name="object 20">
              <a:extLst>
                <a:ext uri="{FF2B5EF4-FFF2-40B4-BE49-F238E27FC236}">
                  <a16:creationId xmlns:a16="http://schemas.microsoft.com/office/drawing/2014/main" id="{031D4199-8AED-5EEC-1B7A-FE2F983182F7}"/>
                </a:ext>
              </a:extLst>
            </p:cNvPr>
            <p:cNvSpPr/>
            <p:nvPr userDrawn="1"/>
          </p:nvSpPr>
          <p:spPr>
            <a:xfrm>
              <a:off x="2519912" y="1630913"/>
              <a:ext cx="3333115" cy="25400"/>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E31837"/>
            </a:solidFill>
          </p:spPr>
          <p:txBody>
            <a:bodyPr wrap="square" lIns="0" tIns="0" rIns="0" bIns="0" rtlCol="0"/>
            <a:lstStyle/>
            <a:p>
              <a:endParaRPr/>
            </a:p>
          </p:txBody>
        </p:sp>
        <p:pic>
          <p:nvPicPr>
            <p:cNvPr id="50" name="object 21">
              <a:extLst>
                <a:ext uri="{FF2B5EF4-FFF2-40B4-BE49-F238E27FC236}">
                  <a16:creationId xmlns:a16="http://schemas.microsoft.com/office/drawing/2014/main" id="{14EFB97D-2CBA-6156-D25E-ACE359FB705D}"/>
                </a:ext>
              </a:extLst>
            </p:cNvPr>
            <p:cNvPicPr/>
            <p:nvPr userDrawn="1"/>
          </p:nvPicPr>
          <p:blipFill>
            <a:blip r:embed="rId13" cstate="print"/>
            <a:stretch>
              <a:fillRect/>
            </a:stretch>
          </p:blipFill>
          <p:spPr>
            <a:xfrm>
              <a:off x="873663" y="691082"/>
              <a:ext cx="1476939" cy="1713220"/>
            </a:xfrm>
            <a:prstGeom prst="rect">
              <a:avLst/>
            </a:prstGeom>
          </p:spPr>
        </p:pic>
      </p:grpSp>
      <p:sp>
        <p:nvSpPr>
          <p:cNvPr id="55" name="bg object 16">
            <a:extLst>
              <a:ext uri="{FF2B5EF4-FFF2-40B4-BE49-F238E27FC236}">
                <a16:creationId xmlns:a16="http://schemas.microsoft.com/office/drawing/2014/main" id="{60A3B425-9739-5650-FBE0-446E20D51903}"/>
              </a:ext>
            </a:extLst>
          </p:cNvPr>
          <p:cNvSpPr/>
          <p:nvPr userDrawn="1"/>
        </p:nvSpPr>
        <p:spPr>
          <a:xfrm>
            <a:off x="0" y="10240526"/>
            <a:ext cx="15079663" cy="1068070"/>
          </a:xfrm>
          <a:custGeom>
            <a:avLst/>
            <a:gdLst/>
            <a:ahLst/>
            <a:cxnLst/>
            <a:rect l="l" t="t" r="r" b="b"/>
            <a:pathLst>
              <a:path w="20104100" h="1068070">
                <a:moveTo>
                  <a:pt x="20104099" y="0"/>
                </a:moveTo>
                <a:lnTo>
                  <a:pt x="0" y="0"/>
                </a:lnTo>
                <a:lnTo>
                  <a:pt x="0" y="1068030"/>
                </a:lnTo>
                <a:lnTo>
                  <a:pt x="20104099" y="1068030"/>
                </a:lnTo>
                <a:lnTo>
                  <a:pt x="20104099" y="0"/>
                </a:lnTo>
                <a:close/>
              </a:path>
            </a:pathLst>
          </a:custGeom>
          <a:solidFill>
            <a:srgbClr val="E41E35"/>
          </a:solidFill>
        </p:spPr>
        <p:txBody>
          <a:bodyPr wrap="square" lIns="0" tIns="0" rIns="0" bIns="0" rtlCol="0"/>
          <a:lstStyle/>
          <a:p>
            <a:endParaRPr/>
          </a:p>
        </p:txBody>
      </p:sp>
      <p:sp>
        <p:nvSpPr>
          <p:cNvPr id="53" name="object 25">
            <a:extLst>
              <a:ext uri="{FF2B5EF4-FFF2-40B4-BE49-F238E27FC236}">
                <a16:creationId xmlns:a16="http://schemas.microsoft.com/office/drawing/2014/main" id="{741453CF-5914-BABD-B4FA-2C45A596E6D6}"/>
              </a:ext>
            </a:extLst>
          </p:cNvPr>
          <p:cNvSpPr txBox="1"/>
          <p:nvPr userDrawn="1"/>
        </p:nvSpPr>
        <p:spPr>
          <a:xfrm>
            <a:off x="642355" y="10467654"/>
            <a:ext cx="2140017" cy="349519"/>
          </a:xfrm>
          <a:prstGeom prst="rect">
            <a:avLst/>
          </a:prstGeom>
        </p:spPr>
        <p:txBody>
          <a:bodyPr vert="horz" wrap="square" lIns="0" tIns="32388" rIns="0" bIns="0" rtlCol="0">
            <a:spAutoFit/>
          </a:bodyPr>
          <a:lstStyle/>
          <a:p>
            <a:pPr marL="9526">
              <a:lnSpc>
                <a:spcPct val="100000"/>
              </a:lnSpc>
              <a:spcBef>
                <a:spcPts val="255"/>
              </a:spcBef>
            </a:pPr>
            <a:r>
              <a:rPr sz="1988" b="1" spc="206" dirty="0">
                <a:solidFill>
                  <a:srgbClr val="FFFFFF"/>
                </a:solidFill>
                <a:latin typeface="Palatino Linotype"/>
                <a:cs typeface="Palatino Linotype"/>
              </a:rPr>
              <a:t>&gt;</a:t>
            </a:r>
            <a:r>
              <a:rPr sz="1988" b="1" spc="-90" dirty="0">
                <a:solidFill>
                  <a:srgbClr val="FFFFFF"/>
                </a:solidFill>
                <a:latin typeface="Palatino Linotype"/>
                <a:cs typeface="Palatino Linotype"/>
              </a:rPr>
              <a:t> </a:t>
            </a:r>
            <a:r>
              <a:rPr sz="1988" b="1" spc="-8" dirty="0">
                <a:solidFill>
                  <a:srgbClr val="FFFFFF"/>
                </a:solidFill>
                <a:latin typeface="Palatino Linotype"/>
                <a:cs typeface="Palatino Linotype"/>
              </a:rPr>
              <a:t>www.mit.edu.au</a:t>
            </a:r>
            <a:endParaRPr sz="1988" dirty="0">
              <a:latin typeface="Palatino Linotype"/>
              <a:cs typeface="Palatino Linotype"/>
            </a:endParaRPr>
          </a:p>
        </p:txBody>
      </p:sp>
      <p:sp>
        <p:nvSpPr>
          <p:cNvPr id="58" name="Text Placeholder 57">
            <a:extLst>
              <a:ext uri="{FF2B5EF4-FFF2-40B4-BE49-F238E27FC236}">
                <a16:creationId xmlns:a16="http://schemas.microsoft.com/office/drawing/2014/main" id="{A31AD4CA-FCF3-5106-3B69-A2C67C2768BA}"/>
              </a:ext>
            </a:extLst>
          </p:cNvPr>
          <p:cNvSpPr>
            <a:spLocks noGrp="1"/>
          </p:cNvSpPr>
          <p:nvPr>
            <p:ph type="body" sz="quarter" idx="10" hasCustomPrompt="1"/>
          </p:nvPr>
        </p:nvSpPr>
        <p:spPr>
          <a:xfrm>
            <a:off x="685656" y="5037862"/>
            <a:ext cx="7449646" cy="761875"/>
          </a:xfrm>
          <a:prstGeom prst="rect">
            <a:avLst/>
          </a:prstGeom>
        </p:spPr>
        <p:txBody>
          <a:bodyPr wrap="square" lIns="0" tIns="0" rIns="0" bIns="0">
            <a:spAutoFit/>
          </a:bodyPr>
          <a:lstStyle>
            <a:lvl1pPr>
              <a:defRPr sz="4951"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Sub heading</a:t>
            </a:r>
          </a:p>
        </p:txBody>
      </p:sp>
      <p:sp>
        <p:nvSpPr>
          <p:cNvPr id="59" name="Text Placeholder 57">
            <a:extLst>
              <a:ext uri="{FF2B5EF4-FFF2-40B4-BE49-F238E27FC236}">
                <a16:creationId xmlns:a16="http://schemas.microsoft.com/office/drawing/2014/main" id="{DE96F4EA-4BA6-B375-B65B-9FC43B9689CC}"/>
              </a:ext>
            </a:extLst>
          </p:cNvPr>
          <p:cNvSpPr>
            <a:spLocks noGrp="1"/>
          </p:cNvSpPr>
          <p:nvPr>
            <p:ph type="body" sz="quarter" idx="11" hasCustomPrompt="1"/>
          </p:nvPr>
        </p:nvSpPr>
        <p:spPr>
          <a:xfrm>
            <a:off x="685656" y="6416675"/>
            <a:ext cx="7449646" cy="2389372"/>
          </a:xfrm>
          <a:prstGeom prst="rect">
            <a:avLst/>
          </a:prstGeom>
        </p:spPr>
        <p:txBody>
          <a:bodyPr wrap="square" lIns="0" tIns="0" rIns="0" bIns="0">
            <a:spAutoFit/>
          </a:bodyPr>
          <a:lstStyle>
            <a:lvl1pPr>
              <a:lnSpc>
                <a:spcPct val="90000"/>
              </a:lnSpc>
              <a:defRPr sz="8626" b="1">
                <a:solidFill>
                  <a:srgbClr val="E31837"/>
                </a:solidFill>
                <a:latin typeface="Playfair Display"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Main title can</a:t>
            </a:r>
          </a:p>
          <a:p>
            <a:pPr lvl="0"/>
            <a:r>
              <a:rPr lang="en-US" dirty="0"/>
              <a:t>go in here</a:t>
            </a:r>
          </a:p>
        </p:txBody>
      </p:sp>
      <p:sp>
        <p:nvSpPr>
          <p:cNvPr id="4" name="object 24">
            <a:extLst>
              <a:ext uri="{FF2B5EF4-FFF2-40B4-BE49-F238E27FC236}">
                <a16:creationId xmlns:a16="http://schemas.microsoft.com/office/drawing/2014/main" id="{DBBB8701-F39E-A4A9-C5B8-526A53134FE0}"/>
              </a:ext>
            </a:extLst>
          </p:cNvPr>
          <p:cNvSpPr txBox="1"/>
          <p:nvPr userDrawn="1"/>
        </p:nvSpPr>
        <p:spPr>
          <a:xfrm>
            <a:off x="10940629" y="10505577"/>
            <a:ext cx="3771738" cy="537968"/>
          </a:xfrm>
          <a:prstGeom prst="rect">
            <a:avLst/>
          </a:prstGeom>
        </p:spPr>
        <p:txBody>
          <a:bodyPr vert="horz" wrap="none" lIns="0" tIns="1905" rIns="0" bIns="0" rtlCol="0" anchor="ctr">
            <a:spAutoFit/>
          </a:bodyPr>
          <a:lstStyle/>
          <a:p>
            <a:pPr marR="4763" algn="r">
              <a:lnSpc>
                <a:spcPct val="100000"/>
              </a:lnSpc>
              <a:spcBef>
                <a:spcPts val="15"/>
              </a:spcBef>
            </a:pPr>
            <a:r>
              <a:rPr sz="1050" spc="-15" dirty="0">
                <a:solidFill>
                  <a:srgbClr val="FFFFFF"/>
                </a:solidFill>
                <a:latin typeface="Roboto" panose="02000000000000000000" pitchFamily="2" charset="0"/>
                <a:ea typeface="Roboto" panose="02000000000000000000" pitchFamily="2" charset="0"/>
                <a:cs typeface="Roboto" panose="02000000000000000000" pitchFamily="2" charset="0"/>
              </a:rPr>
              <a:t>CRICOS</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Provider</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Code</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01545C</a:t>
            </a:r>
            <a:r>
              <a:rPr sz="1050" spc="5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56" dirty="0">
                <a:solidFill>
                  <a:srgbClr val="FFFFFF"/>
                </a:solidFill>
                <a:latin typeface="Roboto" panose="02000000000000000000" pitchFamily="2" charset="0"/>
                <a:ea typeface="Roboto" panose="02000000000000000000" pitchFamily="2" charset="0"/>
                <a:cs typeface="Roboto" panose="02000000000000000000" pitchFamily="2" charset="0"/>
              </a:rPr>
              <a:t>and</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03245K</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19" dirty="0">
                <a:solidFill>
                  <a:srgbClr val="FFFFFF"/>
                </a:solidFill>
                <a:latin typeface="Roboto" panose="02000000000000000000" pitchFamily="2" charset="0"/>
                <a:ea typeface="Roboto" panose="02000000000000000000" pitchFamily="2" charset="0"/>
                <a:cs typeface="Roboto" panose="02000000000000000000" pitchFamily="2" charset="0"/>
              </a:rPr>
              <a:t>NSW</a:t>
            </a:r>
            <a:endParaRPr sz="1050" dirty="0">
              <a:latin typeface="Roboto" panose="02000000000000000000" pitchFamily="2" charset="0"/>
              <a:ea typeface="Roboto" panose="02000000000000000000" pitchFamily="2" charset="0"/>
              <a:cs typeface="Roboto" panose="02000000000000000000" pitchFamily="2" charset="0"/>
            </a:endParaRPr>
          </a:p>
          <a:p>
            <a:pPr marR="4287" algn="r">
              <a:lnSpc>
                <a:spcPct val="100000"/>
              </a:lnSpc>
              <a:spcBef>
                <a:spcPts val="203"/>
              </a:spcBef>
            </a:pPr>
            <a:r>
              <a:rPr sz="1050" dirty="0">
                <a:solidFill>
                  <a:srgbClr val="FFFFFF"/>
                </a:solidFill>
                <a:latin typeface="Roboto" panose="02000000000000000000" pitchFamily="2" charset="0"/>
                <a:ea typeface="Roboto" panose="02000000000000000000" pitchFamily="2" charset="0"/>
                <a:cs typeface="Roboto" panose="02000000000000000000" pitchFamily="2" charset="0"/>
              </a:rPr>
              <a:t>TEQSA</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Provider</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Code</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26" dirty="0">
                <a:solidFill>
                  <a:srgbClr val="FFFFFF"/>
                </a:solidFill>
                <a:latin typeface="Roboto" panose="02000000000000000000" pitchFamily="2" charset="0"/>
                <a:ea typeface="Roboto" panose="02000000000000000000" pitchFamily="2" charset="0"/>
                <a:cs typeface="Roboto" panose="02000000000000000000" pitchFamily="2" charset="0"/>
              </a:rPr>
              <a:t>12138</a:t>
            </a:r>
            <a:endParaRPr sz="1050" dirty="0">
              <a:latin typeface="Roboto" panose="02000000000000000000" pitchFamily="2" charset="0"/>
              <a:ea typeface="Roboto" panose="02000000000000000000" pitchFamily="2" charset="0"/>
              <a:cs typeface="Roboto" panose="02000000000000000000" pitchFamily="2" charset="0"/>
            </a:endParaRPr>
          </a:p>
          <a:p>
            <a:pPr marL="9526" algn="r">
              <a:lnSpc>
                <a:spcPct val="100000"/>
              </a:lnSpc>
              <a:spcBef>
                <a:spcPts val="203"/>
              </a:spcBef>
            </a:pP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41" dirty="0">
                <a:solidFill>
                  <a:srgbClr val="FFFFFF"/>
                </a:solidFill>
                <a:latin typeface="Roboto" panose="02000000000000000000" pitchFamily="2" charset="0"/>
                <a:ea typeface="Roboto" panose="02000000000000000000" pitchFamily="2" charset="0"/>
                <a:cs typeface="Roboto" panose="02000000000000000000" pitchFamily="2" charset="0"/>
              </a:rPr>
              <a:t>2023</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Melbourne</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Institute</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of</a:t>
            </a:r>
            <a:r>
              <a:rPr sz="1050" spc="56"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Technology.</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All</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rights</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reserved</a:t>
            </a:r>
            <a:endParaRPr sz="105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3688718"/>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186563559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7" name="object 2">
            <a:extLst>
              <a:ext uri="{FF2B5EF4-FFF2-40B4-BE49-F238E27FC236}">
                <a16:creationId xmlns:a16="http://schemas.microsoft.com/office/drawing/2014/main" id="{1B3AA414-1508-48FA-9135-B038A72ECCE0}"/>
              </a:ext>
            </a:extLst>
          </p:cNvPr>
          <p:cNvSpPr/>
          <p:nvPr userDrawn="1"/>
        </p:nvSpPr>
        <p:spPr>
          <a:xfrm>
            <a:off x="0" y="1"/>
            <a:ext cx="15079663"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60C0C4"/>
          </a:solidFill>
        </p:spPr>
        <p:txBody>
          <a:bodyPr wrap="square" lIns="0" tIns="0" rIns="0" bIns="0" rtlCol="0"/>
          <a:lstStyle/>
          <a:p>
            <a:endParaRPr/>
          </a:p>
        </p:txBody>
      </p:sp>
      <p:sp>
        <p:nvSpPr>
          <p:cNvPr id="32" name="object 3">
            <a:extLst>
              <a:ext uri="{FF2B5EF4-FFF2-40B4-BE49-F238E27FC236}">
                <a16:creationId xmlns:a16="http://schemas.microsoft.com/office/drawing/2014/main" id="{434AAED9-B62B-B375-E14A-852E61CA9036}"/>
              </a:ext>
            </a:extLst>
          </p:cNvPr>
          <p:cNvSpPr/>
          <p:nvPr/>
        </p:nvSpPr>
        <p:spPr>
          <a:xfrm>
            <a:off x="0" y="0"/>
            <a:ext cx="15079663" cy="10247630"/>
          </a:xfrm>
          <a:custGeom>
            <a:avLst/>
            <a:gdLst/>
            <a:ahLst/>
            <a:cxnLst/>
            <a:rect l="l" t="t" r="r" b="b"/>
            <a:pathLst>
              <a:path w="20104100" h="10247630">
                <a:moveTo>
                  <a:pt x="20104099" y="0"/>
                </a:moveTo>
                <a:lnTo>
                  <a:pt x="0" y="0"/>
                </a:lnTo>
                <a:lnTo>
                  <a:pt x="0" y="10247311"/>
                </a:lnTo>
                <a:lnTo>
                  <a:pt x="20104099" y="10247311"/>
                </a:lnTo>
                <a:lnTo>
                  <a:pt x="20104099" y="0"/>
                </a:lnTo>
                <a:close/>
              </a:path>
            </a:pathLst>
          </a:custGeom>
          <a:solidFill>
            <a:srgbClr val="60C0C4"/>
          </a:solidFill>
        </p:spPr>
        <p:txBody>
          <a:bodyPr wrap="square" lIns="0" tIns="0" rIns="0" bIns="0" rtlCol="0"/>
          <a:lstStyle/>
          <a:p>
            <a:endParaRPr/>
          </a:p>
        </p:txBody>
      </p:sp>
      <p:sp>
        <p:nvSpPr>
          <p:cNvPr id="33" name="object 4">
            <a:extLst>
              <a:ext uri="{FF2B5EF4-FFF2-40B4-BE49-F238E27FC236}">
                <a16:creationId xmlns:a16="http://schemas.microsoft.com/office/drawing/2014/main" id="{0464F81E-0D94-7970-4586-7B2C50EA2ED6}"/>
              </a:ext>
            </a:extLst>
          </p:cNvPr>
          <p:cNvSpPr/>
          <p:nvPr/>
        </p:nvSpPr>
        <p:spPr>
          <a:xfrm>
            <a:off x="11294039" y="5"/>
            <a:ext cx="3785634" cy="5252720"/>
          </a:xfrm>
          <a:custGeom>
            <a:avLst/>
            <a:gdLst/>
            <a:ahLst/>
            <a:cxnLst/>
            <a:rect l="l" t="t" r="r" b="b"/>
            <a:pathLst>
              <a:path w="5046980" h="5252720">
                <a:moveTo>
                  <a:pt x="5046954" y="1640128"/>
                </a:moveTo>
                <a:lnTo>
                  <a:pt x="2470353" y="1640128"/>
                </a:lnTo>
                <a:lnTo>
                  <a:pt x="2470353" y="2341143"/>
                </a:lnTo>
                <a:lnTo>
                  <a:pt x="0" y="2341143"/>
                </a:lnTo>
                <a:lnTo>
                  <a:pt x="0" y="3344583"/>
                </a:lnTo>
                <a:lnTo>
                  <a:pt x="2470353" y="3344583"/>
                </a:lnTo>
                <a:lnTo>
                  <a:pt x="2470353" y="3778897"/>
                </a:lnTo>
                <a:lnTo>
                  <a:pt x="0" y="3778897"/>
                </a:lnTo>
                <a:lnTo>
                  <a:pt x="0" y="4901069"/>
                </a:lnTo>
                <a:lnTo>
                  <a:pt x="2470353" y="4901069"/>
                </a:lnTo>
                <a:lnTo>
                  <a:pt x="2470353" y="5252466"/>
                </a:lnTo>
                <a:lnTo>
                  <a:pt x="5046954" y="5252466"/>
                </a:lnTo>
                <a:lnTo>
                  <a:pt x="5046954" y="4549673"/>
                </a:lnTo>
                <a:lnTo>
                  <a:pt x="2470353" y="4549673"/>
                </a:lnTo>
                <a:lnTo>
                  <a:pt x="2470353" y="3907155"/>
                </a:lnTo>
                <a:lnTo>
                  <a:pt x="5046954" y="3907155"/>
                </a:lnTo>
                <a:lnTo>
                  <a:pt x="5046954" y="3087255"/>
                </a:lnTo>
                <a:lnTo>
                  <a:pt x="2470353" y="3087255"/>
                </a:lnTo>
                <a:lnTo>
                  <a:pt x="2470353" y="2612758"/>
                </a:lnTo>
                <a:lnTo>
                  <a:pt x="5046954" y="2612758"/>
                </a:lnTo>
                <a:lnTo>
                  <a:pt x="5046954" y="1640128"/>
                </a:lnTo>
                <a:close/>
              </a:path>
              <a:path w="5046980" h="5252720">
                <a:moveTo>
                  <a:pt x="5046954" y="0"/>
                </a:moveTo>
                <a:lnTo>
                  <a:pt x="2470353" y="0"/>
                </a:lnTo>
                <a:lnTo>
                  <a:pt x="2470353" y="1216393"/>
                </a:lnTo>
                <a:lnTo>
                  <a:pt x="5046954" y="1228255"/>
                </a:lnTo>
                <a:lnTo>
                  <a:pt x="5046954" y="0"/>
                </a:lnTo>
                <a:close/>
              </a:path>
            </a:pathLst>
          </a:custGeom>
          <a:solidFill>
            <a:srgbClr val="FFFFFF"/>
          </a:solidFill>
        </p:spPr>
        <p:txBody>
          <a:bodyPr wrap="square" lIns="0" tIns="0" rIns="0" bIns="0" rtlCol="0"/>
          <a:lstStyle/>
          <a:p>
            <a:endParaRPr/>
          </a:p>
        </p:txBody>
      </p:sp>
      <p:sp>
        <p:nvSpPr>
          <p:cNvPr id="34" name="object 5">
            <a:extLst>
              <a:ext uri="{FF2B5EF4-FFF2-40B4-BE49-F238E27FC236}">
                <a16:creationId xmlns:a16="http://schemas.microsoft.com/office/drawing/2014/main" id="{1C38393B-1523-D866-7499-3E300AAD2F4E}"/>
              </a:ext>
            </a:extLst>
          </p:cNvPr>
          <p:cNvSpPr/>
          <p:nvPr/>
        </p:nvSpPr>
        <p:spPr>
          <a:xfrm>
            <a:off x="11294039" y="872067"/>
            <a:ext cx="1853284" cy="886460"/>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rgbClr val="DB002E"/>
          </a:solidFill>
        </p:spPr>
        <p:txBody>
          <a:bodyPr wrap="square" lIns="0" tIns="0" rIns="0" bIns="0" rtlCol="0"/>
          <a:lstStyle/>
          <a:p>
            <a:endParaRPr/>
          </a:p>
        </p:txBody>
      </p:sp>
      <p:sp>
        <p:nvSpPr>
          <p:cNvPr id="2" name="Text Placeholder 57">
            <a:extLst>
              <a:ext uri="{FF2B5EF4-FFF2-40B4-BE49-F238E27FC236}">
                <a16:creationId xmlns:a16="http://schemas.microsoft.com/office/drawing/2014/main" id="{C8BCAF28-E290-9733-E07E-0232C9C6A3E7}"/>
              </a:ext>
            </a:extLst>
          </p:cNvPr>
          <p:cNvSpPr>
            <a:spLocks noGrp="1"/>
          </p:cNvSpPr>
          <p:nvPr userDrawn="1">
            <p:ph type="body" sz="quarter" idx="10" hasCustomPrompt="1"/>
          </p:nvPr>
        </p:nvSpPr>
        <p:spPr>
          <a:xfrm>
            <a:off x="1027619" y="7664454"/>
            <a:ext cx="3594875" cy="346249"/>
          </a:xfrm>
          <a:prstGeom prst="rect">
            <a:avLst/>
          </a:prstGeom>
        </p:spPr>
        <p:txBody>
          <a:bodyPr wrap="square" lIns="0" tIns="0" rIns="0" bIns="0">
            <a:spAutoFit/>
          </a:bodyPr>
          <a:lstStyle>
            <a:lvl1pPr>
              <a:defRPr lang="en-US" sz="2250" b="1" dirty="0">
                <a:solidFill>
                  <a:schemeClr val="bg1"/>
                </a:solidFill>
                <a:latin typeface="Playfair Display" pitchFamily="2" charset="0"/>
                <a:ea typeface="Roboto" panose="02000000000000000000" pitchFamily="2" charset="0"/>
                <a:cs typeface="+mn-cs"/>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marL="0" lvl="0"/>
            <a:r>
              <a:rPr lang="en-US" dirty="0"/>
              <a:t>Professor John Doe</a:t>
            </a:r>
          </a:p>
        </p:txBody>
      </p:sp>
      <p:sp>
        <p:nvSpPr>
          <p:cNvPr id="4" name="object 45">
            <a:extLst>
              <a:ext uri="{FF2B5EF4-FFF2-40B4-BE49-F238E27FC236}">
                <a16:creationId xmlns:a16="http://schemas.microsoft.com/office/drawing/2014/main" id="{F14B34CC-3C8D-F079-E04E-4882EDD21431}"/>
              </a:ext>
            </a:extLst>
          </p:cNvPr>
          <p:cNvSpPr txBox="1"/>
          <p:nvPr userDrawn="1"/>
        </p:nvSpPr>
        <p:spPr>
          <a:xfrm>
            <a:off x="11284513" y="10043598"/>
            <a:ext cx="2140017" cy="349519"/>
          </a:xfrm>
          <a:prstGeom prst="rect">
            <a:avLst/>
          </a:prstGeom>
        </p:spPr>
        <p:txBody>
          <a:bodyPr vert="horz" wrap="square" lIns="0" tIns="32388" rIns="0" bIns="0" rtlCol="0">
            <a:spAutoFit/>
          </a:bodyPr>
          <a:lstStyle/>
          <a:p>
            <a:pPr marL="9526">
              <a:lnSpc>
                <a:spcPct val="100000"/>
              </a:lnSpc>
              <a:spcBef>
                <a:spcPts val="255"/>
              </a:spcBef>
            </a:pPr>
            <a:r>
              <a:rPr sz="1988" b="1" spc="206" dirty="0">
                <a:solidFill>
                  <a:srgbClr val="FFFFFF"/>
                </a:solidFill>
                <a:latin typeface="Palatino Linotype"/>
                <a:cs typeface="Palatino Linotype"/>
              </a:rPr>
              <a:t>&gt;</a:t>
            </a:r>
            <a:r>
              <a:rPr sz="1988" b="1" spc="-90" dirty="0">
                <a:solidFill>
                  <a:srgbClr val="FFFFFF"/>
                </a:solidFill>
                <a:latin typeface="Palatino Linotype"/>
                <a:cs typeface="Palatino Linotype"/>
              </a:rPr>
              <a:t> </a:t>
            </a:r>
            <a:r>
              <a:rPr sz="1988" b="1" spc="-8" dirty="0">
                <a:solidFill>
                  <a:srgbClr val="FFFFFF"/>
                </a:solidFill>
                <a:latin typeface="Palatino Linotype"/>
                <a:cs typeface="Palatino Linotype"/>
                <a:hlinkClick r:id="rId5"/>
              </a:rPr>
              <a:t>www.mit.edu.au</a:t>
            </a:r>
            <a:endParaRPr sz="1988" dirty="0">
              <a:latin typeface="Palatino Linotype"/>
              <a:cs typeface="Palatino Linotype"/>
            </a:endParaRPr>
          </a:p>
        </p:txBody>
      </p:sp>
      <p:sp>
        <p:nvSpPr>
          <p:cNvPr id="8" name="Text Placeholder 57">
            <a:extLst>
              <a:ext uri="{FF2B5EF4-FFF2-40B4-BE49-F238E27FC236}">
                <a16:creationId xmlns:a16="http://schemas.microsoft.com/office/drawing/2014/main" id="{63B4EFB3-DA7D-DEEC-B62A-11DA67ECC74A}"/>
              </a:ext>
            </a:extLst>
          </p:cNvPr>
          <p:cNvSpPr>
            <a:spLocks noGrp="1"/>
          </p:cNvSpPr>
          <p:nvPr userDrawn="1">
            <p:ph type="body" sz="quarter" idx="11" hasCustomPrompt="1"/>
          </p:nvPr>
        </p:nvSpPr>
        <p:spPr>
          <a:xfrm>
            <a:off x="1027619" y="8383864"/>
            <a:ext cx="3594875" cy="253916"/>
          </a:xfrm>
          <a:prstGeom prst="rect">
            <a:avLst/>
          </a:prstGeom>
        </p:spPr>
        <p:txBody>
          <a:bodyPr wrap="square" lIns="0" tIns="0" rIns="0" bIns="0">
            <a:spAutoFit/>
          </a:bodyPr>
          <a:lstStyle>
            <a:lvl1pPr>
              <a:spcAft>
                <a:spcPts val="900"/>
              </a:spcAft>
              <a:defRPr lang="en-US" sz="165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marL="0" lvl="0">
              <a:spcAft>
                <a:spcPts val="150"/>
              </a:spcAft>
            </a:pPr>
            <a:r>
              <a:rPr lang="en-US" dirty="0"/>
              <a:t>T +612 8267 1400</a:t>
            </a:r>
          </a:p>
        </p:txBody>
      </p:sp>
      <p:sp>
        <p:nvSpPr>
          <p:cNvPr id="3" name="object 24">
            <a:extLst>
              <a:ext uri="{FF2B5EF4-FFF2-40B4-BE49-F238E27FC236}">
                <a16:creationId xmlns:a16="http://schemas.microsoft.com/office/drawing/2014/main" id="{AF4E2E8E-5C8C-0EBA-6712-6892694BF364}"/>
              </a:ext>
            </a:extLst>
          </p:cNvPr>
          <p:cNvSpPr txBox="1"/>
          <p:nvPr userDrawn="1"/>
        </p:nvSpPr>
        <p:spPr>
          <a:xfrm>
            <a:off x="1027619" y="10252212"/>
            <a:ext cx="3261983" cy="140423"/>
          </a:xfrm>
          <a:prstGeom prst="rect">
            <a:avLst/>
          </a:prstGeom>
        </p:spPr>
        <p:txBody>
          <a:bodyPr vert="horz" wrap="none" lIns="0" tIns="1905" rIns="0" bIns="0" rtlCol="0">
            <a:spAutoFit/>
          </a:bodyPr>
          <a:lstStyle/>
          <a:p>
            <a:pPr marL="9526">
              <a:lnSpc>
                <a:spcPct val="100000"/>
              </a:lnSpc>
              <a:spcBef>
                <a:spcPts val="203"/>
              </a:spcBef>
            </a:pPr>
            <a:r>
              <a:rPr sz="900" spc="49" dirty="0">
                <a:solidFill>
                  <a:schemeClr val="bg1"/>
                </a:solidFill>
                <a:latin typeface="Roboto" panose="02000000000000000000" pitchFamily="2" charset="0"/>
                <a:ea typeface="Roboto" panose="02000000000000000000" pitchFamily="2" charset="0"/>
                <a:cs typeface="Roboto" panose="02000000000000000000" pitchFamily="2" charset="0"/>
              </a:rPr>
              <a:t>©</a:t>
            </a:r>
            <a:r>
              <a:rPr sz="900" spc="79"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spc="41" dirty="0">
                <a:solidFill>
                  <a:schemeClr val="bg1"/>
                </a:solidFill>
                <a:latin typeface="Roboto" panose="02000000000000000000" pitchFamily="2" charset="0"/>
                <a:ea typeface="Roboto" panose="02000000000000000000" pitchFamily="2" charset="0"/>
                <a:cs typeface="Roboto" panose="02000000000000000000" pitchFamily="2" charset="0"/>
              </a:rPr>
              <a:t>2023</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Melbourne</a:t>
            </a:r>
            <a:r>
              <a:rPr sz="900" spc="79"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Institute</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of</a:t>
            </a:r>
            <a:r>
              <a:rPr sz="900" spc="56"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Technology.</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All</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rights</a:t>
            </a:r>
            <a:r>
              <a:rPr sz="900" spc="79"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spc="-8" dirty="0">
                <a:solidFill>
                  <a:schemeClr val="bg1"/>
                </a:solidFill>
                <a:latin typeface="Roboto" panose="02000000000000000000" pitchFamily="2" charset="0"/>
                <a:ea typeface="Roboto" panose="02000000000000000000" pitchFamily="2" charset="0"/>
                <a:cs typeface="Roboto" panose="02000000000000000000" pitchFamily="2" charset="0"/>
              </a:rPr>
              <a:t>reserved</a:t>
            </a:r>
            <a:endParaRPr sz="9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1" name="Group 10">
            <a:extLst>
              <a:ext uri="{FF2B5EF4-FFF2-40B4-BE49-F238E27FC236}">
                <a16:creationId xmlns:a16="http://schemas.microsoft.com/office/drawing/2014/main" id="{BB476FA7-C551-E9D2-AD1E-534E658454F7}"/>
              </a:ext>
            </a:extLst>
          </p:cNvPr>
          <p:cNvGrpSpPr/>
          <p:nvPr userDrawn="1"/>
        </p:nvGrpSpPr>
        <p:grpSpPr>
          <a:xfrm>
            <a:off x="874119" y="888347"/>
            <a:ext cx="3241115" cy="1486330"/>
            <a:chOff x="873663" y="691082"/>
            <a:chExt cx="4980643" cy="1713220"/>
          </a:xfrm>
        </p:grpSpPr>
        <p:sp>
          <p:nvSpPr>
            <p:cNvPr id="35" name="object 6">
              <a:extLst>
                <a:ext uri="{FF2B5EF4-FFF2-40B4-BE49-F238E27FC236}">
                  <a16:creationId xmlns:a16="http://schemas.microsoft.com/office/drawing/2014/main" id="{CC565CF2-8474-506E-1F08-D964565E55AF}"/>
                </a:ext>
              </a:extLst>
            </p:cNvPr>
            <p:cNvSpPr/>
            <p:nvPr userDrawn="1"/>
          </p:nvSpPr>
          <p:spPr>
            <a:xfrm>
              <a:off x="2519921" y="1079112"/>
              <a:ext cx="3334385" cy="874394"/>
            </a:xfrm>
            <a:custGeom>
              <a:avLst/>
              <a:gdLst/>
              <a:ahLst/>
              <a:cxnLst/>
              <a:rect l="l" t="t" r="r" b="b"/>
              <a:pathLst>
                <a:path w="3334385" h="874394">
                  <a:moveTo>
                    <a:pt x="31851" y="687984"/>
                  </a:moveTo>
                  <a:lnTo>
                    <a:pt x="0" y="687984"/>
                  </a:lnTo>
                  <a:lnTo>
                    <a:pt x="0" y="874166"/>
                  </a:lnTo>
                  <a:lnTo>
                    <a:pt x="31851" y="874166"/>
                  </a:lnTo>
                  <a:lnTo>
                    <a:pt x="31851" y="687984"/>
                  </a:lnTo>
                  <a:close/>
                </a:path>
                <a:path w="3334385" h="874394">
                  <a:moveTo>
                    <a:pt x="447763" y="6883"/>
                  </a:moveTo>
                  <a:lnTo>
                    <a:pt x="347548" y="6883"/>
                  </a:lnTo>
                  <a:lnTo>
                    <a:pt x="225882" y="350989"/>
                  </a:lnTo>
                  <a:lnTo>
                    <a:pt x="224586" y="350989"/>
                  </a:lnTo>
                  <a:lnTo>
                    <a:pt x="103555" y="6883"/>
                  </a:lnTo>
                  <a:lnTo>
                    <a:pt x="2705" y="6883"/>
                  </a:lnTo>
                  <a:lnTo>
                    <a:pt x="2705" y="437781"/>
                  </a:lnTo>
                  <a:lnTo>
                    <a:pt x="70142" y="437781"/>
                  </a:lnTo>
                  <a:lnTo>
                    <a:pt x="70142" y="98044"/>
                  </a:lnTo>
                  <a:lnTo>
                    <a:pt x="71424" y="98044"/>
                  </a:lnTo>
                  <a:lnTo>
                    <a:pt x="191211" y="437781"/>
                  </a:lnTo>
                  <a:lnTo>
                    <a:pt x="259257" y="437781"/>
                  </a:lnTo>
                  <a:lnTo>
                    <a:pt x="379082" y="98044"/>
                  </a:lnTo>
                  <a:lnTo>
                    <a:pt x="380339" y="98044"/>
                  </a:lnTo>
                  <a:lnTo>
                    <a:pt x="380339" y="437781"/>
                  </a:lnTo>
                  <a:lnTo>
                    <a:pt x="447763" y="437781"/>
                  </a:lnTo>
                  <a:lnTo>
                    <a:pt x="447763" y="6883"/>
                  </a:lnTo>
                  <a:close/>
                </a:path>
                <a:path w="3334385" h="874394">
                  <a:moveTo>
                    <a:pt x="799579" y="382193"/>
                  </a:moveTo>
                  <a:lnTo>
                    <a:pt x="614210" y="382193"/>
                  </a:lnTo>
                  <a:lnTo>
                    <a:pt x="614210" y="242493"/>
                  </a:lnTo>
                  <a:lnTo>
                    <a:pt x="785075" y="242493"/>
                  </a:lnTo>
                  <a:lnTo>
                    <a:pt x="785075" y="186613"/>
                  </a:lnTo>
                  <a:lnTo>
                    <a:pt x="614210" y="186613"/>
                  </a:lnTo>
                  <a:lnTo>
                    <a:pt x="614210" y="62153"/>
                  </a:lnTo>
                  <a:lnTo>
                    <a:pt x="794524" y="62153"/>
                  </a:lnTo>
                  <a:lnTo>
                    <a:pt x="794524" y="6273"/>
                  </a:lnTo>
                  <a:lnTo>
                    <a:pt x="540435" y="6273"/>
                  </a:lnTo>
                  <a:lnTo>
                    <a:pt x="540435" y="62153"/>
                  </a:lnTo>
                  <a:lnTo>
                    <a:pt x="540435" y="186613"/>
                  </a:lnTo>
                  <a:lnTo>
                    <a:pt x="540435" y="242493"/>
                  </a:lnTo>
                  <a:lnTo>
                    <a:pt x="540435" y="382193"/>
                  </a:lnTo>
                  <a:lnTo>
                    <a:pt x="540435" y="438073"/>
                  </a:lnTo>
                  <a:lnTo>
                    <a:pt x="799579" y="438073"/>
                  </a:lnTo>
                  <a:lnTo>
                    <a:pt x="799579" y="382193"/>
                  </a:lnTo>
                  <a:close/>
                </a:path>
                <a:path w="3334385" h="874394">
                  <a:moveTo>
                    <a:pt x="1112913" y="382193"/>
                  </a:moveTo>
                  <a:lnTo>
                    <a:pt x="942035" y="382193"/>
                  </a:lnTo>
                  <a:lnTo>
                    <a:pt x="942035" y="6273"/>
                  </a:lnTo>
                  <a:lnTo>
                    <a:pt x="868299" y="6273"/>
                  </a:lnTo>
                  <a:lnTo>
                    <a:pt x="868299" y="382193"/>
                  </a:lnTo>
                  <a:lnTo>
                    <a:pt x="868299" y="438073"/>
                  </a:lnTo>
                  <a:lnTo>
                    <a:pt x="1112913" y="438073"/>
                  </a:lnTo>
                  <a:lnTo>
                    <a:pt x="1112913" y="382193"/>
                  </a:lnTo>
                  <a:close/>
                </a:path>
                <a:path w="3334385" h="874394">
                  <a:moveTo>
                    <a:pt x="1449552" y="318503"/>
                  </a:moveTo>
                  <a:lnTo>
                    <a:pt x="1440116" y="267081"/>
                  </a:lnTo>
                  <a:lnTo>
                    <a:pt x="1417218" y="235445"/>
                  </a:lnTo>
                  <a:lnTo>
                    <a:pt x="1416545" y="234505"/>
                  </a:lnTo>
                  <a:lnTo>
                    <a:pt x="1385989" y="216458"/>
                  </a:lnTo>
                  <a:lnTo>
                    <a:pt x="1374521" y="213499"/>
                  </a:lnTo>
                  <a:lnTo>
                    <a:pt x="1374521" y="312254"/>
                  </a:lnTo>
                  <a:lnTo>
                    <a:pt x="1365605" y="350901"/>
                  </a:lnTo>
                  <a:lnTo>
                    <a:pt x="1342377" y="373227"/>
                  </a:lnTo>
                  <a:lnTo>
                    <a:pt x="1310157" y="383489"/>
                  </a:lnTo>
                  <a:lnTo>
                    <a:pt x="1274267" y="385965"/>
                  </a:lnTo>
                  <a:lnTo>
                    <a:pt x="1244638" y="385965"/>
                  </a:lnTo>
                  <a:lnTo>
                    <a:pt x="1244638" y="235445"/>
                  </a:lnTo>
                  <a:lnTo>
                    <a:pt x="1274267" y="235445"/>
                  </a:lnTo>
                  <a:lnTo>
                    <a:pt x="1315732" y="239458"/>
                  </a:lnTo>
                  <a:lnTo>
                    <a:pt x="1347330" y="252539"/>
                  </a:lnTo>
                  <a:lnTo>
                    <a:pt x="1367459" y="276275"/>
                  </a:lnTo>
                  <a:lnTo>
                    <a:pt x="1374521" y="312254"/>
                  </a:lnTo>
                  <a:lnTo>
                    <a:pt x="1374521" y="213499"/>
                  </a:lnTo>
                  <a:lnTo>
                    <a:pt x="1355598" y="208584"/>
                  </a:lnTo>
                  <a:lnTo>
                    <a:pt x="1355598" y="207352"/>
                  </a:lnTo>
                  <a:lnTo>
                    <a:pt x="1377581" y="197434"/>
                  </a:lnTo>
                  <a:lnTo>
                    <a:pt x="1396606" y="183591"/>
                  </a:lnTo>
                  <a:lnTo>
                    <a:pt x="1401330" y="180162"/>
                  </a:lnTo>
                  <a:lnTo>
                    <a:pt x="1420342" y="151638"/>
                  </a:lnTo>
                  <a:lnTo>
                    <a:pt x="1428127" y="108026"/>
                  </a:lnTo>
                  <a:lnTo>
                    <a:pt x="1416265" y="58699"/>
                  </a:lnTo>
                  <a:lnTo>
                    <a:pt x="1415465" y="55346"/>
                  </a:lnTo>
                  <a:lnTo>
                    <a:pt x="1384071" y="24676"/>
                  </a:lnTo>
                  <a:lnTo>
                    <a:pt x="1353096" y="13690"/>
                  </a:lnTo>
                  <a:lnTo>
                    <a:pt x="1353096" y="120523"/>
                  </a:lnTo>
                  <a:lnTo>
                    <a:pt x="1347076" y="153822"/>
                  </a:lnTo>
                  <a:lnTo>
                    <a:pt x="1330477" y="172897"/>
                  </a:lnTo>
                  <a:lnTo>
                    <a:pt x="1305471" y="181546"/>
                  </a:lnTo>
                  <a:lnTo>
                    <a:pt x="1274267" y="183591"/>
                  </a:lnTo>
                  <a:lnTo>
                    <a:pt x="1244638" y="183591"/>
                  </a:lnTo>
                  <a:lnTo>
                    <a:pt x="1244638" y="58699"/>
                  </a:lnTo>
                  <a:lnTo>
                    <a:pt x="1274267" y="58699"/>
                  </a:lnTo>
                  <a:lnTo>
                    <a:pt x="1306271" y="60794"/>
                  </a:lnTo>
                  <a:lnTo>
                    <a:pt x="1331175" y="69456"/>
                  </a:lnTo>
                  <a:lnTo>
                    <a:pt x="1347330" y="88201"/>
                  </a:lnTo>
                  <a:lnTo>
                    <a:pt x="1353096" y="120523"/>
                  </a:lnTo>
                  <a:lnTo>
                    <a:pt x="1353096" y="13690"/>
                  </a:lnTo>
                  <a:lnTo>
                    <a:pt x="1343812" y="10388"/>
                  </a:lnTo>
                  <a:lnTo>
                    <a:pt x="1304544" y="6870"/>
                  </a:lnTo>
                  <a:lnTo>
                    <a:pt x="1170901" y="6870"/>
                  </a:lnTo>
                  <a:lnTo>
                    <a:pt x="1170901" y="437781"/>
                  </a:lnTo>
                  <a:lnTo>
                    <a:pt x="1304544" y="437781"/>
                  </a:lnTo>
                  <a:lnTo>
                    <a:pt x="1343837" y="435571"/>
                  </a:lnTo>
                  <a:lnTo>
                    <a:pt x="1382826" y="426364"/>
                  </a:lnTo>
                  <a:lnTo>
                    <a:pt x="1416672" y="406349"/>
                  </a:lnTo>
                  <a:lnTo>
                    <a:pt x="1440535" y="371678"/>
                  </a:lnTo>
                  <a:lnTo>
                    <a:pt x="1449552" y="318503"/>
                  </a:lnTo>
                  <a:close/>
                </a:path>
                <a:path w="3334385" h="874394">
                  <a:moveTo>
                    <a:pt x="1843570" y="222326"/>
                  </a:moveTo>
                  <a:lnTo>
                    <a:pt x="1840941" y="170484"/>
                  </a:lnTo>
                  <a:lnTo>
                    <a:pt x="1832406" y="123355"/>
                  </a:lnTo>
                  <a:lnTo>
                    <a:pt x="1817014" y="82130"/>
                  </a:lnTo>
                  <a:lnTo>
                    <a:pt x="1796415" y="51828"/>
                  </a:lnTo>
                  <a:lnTo>
                    <a:pt x="1793811" y="47980"/>
                  </a:lnTo>
                  <a:lnTo>
                    <a:pt x="1762226" y="22453"/>
                  </a:lnTo>
                  <a:lnTo>
                    <a:pt x="1762226" y="222326"/>
                  </a:lnTo>
                  <a:lnTo>
                    <a:pt x="1759534" y="275310"/>
                  </a:lnTo>
                  <a:lnTo>
                    <a:pt x="1750364" y="321995"/>
                  </a:lnTo>
                  <a:lnTo>
                    <a:pt x="1733092" y="359244"/>
                  </a:lnTo>
                  <a:lnTo>
                    <a:pt x="1706067" y="383908"/>
                  </a:lnTo>
                  <a:lnTo>
                    <a:pt x="1667687" y="392823"/>
                  </a:lnTo>
                  <a:lnTo>
                    <a:pt x="1629029" y="383908"/>
                  </a:lnTo>
                  <a:lnTo>
                    <a:pt x="1601978" y="359244"/>
                  </a:lnTo>
                  <a:lnTo>
                    <a:pt x="1584782" y="321995"/>
                  </a:lnTo>
                  <a:lnTo>
                    <a:pt x="1575727" y="275310"/>
                  </a:lnTo>
                  <a:lnTo>
                    <a:pt x="1573098" y="222326"/>
                  </a:lnTo>
                  <a:lnTo>
                    <a:pt x="1575727" y="169341"/>
                  </a:lnTo>
                  <a:lnTo>
                    <a:pt x="1584782" y="122656"/>
                  </a:lnTo>
                  <a:lnTo>
                    <a:pt x="1601978" y="85407"/>
                  </a:lnTo>
                  <a:lnTo>
                    <a:pt x="1629029" y="60744"/>
                  </a:lnTo>
                  <a:lnTo>
                    <a:pt x="1667687" y="51828"/>
                  </a:lnTo>
                  <a:lnTo>
                    <a:pt x="1706067" y="60744"/>
                  </a:lnTo>
                  <a:lnTo>
                    <a:pt x="1733092" y="85407"/>
                  </a:lnTo>
                  <a:lnTo>
                    <a:pt x="1750364" y="122656"/>
                  </a:lnTo>
                  <a:lnTo>
                    <a:pt x="1759534" y="169341"/>
                  </a:lnTo>
                  <a:lnTo>
                    <a:pt x="1762226" y="222326"/>
                  </a:lnTo>
                  <a:lnTo>
                    <a:pt x="1762226" y="22453"/>
                  </a:lnTo>
                  <a:lnTo>
                    <a:pt x="1761820" y="22123"/>
                  </a:lnTo>
                  <a:lnTo>
                    <a:pt x="1720100" y="5727"/>
                  </a:lnTo>
                  <a:lnTo>
                    <a:pt x="1667687" y="0"/>
                  </a:lnTo>
                  <a:lnTo>
                    <a:pt x="1615071" y="5727"/>
                  </a:lnTo>
                  <a:lnTo>
                    <a:pt x="1573263" y="22123"/>
                  </a:lnTo>
                  <a:lnTo>
                    <a:pt x="1541284" y="47980"/>
                  </a:lnTo>
                  <a:lnTo>
                    <a:pt x="1518132" y="82130"/>
                  </a:lnTo>
                  <a:lnTo>
                    <a:pt x="1502816" y="123355"/>
                  </a:lnTo>
                  <a:lnTo>
                    <a:pt x="1494358" y="170484"/>
                  </a:lnTo>
                  <a:lnTo>
                    <a:pt x="1491767" y="222326"/>
                  </a:lnTo>
                  <a:lnTo>
                    <a:pt x="1494358" y="274167"/>
                  </a:lnTo>
                  <a:lnTo>
                    <a:pt x="1502816" y="321297"/>
                  </a:lnTo>
                  <a:lnTo>
                    <a:pt x="1518132" y="362521"/>
                  </a:lnTo>
                  <a:lnTo>
                    <a:pt x="1541284" y="396671"/>
                  </a:lnTo>
                  <a:lnTo>
                    <a:pt x="1573263" y="422529"/>
                  </a:lnTo>
                  <a:lnTo>
                    <a:pt x="1615071" y="438924"/>
                  </a:lnTo>
                  <a:lnTo>
                    <a:pt x="1667687" y="444652"/>
                  </a:lnTo>
                  <a:lnTo>
                    <a:pt x="1720100" y="438924"/>
                  </a:lnTo>
                  <a:lnTo>
                    <a:pt x="1761820" y="422529"/>
                  </a:lnTo>
                  <a:lnTo>
                    <a:pt x="1793811" y="396671"/>
                  </a:lnTo>
                  <a:lnTo>
                    <a:pt x="1796415" y="392823"/>
                  </a:lnTo>
                  <a:lnTo>
                    <a:pt x="1817014" y="362521"/>
                  </a:lnTo>
                  <a:lnTo>
                    <a:pt x="1832406" y="321297"/>
                  </a:lnTo>
                  <a:lnTo>
                    <a:pt x="1840941" y="274167"/>
                  </a:lnTo>
                  <a:lnTo>
                    <a:pt x="1843570" y="222326"/>
                  </a:lnTo>
                  <a:close/>
                </a:path>
                <a:path w="3334385" h="874394">
                  <a:moveTo>
                    <a:pt x="2215515" y="6870"/>
                  </a:moveTo>
                  <a:lnTo>
                    <a:pt x="2141778" y="6870"/>
                  </a:lnTo>
                  <a:lnTo>
                    <a:pt x="2141778" y="306006"/>
                  </a:lnTo>
                  <a:lnTo>
                    <a:pt x="2137829" y="340385"/>
                  </a:lnTo>
                  <a:lnTo>
                    <a:pt x="2124824" y="367919"/>
                  </a:lnTo>
                  <a:lnTo>
                    <a:pt x="2101075" y="386207"/>
                  </a:lnTo>
                  <a:lnTo>
                    <a:pt x="2064867" y="392823"/>
                  </a:lnTo>
                  <a:lnTo>
                    <a:pt x="2028291" y="386207"/>
                  </a:lnTo>
                  <a:lnTo>
                    <a:pt x="2004352" y="367919"/>
                  </a:lnTo>
                  <a:lnTo>
                    <a:pt x="1991283" y="340385"/>
                  </a:lnTo>
                  <a:lnTo>
                    <a:pt x="1987334" y="306006"/>
                  </a:lnTo>
                  <a:lnTo>
                    <a:pt x="1987334" y="6870"/>
                  </a:lnTo>
                  <a:lnTo>
                    <a:pt x="1913547" y="6870"/>
                  </a:lnTo>
                  <a:lnTo>
                    <a:pt x="1913547" y="306006"/>
                  </a:lnTo>
                  <a:lnTo>
                    <a:pt x="1920697" y="356882"/>
                  </a:lnTo>
                  <a:lnTo>
                    <a:pt x="1941029" y="395820"/>
                  </a:lnTo>
                  <a:lnTo>
                    <a:pt x="1972932" y="423189"/>
                  </a:lnTo>
                  <a:lnTo>
                    <a:pt x="2014753" y="439343"/>
                  </a:lnTo>
                  <a:lnTo>
                    <a:pt x="2064867" y="444652"/>
                  </a:lnTo>
                  <a:lnTo>
                    <a:pt x="2116353" y="439343"/>
                  </a:lnTo>
                  <a:lnTo>
                    <a:pt x="2158200" y="423189"/>
                  </a:lnTo>
                  <a:lnTo>
                    <a:pt x="2189353" y="395820"/>
                  </a:lnTo>
                  <a:lnTo>
                    <a:pt x="2208809" y="356882"/>
                  </a:lnTo>
                  <a:lnTo>
                    <a:pt x="2215515" y="306006"/>
                  </a:lnTo>
                  <a:lnTo>
                    <a:pt x="2215515" y="6870"/>
                  </a:lnTo>
                  <a:close/>
                </a:path>
                <a:path w="3334385" h="874394">
                  <a:moveTo>
                    <a:pt x="2591905" y="437781"/>
                  </a:moveTo>
                  <a:lnTo>
                    <a:pt x="2565412" y="316611"/>
                  </a:lnTo>
                  <a:lnTo>
                    <a:pt x="2557551" y="284302"/>
                  </a:lnTo>
                  <a:lnTo>
                    <a:pt x="2545550" y="256667"/>
                  </a:lnTo>
                  <a:lnTo>
                    <a:pt x="2541803" y="252907"/>
                  </a:lnTo>
                  <a:lnTo>
                    <a:pt x="2524087" y="235115"/>
                  </a:lnTo>
                  <a:lnTo>
                    <a:pt x="2487866" y="221081"/>
                  </a:lnTo>
                  <a:lnTo>
                    <a:pt x="2487866" y="219849"/>
                  </a:lnTo>
                  <a:lnTo>
                    <a:pt x="2520238" y="209308"/>
                  </a:lnTo>
                  <a:lnTo>
                    <a:pt x="2532913" y="201091"/>
                  </a:lnTo>
                  <a:lnTo>
                    <a:pt x="2547823" y="191414"/>
                  </a:lnTo>
                  <a:lnTo>
                    <a:pt x="2567025" y="162737"/>
                  </a:lnTo>
                  <a:lnTo>
                    <a:pt x="2574226" y="119900"/>
                  </a:lnTo>
                  <a:lnTo>
                    <a:pt x="2567533" y="75780"/>
                  </a:lnTo>
                  <a:lnTo>
                    <a:pt x="2557437" y="58686"/>
                  </a:lnTo>
                  <a:lnTo>
                    <a:pt x="2548572" y="43700"/>
                  </a:lnTo>
                  <a:lnTo>
                    <a:pt x="2518956" y="22377"/>
                  </a:lnTo>
                  <a:lnTo>
                    <a:pt x="2499233" y="16344"/>
                  </a:lnTo>
                  <a:lnTo>
                    <a:pt x="2499233" y="128016"/>
                  </a:lnTo>
                  <a:lnTo>
                    <a:pt x="2491016" y="166306"/>
                  </a:lnTo>
                  <a:lnTo>
                    <a:pt x="2469502" y="188429"/>
                  </a:lnTo>
                  <a:lnTo>
                    <a:pt x="2439365" y="198628"/>
                  </a:lnTo>
                  <a:lnTo>
                    <a:pt x="2405278" y="201091"/>
                  </a:lnTo>
                  <a:lnTo>
                    <a:pt x="2376246" y="201091"/>
                  </a:lnTo>
                  <a:lnTo>
                    <a:pt x="2376246" y="58686"/>
                  </a:lnTo>
                  <a:lnTo>
                    <a:pt x="2434310" y="58686"/>
                  </a:lnTo>
                  <a:lnTo>
                    <a:pt x="2461996" y="63195"/>
                  </a:lnTo>
                  <a:lnTo>
                    <a:pt x="2482354" y="76492"/>
                  </a:lnTo>
                  <a:lnTo>
                    <a:pt x="2494927" y="98221"/>
                  </a:lnTo>
                  <a:lnTo>
                    <a:pt x="2499233" y="128016"/>
                  </a:lnTo>
                  <a:lnTo>
                    <a:pt x="2499233" y="16344"/>
                  </a:lnTo>
                  <a:lnTo>
                    <a:pt x="2480322" y="10541"/>
                  </a:lnTo>
                  <a:lnTo>
                    <a:pt x="2434310" y="6883"/>
                  </a:lnTo>
                  <a:lnTo>
                    <a:pt x="2302535" y="6883"/>
                  </a:lnTo>
                  <a:lnTo>
                    <a:pt x="2302535" y="437781"/>
                  </a:lnTo>
                  <a:lnTo>
                    <a:pt x="2376246" y="437781"/>
                  </a:lnTo>
                  <a:lnTo>
                    <a:pt x="2376246" y="252907"/>
                  </a:lnTo>
                  <a:lnTo>
                    <a:pt x="2405278" y="252907"/>
                  </a:lnTo>
                  <a:lnTo>
                    <a:pt x="2445893" y="257594"/>
                  </a:lnTo>
                  <a:lnTo>
                    <a:pt x="2485504" y="301409"/>
                  </a:lnTo>
                  <a:lnTo>
                    <a:pt x="2496693" y="344741"/>
                  </a:lnTo>
                  <a:lnTo>
                    <a:pt x="2516860" y="437781"/>
                  </a:lnTo>
                  <a:lnTo>
                    <a:pt x="2591905" y="437781"/>
                  </a:lnTo>
                  <a:close/>
                </a:path>
                <a:path w="3334385" h="874394">
                  <a:moveTo>
                    <a:pt x="2981515" y="6883"/>
                  </a:moveTo>
                  <a:lnTo>
                    <a:pt x="2914053" y="6883"/>
                  </a:lnTo>
                  <a:lnTo>
                    <a:pt x="2914053" y="324142"/>
                  </a:lnTo>
                  <a:lnTo>
                    <a:pt x="2912795" y="324142"/>
                  </a:lnTo>
                  <a:lnTo>
                    <a:pt x="2745092" y="6883"/>
                  </a:lnTo>
                  <a:lnTo>
                    <a:pt x="2654312" y="6883"/>
                  </a:lnTo>
                  <a:lnTo>
                    <a:pt x="2654312" y="437781"/>
                  </a:lnTo>
                  <a:lnTo>
                    <a:pt x="2721737" y="437781"/>
                  </a:lnTo>
                  <a:lnTo>
                    <a:pt x="2721737" y="104914"/>
                  </a:lnTo>
                  <a:lnTo>
                    <a:pt x="2723045" y="104914"/>
                  </a:lnTo>
                  <a:lnTo>
                    <a:pt x="2898876" y="437781"/>
                  </a:lnTo>
                  <a:lnTo>
                    <a:pt x="2981515" y="437781"/>
                  </a:lnTo>
                  <a:lnTo>
                    <a:pt x="2981515" y="6883"/>
                  </a:lnTo>
                  <a:close/>
                </a:path>
                <a:path w="3334385" h="874394">
                  <a:moveTo>
                    <a:pt x="3333877" y="382193"/>
                  </a:moveTo>
                  <a:lnTo>
                    <a:pt x="3148546" y="382193"/>
                  </a:lnTo>
                  <a:lnTo>
                    <a:pt x="3148546" y="242493"/>
                  </a:lnTo>
                  <a:lnTo>
                    <a:pt x="3319424" y="242493"/>
                  </a:lnTo>
                  <a:lnTo>
                    <a:pt x="3319424" y="186613"/>
                  </a:lnTo>
                  <a:lnTo>
                    <a:pt x="3148546" y="186613"/>
                  </a:lnTo>
                  <a:lnTo>
                    <a:pt x="3148546" y="62153"/>
                  </a:lnTo>
                  <a:lnTo>
                    <a:pt x="3328860" y="62153"/>
                  </a:lnTo>
                  <a:lnTo>
                    <a:pt x="3328860" y="6273"/>
                  </a:lnTo>
                  <a:lnTo>
                    <a:pt x="3074809" y="6273"/>
                  </a:lnTo>
                  <a:lnTo>
                    <a:pt x="3074809" y="62153"/>
                  </a:lnTo>
                  <a:lnTo>
                    <a:pt x="3074809" y="186613"/>
                  </a:lnTo>
                  <a:lnTo>
                    <a:pt x="3074809" y="242493"/>
                  </a:lnTo>
                  <a:lnTo>
                    <a:pt x="3074809" y="382193"/>
                  </a:lnTo>
                  <a:lnTo>
                    <a:pt x="3074809" y="438073"/>
                  </a:lnTo>
                  <a:lnTo>
                    <a:pt x="3333877" y="438073"/>
                  </a:lnTo>
                  <a:lnTo>
                    <a:pt x="3333877" y="382193"/>
                  </a:lnTo>
                  <a:close/>
                </a:path>
              </a:pathLst>
            </a:custGeom>
            <a:solidFill>
              <a:srgbClr val="E31837"/>
            </a:solidFill>
          </p:spPr>
          <p:txBody>
            <a:bodyPr wrap="square" lIns="0" tIns="0" rIns="0" bIns="0" rtlCol="0"/>
            <a:lstStyle/>
            <a:p>
              <a:endParaRPr/>
            </a:p>
          </p:txBody>
        </p:sp>
        <p:pic>
          <p:nvPicPr>
            <p:cNvPr id="36" name="object 7">
              <a:extLst>
                <a:ext uri="{FF2B5EF4-FFF2-40B4-BE49-F238E27FC236}">
                  <a16:creationId xmlns:a16="http://schemas.microsoft.com/office/drawing/2014/main" id="{6B328694-6CD4-85DB-E555-52983B9BC6CC}"/>
                </a:ext>
              </a:extLst>
            </p:cNvPr>
            <p:cNvPicPr/>
            <p:nvPr userDrawn="1"/>
          </p:nvPicPr>
          <p:blipFill>
            <a:blip r:embed="rId6" cstate="print"/>
            <a:stretch>
              <a:fillRect/>
            </a:stretch>
          </p:blipFill>
          <p:spPr>
            <a:xfrm>
              <a:off x="2599460" y="1767088"/>
              <a:ext cx="141367" cy="186182"/>
            </a:xfrm>
            <a:prstGeom prst="rect">
              <a:avLst/>
            </a:prstGeom>
          </p:spPr>
        </p:pic>
        <p:sp>
          <p:nvSpPr>
            <p:cNvPr id="37" name="object 8">
              <a:extLst>
                <a:ext uri="{FF2B5EF4-FFF2-40B4-BE49-F238E27FC236}">
                  <a16:creationId xmlns:a16="http://schemas.microsoft.com/office/drawing/2014/main" id="{24CAD459-E0DF-9B36-639D-E22E1216EBE1}"/>
                </a:ext>
              </a:extLst>
            </p:cNvPr>
            <p:cNvSpPr/>
            <p:nvPr userDrawn="1"/>
          </p:nvSpPr>
          <p:spPr>
            <a:xfrm>
              <a:off x="3440722" y="1766817"/>
              <a:ext cx="1375410" cy="187325"/>
            </a:xfrm>
            <a:custGeom>
              <a:avLst/>
              <a:gdLst/>
              <a:ahLst/>
              <a:cxnLst/>
              <a:rect l="l" t="t" r="r" b="b"/>
              <a:pathLst>
                <a:path w="1375410" h="187325">
                  <a:moveTo>
                    <a:pt x="126123" y="127"/>
                  </a:moveTo>
                  <a:lnTo>
                    <a:pt x="0" y="127"/>
                  </a:lnTo>
                  <a:lnTo>
                    <a:pt x="0" y="24257"/>
                  </a:lnTo>
                  <a:lnTo>
                    <a:pt x="47167" y="24257"/>
                  </a:lnTo>
                  <a:lnTo>
                    <a:pt x="47167" y="186817"/>
                  </a:lnTo>
                  <a:lnTo>
                    <a:pt x="78994" y="186817"/>
                  </a:lnTo>
                  <a:lnTo>
                    <a:pt x="78994" y="24257"/>
                  </a:lnTo>
                  <a:lnTo>
                    <a:pt x="126123" y="24257"/>
                  </a:lnTo>
                  <a:lnTo>
                    <a:pt x="126123" y="127"/>
                  </a:lnTo>
                  <a:close/>
                </a:path>
                <a:path w="1375410" h="187325">
                  <a:moveTo>
                    <a:pt x="1374952" y="0"/>
                  </a:moveTo>
                  <a:lnTo>
                    <a:pt x="1343139" y="0"/>
                  </a:lnTo>
                  <a:lnTo>
                    <a:pt x="1343139" y="77470"/>
                  </a:lnTo>
                  <a:lnTo>
                    <a:pt x="1275511" y="77470"/>
                  </a:lnTo>
                  <a:lnTo>
                    <a:pt x="1275511" y="0"/>
                  </a:lnTo>
                  <a:lnTo>
                    <a:pt x="1243660" y="0"/>
                  </a:lnTo>
                  <a:lnTo>
                    <a:pt x="1243660" y="77470"/>
                  </a:lnTo>
                  <a:lnTo>
                    <a:pt x="1243660" y="101600"/>
                  </a:lnTo>
                  <a:lnTo>
                    <a:pt x="1243660" y="186690"/>
                  </a:lnTo>
                  <a:lnTo>
                    <a:pt x="1275511" y="186690"/>
                  </a:lnTo>
                  <a:lnTo>
                    <a:pt x="1275511" y="101600"/>
                  </a:lnTo>
                  <a:lnTo>
                    <a:pt x="1343139" y="101600"/>
                  </a:lnTo>
                  <a:lnTo>
                    <a:pt x="1343139" y="186690"/>
                  </a:lnTo>
                  <a:lnTo>
                    <a:pt x="1374952" y="186690"/>
                  </a:lnTo>
                  <a:lnTo>
                    <a:pt x="1374952" y="101600"/>
                  </a:lnTo>
                  <a:lnTo>
                    <a:pt x="1374952" y="77470"/>
                  </a:lnTo>
                  <a:lnTo>
                    <a:pt x="1374952" y="0"/>
                  </a:lnTo>
                  <a:close/>
                </a:path>
              </a:pathLst>
            </a:custGeom>
            <a:solidFill>
              <a:srgbClr val="E31837"/>
            </a:solidFill>
          </p:spPr>
          <p:txBody>
            <a:bodyPr wrap="square" lIns="0" tIns="0" rIns="0" bIns="0" rtlCol="0"/>
            <a:lstStyle/>
            <a:p>
              <a:endParaRPr/>
            </a:p>
          </p:txBody>
        </p:sp>
        <p:pic>
          <p:nvPicPr>
            <p:cNvPr id="38" name="object 9">
              <a:extLst>
                <a:ext uri="{FF2B5EF4-FFF2-40B4-BE49-F238E27FC236}">
                  <a16:creationId xmlns:a16="http://schemas.microsoft.com/office/drawing/2014/main" id="{54536452-6336-125A-63AA-EF8CAC61F98E}"/>
                </a:ext>
              </a:extLst>
            </p:cNvPr>
            <p:cNvPicPr/>
            <p:nvPr userDrawn="1"/>
          </p:nvPicPr>
          <p:blipFill>
            <a:blip r:embed="rId7" cstate="print"/>
            <a:stretch>
              <a:fillRect/>
            </a:stretch>
          </p:blipFill>
          <p:spPr>
            <a:xfrm>
              <a:off x="4864229" y="1767088"/>
              <a:ext cx="141367" cy="186182"/>
            </a:xfrm>
            <a:prstGeom prst="rect">
              <a:avLst/>
            </a:prstGeom>
          </p:spPr>
        </p:pic>
        <p:pic>
          <p:nvPicPr>
            <p:cNvPr id="39" name="object 10">
              <a:extLst>
                <a:ext uri="{FF2B5EF4-FFF2-40B4-BE49-F238E27FC236}">
                  <a16:creationId xmlns:a16="http://schemas.microsoft.com/office/drawing/2014/main" id="{46EEBE56-3C69-E2AB-AE0B-1AA9DB14D68F}"/>
                </a:ext>
              </a:extLst>
            </p:cNvPr>
            <p:cNvPicPr/>
            <p:nvPr userDrawn="1"/>
          </p:nvPicPr>
          <p:blipFill>
            <a:blip r:embed="rId8" cstate="print"/>
            <a:stretch>
              <a:fillRect/>
            </a:stretch>
          </p:blipFill>
          <p:spPr>
            <a:xfrm>
              <a:off x="4516890" y="1764139"/>
              <a:ext cx="137252" cy="192119"/>
            </a:xfrm>
            <a:prstGeom prst="rect">
              <a:avLst/>
            </a:prstGeom>
          </p:spPr>
        </p:pic>
        <p:sp>
          <p:nvSpPr>
            <p:cNvPr id="40" name="object 11">
              <a:extLst>
                <a:ext uri="{FF2B5EF4-FFF2-40B4-BE49-F238E27FC236}">
                  <a16:creationId xmlns:a16="http://schemas.microsoft.com/office/drawing/2014/main" id="{26BD7887-0FC5-4329-889A-3C164B74E8AC}"/>
                </a:ext>
              </a:extLst>
            </p:cNvPr>
            <p:cNvSpPr/>
            <p:nvPr userDrawn="1"/>
          </p:nvSpPr>
          <p:spPr>
            <a:xfrm>
              <a:off x="4220705" y="1766944"/>
              <a:ext cx="126364"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a:p>
          </p:txBody>
        </p:sp>
        <p:pic>
          <p:nvPicPr>
            <p:cNvPr id="41" name="object 12">
              <a:extLst>
                <a:ext uri="{FF2B5EF4-FFF2-40B4-BE49-F238E27FC236}">
                  <a16:creationId xmlns:a16="http://schemas.microsoft.com/office/drawing/2014/main" id="{B747E775-9BC1-19FD-7416-2538BA9D1297}"/>
                </a:ext>
              </a:extLst>
            </p:cNvPr>
            <p:cNvPicPr/>
            <p:nvPr userDrawn="1"/>
          </p:nvPicPr>
          <p:blipFill>
            <a:blip r:embed="rId9" cstate="print"/>
            <a:stretch>
              <a:fillRect/>
            </a:stretch>
          </p:blipFill>
          <p:spPr>
            <a:xfrm>
              <a:off x="5046193" y="1764136"/>
              <a:ext cx="152016" cy="192130"/>
            </a:xfrm>
            <a:prstGeom prst="rect">
              <a:avLst/>
            </a:prstGeom>
          </p:spPr>
        </p:pic>
        <p:sp>
          <p:nvSpPr>
            <p:cNvPr id="42" name="object 13">
              <a:extLst>
                <a:ext uri="{FF2B5EF4-FFF2-40B4-BE49-F238E27FC236}">
                  <a16:creationId xmlns:a16="http://schemas.microsoft.com/office/drawing/2014/main" id="{FC794EB0-8D97-4FC3-A4C9-EEB6E5E9D6E2}"/>
                </a:ext>
              </a:extLst>
            </p:cNvPr>
            <p:cNvSpPr/>
            <p:nvPr userDrawn="1"/>
          </p:nvSpPr>
          <p:spPr>
            <a:xfrm>
              <a:off x="4375201" y="1767223"/>
              <a:ext cx="11239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E31837"/>
            </a:solidFill>
          </p:spPr>
          <p:txBody>
            <a:bodyPr wrap="square" lIns="0" tIns="0" rIns="0" bIns="0" rtlCol="0"/>
            <a:lstStyle/>
            <a:p>
              <a:endParaRPr/>
            </a:p>
          </p:txBody>
        </p:sp>
        <p:pic>
          <p:nvPicPr>
            <p:cNvPr id="43" name="object 14">
              <a:extLst>
                <a:ext uri="{FF2B5EF4-FFF2-40B4-BE49-F238E27FC236}">
                  <a16:creationId xmlns:a16="http://schemas.microsoft.com/office/drawing/2014/main" id="{9D4A36C0-22C0-3B92-9062-17EFECC7D5BE}"/>
                </a:ext>
              </a:extLst>
            </p:cNvPr>
            <p:cNvPicPr/>
            <p:nvPr userDrawn="1"/>
          </p:nvPicPr>
          <p:blipFill>
            <a:blip r:embed="rId10" cstate="print"/>
            <a:stretch>
              <a:fillRect/>
            </a:stretch>
          </p:blipFill>
          <p:spPr>
            <a:xfrm>
              <a:off x="5539051" y="1764139"/>
              <a:ext cx="313532" cy="192119"/>
            </a:xfrm>
            <a:prstGeom prst="rect">
              <a:avLst/>
            </a:prstGeom>
          </p:spPr>
        </p:pic>
        <p:pic>
          <p:nvPicPr>
            <p:cNvPr id="44" name="object 15">
              <a:extLst>
                <a:ext uri="{FF2B5EF4-FFF2-40B4-BE49-F238E27FC236}">
                  <a16:creationId xmlns:a16="http://schemas.microsoft.com/office/drawing/2014/main" id="{03127218-CB3A-18B1-8710-71DF5FD13295}"/>
                </a:ext>
              </a:extLst>
            </p:cNvPr>
            <p:cNvPicPr/>
            <p:nvPr userDrawn="1"/>
          </p:nvPicPr>
          <p:blipFill>
            <a:blip r:embed="rId11" cstate="print"/>
            <a:stretch>
              <a:fillRect/>
            </a:stretch>
          </p:blipFill>
          <p:spPr>
            <a:xfrm>
              <a:off x="5239113" y="1764136"/>
              <a:ext cx="267220" cy="192130"/>
            </a:xfrm>
            <a:prstGeom prst="rect">
              <a:avLst/>
            </a:prstGeom>
          </p:spPr>
        </p:pic>
        <p:sp>
          <p:nvSpPr>
            <p:cNvPr id="45" name="object 16">
              <a:extLst>
                <a:ext uri="{FF2B5EF4-FFF2-40B4-BE49-F238E27FC236}">
                  <a16:creationId xmlns:a16="http://schemas.microsoft.com/office/drawing/2014/main" id="{D970208C-9D50-0ADD-2FB0-4A2E6E0AF5C6}"/>
                </a:ext>
              </a:extLst>
            </p:cNvPr>
            <p:cNvSpPr/>
            <p:nvPr userDrawn="1"/>
          </p:nvSpPr>
          <p:spPr>
            <a:xfrm>
              <a:off x="2778430" y="1764137"/>
              <a:ext cx="929005" cy="192405"/>
            </a:xfrm>
            <a:custGeom>
              <a:avLst/>
              <a:gdLst/>
              <a:ahLst/>
              <a:cxnLst/>
              <a:rect l="l" t="t" r="r" b="b"/>
              <a:pathLst>
                <a:path w="929004" h="192405">
                  <a:moveTo>
                    <a:pt x="124764" y="139230"/>
                  </a:moveTo>
                  <a:lnTo>
                    <a:pt x="110756" y="105498"/>
                  </a:lnTo>
                  <a:lnTo>
                    <a:pt x="79946" y="83553"/>
                  </a:lnTo>
                  <a:lnTo>
                    <a:pt x="49123" y="65963"/>
                  </a:lnTo>
                  <a:lnTo>
                    <a:pt x="35115" y="45300"/>
                  </a:lnTo>
                  <a:lnTo>
                    <a:pt x="37325" y="35001"/>
                  </a:lnTo>
                  <a:lnTo>
                    <a:pt x="43357" y="27863"/>
                  </a:lnTo>
                  <a:lnTo>
                    <a:pt x="52374" y="23710"/>
                  </a:lnTo>
                  <a:lnTo>
                    <a:pt x="63474" y="22364"/>
                  </a:lnTo>
                  <a:lnTo>
                    <a:pt x="77127" y="23533"/>
                  </a:lnTo>
                  <a:lnTo>
                    <a:pt x="89496" y="26479"/>
                  </a:lnTo>
                  <a:lnTo>
                    <a:pt x="100622" y="30327"/>
                  </a:lnTo>
                  <a:lnTo>
                    <a:pt x="110578" y="34226"/>
                  </a:lnTo>
                  <a:lnTo>
                    <a:pt x="110578" y="5118"/>
                  </a:lnTo>
                  <a:lnTo>
                    <a:pt x="103479" y="3759"/>
                  </a:lnTo>
                  <a:lnTo>
                    <a:pt x="92900" y="2057"/>
                  </a:lnTo>
                  <a:lnTo>
                    <a:pt x="79654" y="609"/>
                  </a:lnTo>
                  <a:lnTo>
                    <a:pt x="64579" y="0"/>
                  </a:lnTo>
                  <a:lnTo>
                    <a:pt x="39535" y="2844"/>
                  </a:lnTo>
                  <a:lnTo>
                    <a:pt x="18999" y="11569"/>
                  </a:lnTo>
                  <a:lnTo>
                    <a:pt x="5105" y="26517"/>
                  </a:lnTo>
                  <a:lnTo>
                    <a:pt x="0" y="48018"/>
                  </a:lnTo>
                  <a:lnTo>
                    <a:pt x="14008" y="79616"/>
                  </a:lnTo>
                  <a:lnTo>
                    <a:pt x="44831" y="100571"/>
                  </a:lnTo>
                  <a:lnTo>
                    <a:pt x="75653" y="119214"/>
                  </a:lnTo>
                  <a:lnTo>
                    <a:pt x="89662" y="143840"/>
                  </a:lnTo>
                  <a:lnTo>
                    <a:pt x="88023" y="153022"/>
                  </a:lnTo>
                  <a:lnTo>
                    <a:pt x="82562" y="161366"/>
                  </a:lnTo>
                  <a:lnTo>
                    <a:pt x="72402" y="167424"/>
                  </a:lnTo>
                  <a:lnTo>
                    <a:pt x="56667" y="169773"/>
                  </a:lnTo>
                  <a:lnTo>
                    <a:pt x="39916" y="167894"/>
                  </a:lnTo>
                  <a:lnTo>
                    <a:pt x="25400" y="163258"/>
                  </a:lnTo>
                  <a:lnTo>
                    <a:pt x="13246" y="157353"/>
                  </a:lnTo>
                  <a:lnTo>
                    <a:pt x="3581" y="151688"/>
                  </a:lnTo>
                  <a:lnTo>
                    <a:pt x="3581" y="184289"/>
                  </a:lnTo>
                  <a:lnTo>
                    <a:pt x="10680" y="186093"/>
                  </a:lnTo>
                  <a:lnTo>
                    <a:pt x="22606" y="188722"/>
                  </a:lnTo>
                  <a:lnTo>
                    <a:pt x="38011" y="191096"/>
                  </a:lnTo>
                  <a:lnTo>
                    <a:pt x="55562" y="192138"/>
                  </a:lnTo>
                  <a:lnTo>
                    <a:pt x="83616" y="188772"/>
                  </a:lnTo>
                  <a:lnTo>
                    <a:pt x="105486" y="178752"/>
                  </a:lnTo>
                  <a:lnTo>
                    <a:pt x="119697" y="162191"/>
                  </a:lnTo>
                  <a:lnTo>
                    <a:pt x="124764" y="139230"/>
                  </a:lnTo>
                  <a:close/>
                </a:path>
                <a:path w="929004" h="192405">
                  <a:moveTo>
                    <a:pt x="266407" y="2806"/>
                  </a:moveTo>
                  <a:lnTo>
                    <a:pt x="140322" y="2806"/>
                  </a:lnTo>
                  <a:lnTo>
                    <a:pt x="140322" y="26936"/>
                  </a:lnTo>
                  <a:lnTo>
                    <a:pt x="187452" y="26936"/>
                  </a:lnTo>
                  <a:lnTo>
                    <a:pt x="187452" y="189496"/>
                  </a:lnTo>
                  <a:lnTo>
                    <a:pt x="219303" y="189496"/>
                  </a:lnTo>
                  <a:lnTo>
                    <a:pt x="219303" y="26936"/>
                  </a:lnTo>
                  <a:lnTo>
                    <a:pt x="266407" y="26936"/>
                  </a:lnTo>
                  <a:lnTo>
                    <a:pt x="266407" y="2806"/>
                  </a:lnTo>
                  <a:close/>
                </a:path>
                <a:path w="929004" h="192405">
                  <a:moveTo>
                    <a:pt x="325831" y="2959"/>
                  </a:moveTo>
                  <a:lnTo>
                    <a:pt x="293979" y="2959"/>
                  </a:lnTo>
                  <a:lnTo>
                    <a:pt x="293979" y="189141"/>
                  </a:lnTo>
                  <a:lnTo>
                    <a:pt x="325831" y="189141"/>
                  </a:lnTo>
                  <a:lnTo>
                    <a:pt x="325831" y="2959"/>
                  </a:lnTo>
                  <a:close/>
                </a:path>
                <a:path w="929004" h="192405">
                  <a:moveTo>
                    <a:pt x="479475" y="2806"/>
                  </a:moveTo>
                  <a:lnTo>
                    <a:pt x="353390" y="2806"/>
                  </a:lnTo>
                  <a:lnTo>
                    <a:pt x="353390" y="26936"/>
                  </a:lnTo>
                  <a:lnTo>
                    <a:pt x="400481" y="26936"/>
                  </a:lnTo>
                  <a:lnTo>
                    <a:pt x="400481" y="189496"/>
                  </a:lnTo>
                  <a:lnTo>
                    <a:pt x="432333" y="189496"/>
                  </a:lnTo>
                  <a:lnTo>
                    <a:pt x="432333" y="26936"/>
                  </a:lnTo>
                  <a:lnTo>
                    <a:pt x="479475" y="26936"/>
                  </a:lnTo>
                  <a:lnTo>
                    <a:pt x="479475" y="2806"/>
                  </a:lnTo>
                  <a:close/>
                </a:path>
                <a:path w="929004" h="192405">
                  <a:moveTo>
                    <a:pt x="928725" y="165646"/>
                  </a:moveTo>
                  <a:lnTo>
                    <a:pt x="848601" y="165646"/>
                  </a:lnTo>
                  <a:lnTo>
                    <a:pt x="848601" y="104686"/>
                  </a:lnTo>
                  <a:lnTo>
                    <a:pt x="922464" y="104686"/>
                  </a:lnTo>
                  <a:lnTo>
                    <a:pt x="922464" y="80556"/>
                  </a:lnTo>
                  <a:lnTo>
                    <a:pt x="848601" y="80556"/>
                  </a:lnTo>
                  <a:lnTo>
                    <a:pt x="848601" y="27216"/>
                  </a:lnTo>
                  <a:lnTo>
                    <a:pt x="926528" y="27216"/>
                  </a:lnTo>
                  <a:lnTo>
                    <a:pt x="926528" y="3086"/>
                  </a:lnTo>
                  <a:lnTo>
                    <a:pt x="816749" y="3086"/>
                  </a:lnTo>
                  <a:lnTo>
                    <a:pt x="816749" y="27216"/>
                  </a:lnTo>
                  <a:lnTo>
                    <a:pt x="816749" y="80556"/>
                  </a:lnTo>
                  <a:lnTo>
                    <a:pt x="816749" y="104686"/>
                  </a:lnTo>
                  <a:lnTo>
                    <a:pt x="816749" y="165646"/>
                  </a:lnTo>
                  <a:lnTo>
                    <a:pt x="816749" y="189776"/>
                  </a:lnTo>
                  <a:lnTo>
                    <a:pt x="928725" y="189776"/>
                  </a:lnTo>
                  <a:lnTo>
                    <a:pt x="928725" y="165646"/>
                  </a:lnTo>
                  <a:close/>
                </a:path>
              </a:pathLst>
            </a:custGeom>
            <a:solidFill>
              <a:srgbClr val="E31837"/>
            </a:solidFill>
          </p:spPr>
          <p:txBody>
            <a:bodyPr wrap="square" lIns="0" tIns="0" rIns="0" bIns="0" rtlCol="0"/>
            <a:lstStyle/>
            <a:p>
              <a:endParaRPr/>
            </a:p>
          </p:txBody>
        </p:sp>
        <p:pic>
          <p:nvPicPr>
            <p:cNvPr id="46" name="object 17">
              <a:extLst>
                <a:ext uri="{FF2B5EF4-FFF2-40B4-BE49-F238E27FC236}">
                  <a16:creationId xmlns:a16="http://schemas.microsoft.com/office/drawing/2014/main" id="{5BC964EA-4E31-73E8-8A78-65302F44C288}"/>
                </a:ext>
              </a:extLst>
            </p:cNvPr>
            <p:cNvPicPr/>
            <p:nvPr userDrawn="1"/>
          </p:nvPicPr>
          <p:blipFill>
            <a:blip r:embed="rId12" cstate="print"/>
            <a:stretch>
              <a:fillRect/>
            </a:stretch>
          </p:blipFill>
          <p:spPr>
            <a:xfrm>
              <a:off x="3284086" y="1767088"/>
              <a:ext cx="130467" cy="189177"/>
            </a:xfrm>
            <a:prstGeom prst="rect">
              <a:avLst/>
            </a:prstGeom>
          </p:spPr>
        </p:pic>
        <p:sp>
          <p:nvSpPr>
            <p:cNvPr id="47" name="object 18">
              <a:extLst>
                <a:ext uri="{FF2B5EF4-FFF2-40B4-BE49-F238E27FC236}">
                  <a16:creationId xmlns:a16="http://schemas.microsoft.com/office/drawing/2014/main" id="{70D8A71D-326E-E07A-D7A8-5E13DB7DF757}"/>
                </a:ext>
              </a:extLst>
            </p:cNvPr>
            <p:cNvSpPr/>
            <p:nvPr userDrawn="1"/>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E31837"/>
            </a:solidFill>
          </p:spPr>
          <p:txBody>
            <a:bodyPr wrap="square" lIns="0" tIns="0" rIns="0" bIns="0" rtlCol="0"/>
            <a:lstStyle/>
            <a:p>
              <a:endParaRPr/>
            </a:p>
          </p:txBody>
        </p:sp>
        <p:pic>
          <p:nvPicPr>
            <p:cNvPr id="48" name="object 19">
              <a:extLst>
                <a:ext uri="{FF2B5EF4-FFF2-40B4-BE49-F238E27FC236}">
                  <a16:creationId xmlns:a16="http://schemas.microsoft.com/office/drawing/2014/main" id="{359AF733-51E9-5A89-073C-8EE2E1BA0399}"/>
                </a:ext>
              </a:extLst>
            </p:cNvPr>
            <p:cNvPicPr/>
            <p:nvPr userDrawn="1"/>
          </p:nvPicPr>
          <p:blipFill>
            <a:blip r:embed="rId13" cstate="print"/>
            <a:stretch>
              <a:fillRect/>
            </a:stretch>
          </p:blipFill>
          <p:spPr>
            <a:xfrm>
              <a:off x="3820237" y="1764136"/>
              <a:ext cx="151984" cy="192130"/>
            </a:xfrm>
            <a:prstGeom prst="rect">
              <a:avLst/>
            </a:prstGeom>
          </p:spPr>
        </p:pic>
        <p:sp>
          <p:nvSpPr>
            <p:cNvPr id="49" name="object 20">
              <a:extLst>
                <a:ext uri="{FF2B5EF4-FFF2-40B4-BE49-F238E27FC236}">
                  <a16:creationId xmlns:a16="http://schemas.microsoft.com/office/drawing/2014/main" id="{031D4199-8AED-5EEC-1B7A-FE2F983182F7}"/>
                </a:ext>
              </a:extLst>
            </p:cNvPr>
            <p:cNvSpPr/>
            <p:nvPr userDrawn="1"/>
          </p:nvSpPr>
          <p:spPr>
            <a:xfrm>
              <a:off x="2519912" y="1630913"/>
              <a:ext cx="3333115" cy="25400"/>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E31837"/>
            </a:solidFill>
          </p:spPr>
          <p:txBody>
            <a:bodyPr wrap="square" lIns="0" tIns="0" rIns="0" bIns="0" rtlCol="0"/>
            <a:lstStyle/>
            <a:p>
              <a:endParaRPr/>
            </a:p>
          </p:txBody>
        </p:sp>
        <p:pic>
          <p:nvPicPr>
            <p:cNvPr id="50" name="object 21">
              <a:extLst>
                <a:ext uri="{FF2B5EF4-FFF2-40B4-BE49-F238E27FC236}">
                  <a16:creationId xmlns:a16="http://schemas.microsoft.com/office/drawing/2014/main" id="{14EFB97D-2CBA-6156-D25E-ACE359FB705D}"/>
                </a:ext>
              </a:extLst>
            </p:cNvPr>
            <p:cNvPicPr/>
            <p:nvPr userDrawn="1"/>
          </p:nvPicPr>
          <p:blipFill>
            <a:blip r:embed="rId14" cstate="print"/>
            <a:stretch>
              <a:fillRect/>
            </a:stretch>
          </p:blipFill>
          <p:spPr>
            <a:xfrm>
              <a:off x="873663" y="691082"/>
              <a:ext cx="1476939" cy="1713220"/>
            </a:xfrm>
            <a:prstGeom prst="rect">
              <a:avLst/>
            </a:prstGeom>
          </p:spPr>
        </p:pic>
      </p:grpSp>
    </p:spTree>
    <p:extLst>
      <p:ext uri="{BB962C8B-B14F-4D97-AF65-F5344CB8AC3E}">
        <p14:creationId xmlns:p14="http://schemas.microsoft.com/office/powerpoint/2010/main" val="1401306996"/>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3671264662"/>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37" name="object 2">
            <a:extLst>
              <a:ext uri="{FF2B5EF4-FFF2-40B4-BE49-F238E27FC236}">
                <a16:creationId xmlns:a16="http://schemas.microsoft.com/office/drawing/2014/main" id="{AA7BE95D-6DCA-C163-5E8C-E1539A66F6C4}"/>
              </a:ext>
            </a:extLst>
          </p:cNvPr>
          <p:cNvSpPr/>
          <p:nvPr userDrawn="1"/>
        </p:nvSpPr>
        <p:spPr>
          <a:xfrm>
            <a:off x="13146999" y="4549674"/>
            <a:ext cx="1932826" cy="702945"/>
          </a:xfrm>
          <a:custGeom>
            <a:avLst/>
            <a:gdLst/>
            <a:ahLst/>
            <a:cxnLst/>
            <a:rect l="l" t="t" r="r" b="b"/>
            <a:pathLst>
              <a:path w="2576830" h="702945">
                <a:moveTo>
                  <a:pt x="2576602" y="0"/>
                </a:moveTo>
                <a:lnTo>
                  <a:pt x="0" y="0"/>
                </a:lnTo>
                <a:lnTo>
                  <a:pt x="0" y="702795"/>
                </a:lnTo>
                <a:lnTo>
                  <a:pt x="2576602" y="702795"/>
                </a:lnTo>
                <a:lnTo>
                  <a:pt x="2576602" y="0"/>
                </a:lnTo>
                <a:close/>
              </a:path>
            </a:pathLst>
          </a:custGeom>
          <a:solidFill>
            <a:srgbClr val="60C0C4"/>
          </a:solidFill>
        </p:spPr>
        <p:txBody>
          <a:bodyPr wrap="square" lIns="0" tIns="0" rIns="0" bIns="0" rtlCol="0"/>
          <a:lstStyle/>
          <a:p>
            <a:endParaRPr/>
          </a:p>
        </p:txBody>
      </p:sp>
      <p:sp>
        <p:nvSpPr>
          <p:cNvPr id="38" name="object 3">
            <a:extLst>
              <a:ext uri="{FF2B5EF4-FFF2-40B4-BE49-F238E27FC236}">
                <a16:creationId xmlns:a16="http://schemas.microsoft.com/office/drawing/2014/main" id="{A5890EEC-6B24-BE01-A55C-7F1626000B46}"/>
              </a:ext>
            </a:extLst>
          </p:cNvPr>
          <p:cNvSpPr/>
          <p:nvPr userDrawn="1"/>
        </p:nvSpPr>
        <p:spPr>
          <a:xfrm>
            <a:off x="13146999" y="3087257"/>
            <a:ext cx="1932826" cy="820419"/>
          </a:xfrm>
          <a:custGeom>
            <a:avLst/>
            <a:gdLst/>
            <a:ahLst/>
            <a:cxnLst/>
            <a:rect l="l" t="t" r="r" b="b"/>
            <a:pathLst>
              <a:path w="2576830" h="820420">
                <a:moveTo>
                  <a:pt x="2576602" y="0"/>
                </a:moveTo>
                <a:lnTo>
                  <a:pt x="0" y="0"/>
                </a:lnTo>
                <a:lnTo>
                  <a:pt x="0" y="819901"/>
                </a:lnTo>
                <a:lnTo>
                  <a:pt x="2576602" y="819901"/>
                </a:lnTo>
                <a:lnTo>
                  <a:pt x="2576602" y="0"/>
                </a:lnTo>
                <a:close/>
              </a:path>
            </a:pathLst>
          </a:custGeom>
          <a:solidFill>
            <a:srgbClr val="60C0C4"/>
          </a:solidFill>
        </p:spPr>
        <p:txBody>
          <a:bodyPr wrap="square" lIns="0" tIns="0" rIns="0" bIns="0" rtlCol="0"/>
          <a:lstStyle/>
          <a:p>
            <a:endParaRPr/>
          </a:p>
        </p:txBody>
      </p:sp>
      <p:sp>
        <p:nvSpPr>
          <p:cNvPr id="39" name="object 4">
            <a:extLst>
              <a:ext uri="{FF2B5EF4-FFF2-40B4-BE49-F238E27FC236}">
                <a16:creationId xmlns:a16="http://schemas.microsoft.com/office/drawing/2014/main" id="{B3AE07DF-EC48-CFB0-A004-C011BFACD612}"/>
              </a:ext>
            </a:extLst>
          </p:cNvPr>
          <p:cNvSpPr/>
          <p:nvPr userDrawn="1"/>
        </p:nvSpPr>
        <p:spPr>
          <a:xfrm>
            <a:off x="13146999" y="1640129"/>
            <a:ext cx="1932826" cy="972819"/>
          </a:xfrm>
          <a:custGeom>
            <a:avLst/>
            <a:gdLst/>
            <a:ahLst/>
            <a:cxnLst/>
            <a:rect l="l" t="t" r="r" b="b"/>
            <a:pathLst>
              <a:path w="2576830" h="972819">
                <a:moveTo>
                  <a:pt x="2576602" y="0"/>
                </a:moveTo>
                <a:lnTo>
                  <a:pt x="0" y="0"/>
                </a:lnTo>
                <a:lnTo>
                  <a:pt x="0" y="972630"/>
                </a:lnTo>
                <a:lnTo>
                  <a:pt x="2576602" y="972630"/>
                </a:lnTo>
                <a:lnTo>
                  <a:pt x="2576602" y="0"/>
                </a:lnTo>
                <a:close/>
              </a:path>
            </a:pathLst>
          </a:custGeom>
          <a:solidFill>
            <a:srgbClr val="60C0C4"/>
          </a:solidFill>
        </p:spPr>
        <p:txBody>
          <a:bodyPr wrap="square" lIns="0" tIns="0" rIns="0" bIns="0" rtlCol="0"/>
          <a:lstStyle/>
          <a:p>
            <a:endParaRPr/>
          </a:p>
        </p:txBody>
      </p:sp>
      <p:sp>
        <p:nvSpPr>
          <p:cNvPr id="40" name="object 5">
            <a:extLst>
              <a:ext uri="{FF2B5EF4-FFF2-40B4-BE49-F238E27FC236}">
                <a16:creationId xmlns:a16="http://schemas.microsoft.com/office/drawing/2014/main" id="{63788526-9F5C-2314-48CD-9B553257D233}"/>
              </a:ext>
            </a:extLst>
          </p:cNvPr>
          <p:cNvSpPr/>
          <p:nvPr userDrawn="1"/>
        </p:nvSpPr>
        <p:spPr>
          <a:xfrm>
            <a:off x="13147000" y="1"/>
            <a:ext cx="1932826" cy="1228725"/>
          </a:xfrm>
          <a:custGeom>
            <a:avLst/>
            <a:gdLst/>
            <a:ahLst/>
            <a:cxnLst/>
            <a:rect l="l" t="t" r="r" b="b"/>
            <a:pathLst>
              <a:path w="2576830" h="1228725">
                <a:moveTo>
                  <a:pt x="2576602" y="0"/>
                </a:moveTo>
                <a:lnTo>
                  <a:pt x="0" y="0"/>
                </a:lnTo>
                <a:lnTo>
                  <a:pt x="0" y="1216392"/>
                </a:lnTo>
                <a:lnTo>
                  <a:pt x="2576602" y="1228255"/>
                </a:lnTo>
                <a:lnTo>
                  <a:pt x="2576602" y="0"/>
                </a:lnTo>
                <a:close/>
              </a:path>
            </a:pathLst>
          </a:custGeom>
          <a:solidFill>
            <a:srgbClr val="60C0C4"/>
          </a:solidFill>
        </p:spPr>
        <p:txBody>
          <a:bodyPr wrap="square" lIns="0" tIns="0" rIns="0" bIns="0" rtlCol="0"/>
          <a:lstStyle/>
          <a:p>
            <a:endParaRPr/>
          </a:p>
        </p:txBody>
      </p:sp>
      <p:sp>
        <p:nvSpPr>
          <p:cNvPr id="41" name="object 6">
            <a:extLst>
              <a:ext uri="{FF2B5EF4-FFF2-40B4-BE49-F238E27FC236}">
                <a16:creationId xmlns:a16="http://schemas.microsoft.com/office/drawing/2014/main" id="{63465EA9-DC73-3492-AC25-0D82B7122439}"/>
              </a:ext>
            </a:extLst>
          </p:cNvPr>
          <p:cNvSpPr/>
          <p:nvPr userDrawn="1"/>
        </p:nvSpPr>
        <p:spPr>
          <a:xfrm>
            <a:off x="11294039" y="3778900"/>
            <a:ext cx="1853284" cy="1122680"/>
          </a:xfrm>
          <a:custGeom>
            <a:avLst/>
            <a:gdLst/>
            <a:ahLst/>
            <a:cxnLst/>
            <a:rect l="l" t="t" r="r" b="b"/>
            <a:pathLst>
              <a:path w="2470784" h="1122679">
                <a:moveTo>
                  <a:pt x="2470354" y="0"/>
                </a:moveTo>
                <a:lnTo>
                  <a:pt x="0" y="0"/>
                </a:lnTo>
                <a:lnTo>
                  <a:pt x="0" y="1122164"/>
                </a:lnTo>
                <a:lnTo>
                  <a:pt x="2470354" y="1122164"/>
                </a:lnTo>
                <a:lnTo>
                  <a:pt x="2470354" y="0"/>
                </a:lnTo>
                <a:close/>
              </a:path>
            </a:pathLst>
          </a:custGeom>
          <a:solidFill>
            <a:srgbClr val="60C0C4"/>
          </a:solidFill>
        </p:spPr>
        <p:txBody>
          <a:bodyPr wrap="square" lIns="0" tIns="0" rIns="0" bIns="0" rtlCol="0"/>
          <a:lstStyle/>
          <a:p>
            <a:endParaRPr/>
          </a:p>
        </p:txBody>
      </p:sp>
      <p:sp>
        <p:nvSpPr>
          <p:cNvPr id="42" name="object 7">
            <a:extLst>
              <a:ext uri="{FF2B5EF4-FFF2-40B4-BE49-F238E27FC236}">
                <a16:creationId xmlns:a16="http://schemas.microsoft.com/office/drawing/2014/main" id="{B81521D3-E3A5-4348-6B51-7DCBB6423D26}"/>
              </a:ext>
            </a:extLst>
          </p:cNvPr>
          <p:cNvSpPr/>
          <p:nvPr userDrawn="1"/>
        </p:nvSpPr>
        <p:spPr>
          <a:xfrm>
            <a:off x="11294039" y="2341144"/>
            <a:ext cx="1853284" cy="1003935"/>
          </a:xfrm>
          <a:custGeom>
            <a:avLst/>
            <a:gdLst/>
            <a:ahLst/>
            <a:cxnLst/>
            <a:rect l="l" t="t" r="r" b="b"/>
            <a:pathLst>
              <a:path w="2470784" h="1003935">
                <a:moveTo>
                  <a:pt x="2470354" y="0"/>
                </a:moveTo>
                <a:lnTo>
                  <a:pt x="0" y="0"/>
                </a:lnTo>
                <a:lnTo>
                  <a:pt x="0" y="1003445"/>
                </a:lnTo>
                <a:lnTo>
                  <a:pt x="2470354" y="1003445"/>
                </a:lnTo>
                <a:lnTo>
                  <a:pt x="2470354" y="0"/>
                </a:lnTo>
                <a:close/>
              </a:path>
            </a:pathLst>
          </a:custGeom>
          <a:solidFill>
            <a:srgbClr val="60C0C4"/>
          </a:solidFill>
        </p:spPr>
        <p:txBody>
          <a:bodyPr wrap="square" lIns="0" tIns="0" rIns="0" bIns="0" rtlCol="0"/>
          <a:lstStyle/>
          <a:p>
            <a:endParaRPr/>
          </a:p>
        </p:txBody>
      </p:sp>
      <p:sp>
        <p:nvSpPr>
          <p:cNvPr id="43" name="object 8">
            <a:extLst>
              <a:ext uri="{FF2B5EF4-FFF2-40B4-BE49-F238E27FC236}">
                <a16:creationId xmlns:a16="http://schemas.microsoft.com/office/drawing/2014/main" id="{4881C597-906C-1CFD-F885-1535C4F4B330}"/>
              </a:ext>
            </a:extLst>
          </p:cNvPr>
          <p:cNvSpPr/>
          <p:nvPr userDrawn="1"/>
        </p:nvSpPr>
        <p:spPr>
          <a:xfrm>
            <a:off x="11294039" y="872067"/>
            <a:ext cx="1853284" cy="886460"/>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rgbClr val="DB002E"/>
          </a:solidFill>
        </p:spPr>
        <p:txBody>
          <a:bodyPr wrap="square" lIns="0" tIns="0" rIns="0" bIns="0" rtlCol="0"/>
          <a:lstStyle/>
          <a:p>
            <a:endParaRPr/>
          </a:p>
        </p:txBody>
      </p:sp>
      <p:sp>
        <p:nvSpPr>
          <p:cNvPr id="44" name="object 9">
            <a:extLst>
              <a:ext uri="{FF2B5EF4-FFF2-40B4-BE49-F238E27FC236}">
                <a16:creationId xmlns:a16="http://schemas.microsoft.com/office/drawing/2014/main" id="{A8034A52-1F4B-EA27-E8D0-11073050292F}"/>
              </a:ext>
            </a:extLst>
          </p:cNvPr>
          <p:cNvSpPr/>
          <p:nvPr userDrawn="1"/>
        </p:nvSpPr>
        <p:spPr>
          <a:xfrm>
            <a:off x="2768409" y="1079112"/>
            <a:ext cx="504878" cy="445134"/>
          </a:xfrm>
          <a:custGeom>
            <a:avLst/>
            <a:gdLst/>
            <a:ahLst/>
            <a:cxnLst/>
            <a:rect l="l" t="t" r="r" b="b"/>
            <a:pathLst>
              <a:path w="673100" h="445134">
                <a:moveTo>
                  <a:pt x="278650" y="318503"/>
                </a:moveTo>
                <a:lnTo>
                  <a:pt x="269214" y="267081"/>
                </a:lnTo>
                <a:lnTo>
                  <a:pt x="246316" y="235445"/>
                </a:lnTo>
                <a:lnTo>
                  <a:pt x="245643" y="234505"/>
                </a:lnTo>
                <a:lnTo>
                  <a:pt x="215087" y="216458"/>
                </a:lnTo>
                <a:lnTo>
                  <a:pt x="203619" y="213499"/>
                </a:lnTo>
                <a:lnTo>
                  <a:pt x="203619" y="312254"/>
                </a:lnTo>
                <a:lnTo>
                  <a:pt x="194703" y="350901"/>
                </a:lnTo>
                <a:lnTo>
                  <a:pt x="171475" y="373227"/>
                </a:lnTo>
                <a:lnTo>
                  <a:pt x="139255" y="383489"/>
                </a:lnTo>
                <a:lnTo>
                  <a:pt x="103365" y="385965"/>
                </a:lnTo>
                <a:lnTo>
                  <a:pt x="73736" y="385965"/>
                </a:lnTo>
                <a:lnTo>
                  <a:pt x="73736" y="235445"/>
                </a:lnTo>
                <a:lnTo>
                  <a:pt x="103365" y="235445"/>
                </a:lnTo>
                <a:lnTo>
                  <a:pt x="144830" y="239458"/>
                </a:lnTo>
                <a:lnTo>
                  <a:pt x="176428" y="252539"/>
                </a:lnTo>
                <a:lnTo>
                  <a:pt x="196557" y="276275"/>
                </a:lnTo>
                <a:lnTo>
                  <a:pt x="203619" y="312254"/>
                </a:lnTo>
                <a:lnTo>
                  <a:pt x="203619" y="213499"/>
                </a:lnTo>
                <a:lnTo>
                  <a:pt x="184696" y="208584"/>
                </a:lnTo>
                <a:lnTo>
                  <a:pt x="184696" y="207352"/>
                </a:lnTo>
                <a:lnTo>
                  <a:pt x="206679" y="197434"/>
                </a:lnTo>
                <a:lnTo>
                  <a:pt x="225704" y="183591"/>
                </a:lnTo>
                <a:lnTo>
                  <a:pt x="230428" y="180162"/>
                </a:lnTo>
                <a:lnTo>
                  <a:pt x="249440" y="151638"/>
                </a:lnTo>
                <a:lnTo>
                  <a:pt x="257225" y="108026"/>
                </a:lnTo>
                <a:lnTo>
                  <a:pt x="245364" y="58699"/>
                </a:lnTo>
                <a:lnTo>
                  <a:pt x="244563" y="55346"/>
                </a:lnTo>
                <a:lnTo>
                  <a:pt x="213169" y="24676"/>
                </a:lnTo>
                <a:lnTo>
                  <a:pt x="182194" y="13690"/>
                </a:lnTo>
                <a:lnTo>
                  <a:pt x="182194" y="120523"/>
                </a:lnTo>
                <a:lnTo>
                  <a:pt x="176174" y="153822"/>
                </a:lnTo>
                <a:lnTo>
                  <a:pt x="159575" y="172897"/>
                </a:lnTo>
                <a:lnTo>
                  <a:pt x="134569" y="181546"/>
                </a:lnTo>
                <a:lnTo>
                  <a:pt x="103365" y="183591"/>
                </a:lnTo>
                <a:lnTo>
                  <a:pt x="73736" y="183591"/>
                </a:lnTo>
                <a:lnTo>
                  <a:pt x="73736" y="58699"/>
                </a:lnTo>
                <a:lnTo>
                  <a:pt x="103365" y="58699"/>
                </a:lnTo>
                <a:lnTo>
                  <a:pt x="135369" y="60794"/>
                </a:lnTo>
                <a:lnTo>
                  <a:pt x="160274" y="69456"/>
                </a:lnTo>
                <a:lnTo>
                  <a:pt x="176428" y="88201"/>
                </a:lnTo>
                <a:lnTo>
                  <a:pt x="182194" y="120523"/>
                </a:lnTo>
                <a:lnTo>
                  <a:pt x="182194" y="13690"/>
                </a:lnTo>
                <a:lnTo>
                  <a:pt x="172910" y="10388"/>
                </a:lnTo>
                <a:lnTo>
                  <a:pt x="133642" y="6870"/>
                </a:lnTo>
                <a:lnTo>
                  <a:pt x="0" y="6870"/>
                </a:lnTo>
                <a:lnTo>
                  <a:pt x="0" y="437781"/>
                </a:lnTo>
                <a:lnTo>
                  <a:pt x="133642" y="437781"/>
                </a:lnTo>
                <a:lnTo>
                  <a:pt x="172935" y="435571"/>
                </a:lnTo>
                <a:lnTo>
                  <a:pt x="211924" y="426364"/>
                </a:lnTo>
                <a:lnTo>
                  <a:pt x="245770" y="406349"/>
                </a:lnTo>
                <a:lnTo>
                  <a:pt x="269633" y="371678"/>
                </a:lnTo>
                <a:lnTo>
                  <a:pt x="278650" y="318503"/>
                </a:lnTo>
                <a:close/>
              </a:path>
              <a:path w="673100" h="445134">
                <a:moveTo>
                  <a:pt x="672668" y="222326"/>
                </a:moveTo>
                <a:lnTo>
                  <a:pt x="670039" y="170484"/>
                </a:lnTo>
                <a:lnTo>
                  <a:pt x="661504" y="123355"/>
                </a:lnTo>
                <a:lnTo>
                  <a:pt x="646112" y="82130"/>
                </a:lnTo>
                <a:lnTo>
                  <a:pt x="625513" y="51828"/>
                </a:lnTo>
                <a:lnTo>
                  <a:pt x="622909" y="47980"/>
                </a:lnTo>
                <a:lnTo>
                  <a:pt x="591324" y="22453"/>
                </a:lnTo>
                <a:lnTo>
                  <a:pt x="591324" y="222326"/>
                </a:lnTo>
                <a:lnTo>
                  <a:pt x="588632" y="275310"/>
                </a:lnTo>
                <a:lnTo>
                  <a:pt x="579462" y="321995"/>
                </a:lnTo>
                <a:lnTo>
                  <a:pt x="562190" y="359244"/>
                </a:lnTo>
                <a:lnTo>
                  <a:pt x="535165" y="383908"/>
                </a:lnTo>
                <a:lnTo>
                  <a:pt x="496785" y="392823"/>
                </a:lnTo>
                <a:lnTo>
                  <a:pt x="458127" y="383908"/>
                </a:lnTo>
                <a:lnTo>
                  <a:pt x="431076" y="359244"/>
                </a:lnTo>
                <a:lnTo>
                  <a:pt x="413880" y="321995"/>
                </a:lnTo>
                <a:lnTo>
                  <a:pt x="404825" y="275310"/>
                </a:lnTo>
                <a:lnTo>
                  <a:pt x="402196" y="222326"/>
                </a:lnTo>
                <a:lnTo>
                  <a:pt x="404825" y="169341"/>
                </a:lnTo>
                <a:lnTo>
                  <a:pt x="413880" y="122656"/>
                </a:lnTo>
                <a:lnTo>
                  <a:pt x="431076" y="85407"/>
                </a:lnTo>
                <a:lnTo>
                  <a:pt x="458127" y="60744"/>
                </a:lnTo>
                <a:lnTo>
                  <a:pt x="496785" y="51828"/>
                </a:lnTo>
                <a:lnTo>
                  <a:pt x="535165" y="60744"/>
                </a:lnTo>
                <a:lnTo>
                  <a:pt x="562190" y="85407"/>
                </a:lnTo>
                <a:lnTo>
                  <a:pt x="579462" y="122656"/>
                </a:lnTo>
                <a:lnTo>
                  <a:pt x="588632" y="169341"/>
                </a:lnTo>
                <a:lnTo>
                  <a:pt x="591324" y="222326"/>
                </a:lnTo>
                <a:lnTo>
                  <a:pt x="591324" y="22453"/>
                </a:lnTo>
                <a:lnTo>
                  <a:pt x="590918" y="22123"/>
                </a:lnTo>
                <a:lnTo>
                  <a:pt x="549198" y="5727"/>
                </a:lnTo>
                <a:lnTo>
                  <a:pt x="496785" y="0"/>
                </a:lnTo>
                <a:lnTo>
                  <a:pt x="444169" y="5727"/>
                </a:lnTo>
                <a:lnTo>
                  <a:pt x="402361" y="22123"/>
                </a:lnTo>
                <a:lnTo>
                  <a:pt x="370382" y="47980"/>
                </a:lnTo>
                <a:lnTo>
                  <a:pt x="347230" y="82130"/>
                </a:lnTo>
                <a:lnTo>
                  <a:pt x="331914" y="123355"/>
                </a:lnTo>
                <a:lnTo>
                  <a:pt x="323456" y="170484"/>
                </a:lnTo>
                <a:lnTo>
                  <a:pt x="320865" y="222326"/>
                </a:lnTo>
                <a:lnTo>
                  <a:pt x="323456" y="274167"/>
                </a:lnTo>
                <a:lnTo>
                  <a:pt x="331914" y="321297"/>
                </a:lnTo>
                <a:lnTo>
                  <a:pt x="347230" y="362521"/>
                </a:lnTo>
                <a:lnTo>
                  <a:pt x="370382" y="396671"/>
                </a:lnTo>
                <a:lnTo>
                  <a:pt x="402361" y="422529"/>
                </a:lnTo>
                <a:lnTo>
                  <a:pt x="444169" y="438924"/>
                </a:lnTo>
                <a:lnTo>
                  <a:pt x="496785" y="444652"/>
                </a:lnTo>
                <a:lnTo>
                  <a:pt x="549198" y="438924"/>
                </a:lnTo>
                <a:lnTo>
                  <a:pt x="590918" y="422529"/>
                </a:lnTo>
                <a:lnTo>
                  <a:pt x="622909" y="396671"/>
                </a:lnTo>
                <a:lnTo>
                  <a:pt x="625513" y="392823"/>
                </a:lnTo>
                <a:lnTo>
                  <a:pt x="646112" y="362521"/>
                </a:lnTo>
                <a:lnTo>
                  <a:pt x="661504" y="321297"/>
                </a:lnTo>
                <a:lnTo>
                  <a:pt x="670039" y="274167"/>
                </a:lnTo>
                <a:lnTo>
                  <a:pt x="672668" y="222326"/>
                </a:lnTo>
                <a:close/>
              </a:path>
            </a:pathLst>
          </a:custGeom>
          <a:solidFill>
            <a:srgbClr val="E31837"/>
          </a:solidFill>
        </p:spPr>
        <p:txBody>
          <a:bodyPr wrap="square" lIns="0" tIns="0" rIns="0" bIns="0" rtlCol="0"/>
          <a:lstStyle/>
          <a:p>
            <a:endParaRPr/>
          </a:p>
        </p:txBody>
      </p:sp>
      <p:sp>
        <p:nvSpPr>
          <p:cNvPr id="45" name="object 10">
            <a:extLst>
              <a:ext uri="{FF2B5EF4-FFF2-40B4-BE49-F238E27FC236}">
                <a16:creationId xmlns:a16="http://schemas.microsoft.com/office/drawing/2014/main" id="{C6B02596-B104-E63F-3F32-82A2881CDEDC}"/>
              </a:ext>
            </a:extLst>
          </p:cNvPr>
          <p:cNvSpPr/>
          <p:nvPr userDrawn="1"/>
        </p:nvSpPr>
        <p:spPr>
          <a:xfrm>
            <a:off x="1892173" y="1085986"/>
            <a:ext cx="333886" cy="431165"/>
          </a:xfrm>
          <a:custGeom>
            <a:avLst/>
            <a:gdLst/>
            <a:ahLst/>
            <a:cxnLst/>
            <a:rect l="l" t="t" r="r" b="b"/>
            <a:pathLst>
              <a:path w="445135" h="431165">
                <a:moveTo>
                  <a:pt x="445064" y="0"/>
                </a:moveTo>
                <a:lnTo>
                  <a:pt x="344837" y="0"/>
                </a:lnTo>
                <a:lnTo>
                  <a:pt x="223176" y="344115"/>
                </a:lnTo>
                <a:lnTo>
                  <a:pt x="221888" y="344115"/>
                </a:lnTo>
                <a:lnTo>
                  <a:pt x="100855" y="0"/>
                </a:lnTo>
                <a:lnTo>
                  <a:pt x="0" y="0"/>
                </a:lnTo>
                <a:lnTo>
                  <a:pt x="0" y="430897"/>
                </a:lnTo>
                <a:lnTo>
                  <a:pt x="67432" y="430897"/>
                </a:lnTo>
                <a:lnTo>
                  <a:pt x="67432" y="91169"/>
                </a:lnTo>
                <a:lnTo>
                  <a:pt x="68720" y="91169"/>
                </a:lnTo>
                <a:lnTo>
                  <a:pt x="188507" y="430897"/>
                </a:lnTo>
                <a:lnTo>
                  <a:pt x="256557" y="430897"/>
                </a:lnTo>
                <a:lnTo>
                  <a:pt x="376375" y="91169"/>
                </a:lnTo>
                <a:lnTo>
                  <a:pt x="377632" y="91169"/>
                </a:lnTo>
                <a:lnTo>
                  <a:pt x="377632" y="430897"/>
                </a:lnTo>
                <a:lnTo>
                  <a:pt x="445064" y="430897"/>
                </a:lnTo>
                <a:lnTo>
                  <a:pt x="445064" y="0"/>
                </a:lnTo>
                <a:close/>
              </a:path>
            </a:pathLst>
          </a:custGeom>
          <a:solidFill>
            <a:srgbClr val="E31837"/>
          </a:solidFill>
        </p:spPr>
        <p:txBody>
          <a:bodyPr wrap="square" lIns="0" tIns="0" rIns="0" bIns="0" rtlCol="0"/>
          <a:lstStyle/>
          <a:p>
            <a:endParaRPr/>
          </a:p>
        </p:txBody>
      </p:sp>
      <p:sp>
        <p:nvSpPr>
          <p:cNvPr id="46" name="object 11">
            <a:extLst>
              <a:ext uri="{FF2B5EF4-FFF2-40B4-BE49-F238E27FC236}">
                <a16:creationId xmlns:a16="http://schemas.microsoft.com/office/drawing/2014/main" id="{F77CF4D1-F51F-B9D1-81B9-E5745ED2672D}"/>
              </a:ext>
            </a:extLst>
          </p:cNvPr>
          <p:cNvSpPr/>
          <p:nvPr userDrawn="1"/>
        </p:nvSpPr>
        <p:spPr>
          <a:xfrm>
            <a:off x="2541433" y="1085385"/>
            <a:ext cx="183852" cy="431800"/>
          </a:xfrm>
          <a:custGeom>
            <a:avLst/>
            <a:gdLst/>
            <a:ahLst/>
            <a:cxnLst/>
            <a:rect l="l" t="t" r="r" b="b"/>
            <a:pathLst>
              <a:path w="245110" h="431800">
                <a:moveTo>
                  <a:pt x="244614" y="375920"/>
                </a:moveTo>
                <a:lnTo>
                  <a:pt x="73736" y="375920"/>
                </a:lnTo>
                <a:lnTo>
                  <a:pt x="73736" y="0"/>
                </a:lnTo>
                <a:lnTo>
                  <a:pt x="0" y="0"/>
                </a:lnTo>
                <a:lnTo>
                  <a:pt x="0" y="375920"/>
                </a:lnTo>
                <a:lnTo>
                  <a:pt x="0" y="431800"/>
                </a:lnTo>
                <a:lnTo>
                  <a:pt x="244614" y="431800"/>
                </a:lnTo>
                <a:lnTo>
                  <a:pt x="244614" y="375920"/>
                </a:lnTo>
                <a:close/>
              </a:path>
            </a:pathLst>
          </a:custGeom>
          <a:solidFill>
            <a:srgbClr val="E31837"/>
          </a:solidFill>
        </p:spPr>
        <p:txBody>
          <a:bodyPr wrap="square" lIns="0" tIns="0" rIns="0" bIns="0" rtlCol="0"/>
          <a:lstStyle/>
          <a:p>
            <a:endParaRPr/>
          </a:p>
        </p:txBody>
      </p:sp>
      <p:sp>
        <p:nvSpPr>
          <p:cNvPr id="47" name="object 12">
            <a:extLst>
              <a:ext uri="{FF2B5EF4-FFF2-40B4-BE49-F238E27FC236}">
                <a16:creationId xmlns:a16="http://schemas.microsoft.com/office/drawing/2014/main" id="{0BB4F3E1-349F-8BFF-62C0-80D700663AE8}"/>
              </a:ext>
            </a:extLst>
          </p:cNvPr>
          <p:cNvSpPr/>
          <p:nvPr userDrawn="1"/>
        </p:nvSpPr>
        <p:spPr>
          <a:xfrm>
            <a:off x="2295510" y="1085385"/>
            <a:ext cx="194807" cy="431800"/>
          </a:xfrm>
          <a:custGeom>
            <a:avLst/>
            <a:gdLst/>
            <a:ahLst/>
            <a:cxnLst/>
            <a:rect l="l" t="t" r="r" b="b"/>
            <a:pathLst>
              <a:path w="259714" h="431800">
                <a:moveTo>
                  <a:pt x="259143" y="375920"/>
                </a:moveTo>
                <a:lnTo>
                  <a:pt x="73774" y="375920"/>
                </a:lnTo>
                <a:lnTo>
                  <a:pt x="73774" y="236220"/>
                </a:lnTo>
                <a:lnTo>
                  <a:pt x="244640" y="236220"/>
                </a:lnTo>
                <a:lnTo>
                  <a:pt x="244640" y="180340"/>
                </a:lnTo>
                <a:lnTo>
                  <a:pt x="73774" y="180340"/>
                </a:lnTo>
                <a:lnTo>
                  <a:pt x="73774" y="55880"/>
                </a:lnTo>
                <a:lnTo>
                  <a:pt x="254088" y="55880"/>
                </a:lnTo>
                <a:lnTo>
                  <a:pt x="254088" y="0"/>
                </a:lnTo>
                <a:lnTo>
                  <a:pt x="0" y="0"/>
                </a:lnTo>
                <a:lnTo>
                  <a:pt x="0" y="55880"/>
                </a:lnTo>
                <a:lnTo>
                  <a:pt x="0" y="180340"/>
                </a:lnTo>
                <a:lnTo>
                  <a:pt x="0" y="236220"/>
                </a:lnTo>
                <a:lnTo>
                  <a:pt x="0" y="375920"/>
                </a:lnTo>
                <a:lnTo>
                  <a:pt x="0" y="431800"/>
                </a:lnTo>
                <a:lnTo>
                  <a:pt x="259143" y="431800"/>
                </a:lnTo>
                <a:lnTo>
                  <a:pt x="259143" y="375920"/>
                </a:lnTo>
                <a:close/>
              </a:path>
            </a:pathLst>
          </a:custGeom>
          <a:solidFill>
            <a:srgbClr val="E31837"/>
          </a:solidFill>
        </p:spPr>
        <p:txBody>
          <a:bodyPr wrap="square" lIns="0" tIns="0" rIns="0" bIns="0" rtlCol="0"/>
          <a:lstStyle/>
          <a:p>
            <a:endParaRPr/>
          </a:p>
        </p:txBody>
      </p:sp>
      <p:sp>
        <p:nvSpPr>
          <p:cNvPr id="48" name="object 13">
            <a:extLst>
              <a:ext uri="{FF2B5EF4-FFF2-40B4-BE49-F238E27FC236}">
                <a16:creationId xmlns:a16="http://schemas.microsoft.com/office/drawing/2014/main" id="{7027AD7E-7AAF-F0EB-9466-9F08A7BFA6D7}"/>
              </a:ext>
            </a:extLst>
          </p:cNvPr>
          <p:cNvSpPr/>
          <p:nvPr userDrawn="1"/>
        </p:nvSpPr>
        <p:spPr>
          <a:xfrm>
            <a:off x="4196490" y="1085385"/>
            <a:ext cx="194330" cy="431800"/>
          </a:xfrm>
          <a:custGeom>
            <a:avLst/>
            <a:gdLst/>
            <a:ahLst/>
            <a:cxnLst/>
            <a:rect l="l" t="t" r="r" b="b"/>
            <a:pathLst>
              <a:path w="259079" h="431800">
                <a:moveTo>
                  <a:pt x="259067" y="375920"/>
                </a:moveTo>
                <a:lnTo>
                  <a:pt x="73736" y="375920"/>
                </a:lnTo>
                <a:lnTo>
                  <a:pt x="73736" y="236220"/>
                </a:lnTo>
                <a:lnTo>
                  <a:pt x="244614" y="236220"/>
                </a:lnTo>
                <a:lnTo>
                  <a:pt x="244614" y="180340"/>
                </a:lnTo>
                <a:lnTo>
                  <a:pt x="73736" y="180340"/>
                </a:lnTo>
                <a:lnTo>
                  <a:pt x="73736" y="55880"/>
                </a:lnTo>
                <a:lnTo>
                  <a:pt x="254050" y="55880"/>
                </a:lnTo>
                <a:lnTo>
                  <a:pt x="254050" y="0"/>
                </a:lnTo>
                <a:lnTo>
                  <a:pt x="0" y="0"/>
                </a:lnTo>
                <a:lnTo>
                  <a:pt x="0" y="55880"/>
                </a:lnTo>
                <a:lnTo>
                  <a:pt x="0" y="180340"/>
                </a:lnTo>
                <a:lnTo>
                  <a:pt x="0" y="236220"/>
                </a:lnTo>
                <a:lnTo>
                  <a:pt x="0" y="375920"/>
                </a:lnTo>
                <a:lnTo>
                  <a:pt x="0" y="431800"/>
                </a:lnTo>
                <a:lnTo>
                  <a:pt x="259067" y="431800"/>
                </a:lnTo>
                <a:lnTo>
                  <a:pt x="259067" y="375920"/>
                </a:lnTo>
                <a:close/>
              </a:path>
            </a:pathLst>
          </a:custGeom>
          <a:solidFill>
            <a:srgbClr val="E31837"/>
          </a:solidFill>
        </p:spPr>
        <p:txBody>
          <a:bodyPr wrap="square" lIns="0" tIns="0" rIns="0" bIns="0" rtlCol="0"/>
          <a:lstStyle/>
          <a:p>
            <a:endParaRPr/>
          </a:p>
        </p:txBody>
      </p:sp>
      <p:sp>
        <p:nvSpPr>
          <p:cNvPr id="49" name="object 14">
            <a:extLst>
              <a:ext uri="{FF2B5EF4-FFF2-40B4-BE49-F238E27FC236}">
                <a16:creationId xmlns:a16="http://schemas.microsoft.com/office/drawing/2014/main" id="{18999DCB-81A1-85C5-D808-1675A103B705}"/>
              </a:ext>
            </a:extLst>
          </p:cNvPr>
          <p:cNvSpPr/>
          <p:nvPr userDrawn="1"/>
        </p:nvSpPr>
        <p:spPr>
          <a:xfrm>
            <a:off x="3881086" y="1085987"/>
            <a:ext cx="245771" cy="431165"/>
          </a:xfrm>
          <a:custGeom>
            <a:avLst/>
            <a:gdLst/>
            <a:ahLst/>
            <a:cxnLst/>
            <a:rect l="l" t="t" r="r" b="b"/>
            <a:pathLst>
              <a:path w="327660" h="431165">
                <a:moveTo>
                  <a:pt x="327204" y="0"/>
                </a:moveTo>
                <a:lnTo>
                  <a:pt x="259740" y="0"/>
                </a:lnTo>
                <a:lnTo>
                  <a:pt x="259740" y="317257"/>
                </a:lnTo>
                <a:lnTo>
                  <a:pt x="258484" y="317257"/>
                </a:lnTo>
                <a:lnTo>
                  <a:pt x="90782" y="0"/>
                </a:lnTo>
                <a:lnTo>
                  <a:pt x="0" y="0"/>
                </a:lnTo>
                <a:lnTo>
                  <a:pt x="0" y="430897"/>
                </a:lnTo>
                <a:lnTo>
                  <a:pt x="67432" y="430897"/>
                </a:lnTo>
                <a:lnTo>
                  <a:pt x="67432" y="98038"/>
                </a:lnTo>
                <a:lnTo>
                  <a:pt x="68730" y="98038"/>
                </a:lnTo>
                <a:lnTo>
                  <a:pt x="244568" y="430897"/>
                </a:lnTo>
                <a:lnTo>
                  <a:pt x="327204" y="430897"/>
                </a:lnTo>
                <a:lnTo>
                  <a:pt x="327204" y="0"/>
                </a:lnTo>
                <a:close/>
              </a:path>
            </a:pathLst>
          </a:custGeom>
          <a:solidFill>
            <a:srgbClr val="E31837"/>
          </a:solidFill>
        </p:spPr>
        <p:txBody>
          <a:bodyPr wrap="square" lIns="0" tIns="0" rIns="0" bIns="0" rtlCol="0"/>
          <a:lstStyle/>
          <a:p>
            <a:endParaRPr/>
          </a:p>
        </p:txBody>
      </p:sp>
      <p:sp>
        <p:nvSpPr>
          <p:cNvPr id="50" name="object 15">
            <a:extLst>
              <a:ext uri="{FF2B5EF4-FFF2-40B4-BE49-F238E27FC236}">
                <a16:creationId xmlns:a16="http://schemas.microsoft.com/office/drawing/2014/main" id="{68648315-7DDE-F34D-1ABA-3B5AEA6C5CD7}"/>
              </a:ext>
            </a:extLst>
          </p:cNvPr>
          <p:cNvSpPr/>
          <p:nvPr userDrawn="1"/>
        </p:nvSpPr>
        <p:spPr>
          <a:xfrm>
            <a:off x="3617228" y="1085985"/>
            <a:ext cx="217193" cy="431165"/>
          </a:xfrm>
          <a:custGeom>
            <a:avLst/>
            <a:gdLst/>
            <a:ahLst/>
            <a:cxnLst/>
            <a:rect l="l" t="t" r="r" b="b"/>
            <a:pathLst>
              <a:path w="289560" h="431165">
                <a:moveTo>
                  <a:pt x="131776" y="0"/>
                </a:moveTo>
                <a:lnTo>
                  <a:pt x="0" y="0"/>
                </a:lnTo>
                <a:lnTo>
                  <a:pt x="0" y="430897"/>
                </a:lnTo>
                <a:lnTo>
                  <a:pt x="73704" y="430897"/>
                </a:lnTo>
                <a:lnTo>
                  <a:pt x="73704" y="246034"/>
                </a:lnTo>
                <a:lnTo>
                  <a:pt x="239273" y="246034"/>
                </a:lnTo>
                <a:lnTo>
                  <a:pt x="221552" y="228242"/>
                </a:lnTo>
                <a:lnTo>
                  <a:pt x="185334" y="214202"/>
                </a:lnTo>
                <a:lnTo>
                  <a:pt x="185334" y="212967"/>
                </a:lnTo>
                <a:lnTo>
                  <a:pt x="217702" y="202435"/>
                </a:lnTo>
                <a:lnTo>
                  <a:pt x="230371" y="194213"/>
                </a:lnTo>
                <a:lnTo>
                  <a:pt x="73704" y="194213"/>
                </a:lnTo>
                <a:lnTo>
                  <a:pt x="73704" y="51809"/>
                </a:lnTo>
                <a:lnTo>
                  <a:pt x="254897" y="51809"/>
                </a:lnTo>
                <a:lnTo>
                  <a:pt x="246033" y="36820"/>
                </a:lnTo>
                <a:lnTo>
                  <a:pt x="216416" y="15505"/>
                </a:lnTo>
                <a:lnTo>
                  <a:pt x="177785" y="3661"/>
                </a:lnTo>
                <a:lnTo>
                  <a:pt x="131776" y="0"/>
                </a:lnTo>
                <a:close/>
              </a:path>
              <a:path w="289560" h="431165">
                <a:moveTo>
                  <a:pt x="239273" y="246034"/>
                </a:moveTo>
                <a:lnTo>
                  <a:pt x="102740" y="246034"/>
                </a:lnTo>
                <a:lnTo>
                  <a:pt x="143356" y="250721"/>
                </a:lnTo>
                <a:lnTo>
                  <a:pt x="168070" y="266186"/>
                </a:lnTo>
                <a:lnTo>
                  <a:pt x="182972" y="294533"/>
                </a:lnTo>
                <a:lnTo>
                  <a:pt x="194151" y="337864"/>
                </a:lnTo>
                <a:lnTo>
                  <a:pt x="214328" y="430897"/>
                </a:lnTo>
                <a:lnTo>
                  <a:pt x="289362" y="430897"/>
                </a:lnTo>
                <a:lnTo>
                  <a:pt x="262871" y="309728"/>
                </a:lnTo>
                <a:lnTo>
                  <a:pt x="255013" y="277418"/>
                </a:lnTo>
                <a:lnTo>
                  <a:pt x="243009" y="249785"/>
                </a:lnTo>
                <a:lnTo>
                  <a:pt x="239273" y="246034"/>
                </a:lnTo>
                <a:close/>
              </a:path>
              <a:path w="289560" h="431165">
                <a:moveTo>
                  <a:pt x="254897" y="51809"/>
                </a:moveTo>
                <a:lnTo>
                  <a:pt x="131776" y="51809"/>
                </a:lnTo>
                <a:lnTo>
                  <a:pt x="159456" y="56321"/>
                </a:lnTo>
                <a:lnTo>
                  <a:pt x="179824" y="69616"/>
                </a:lnTo>
                <a:lnTo>
                  <a:pt x="192397" y="91341"/>
                </a:lnTo>
                <a:lnTo>
                  <a:pt x="196695" y="121137"/>
                </a:lnTo>
                <a:lnTo>
                  <a:pt x="188483" y="159422"/>
                </a:lnTo>
                <a:lnTo>
                  <a:pt x="166967" y="181557"/>
                </a:lnTo>
                <a:lnTo>
                  <a:pt x="136826" y="191751"/>
                </a:lnTo>
                <a:lnTo>
                  <a:pt x="102740" y="194213"/>
                </a:lnTo>
                <a:lnTo>
                  <a:pt x="230371" y="194213"/>
                </a:lnTo>
                <a:lnTo>
                  <a:pt x="245289" y="184532"/>
                </a:lnTo>
                <a:lnTo>
                  <a:pt x="264487" y="155860"/>
                </a:lnTo>
                <a:lnTo>
                  <a:pt x="271688" y="113022"/>
                </a:lnTo>
                <a:lnTo>
                  <a:pt x="265001" y="68896"/>
                </a:lnTo>
                <a:lnTo>
                  <a:pt x="254897" y="51809"/>
                </a:lnTo>
                <a:close/>
              </a:path>
            </a:pathLst>
          </a:custGeom>
          <a:solidFill>
            <a:srgbClr val="E31837"/>
          </a:solidFill>
        </p:spPr>
        <p:txBody>
          <a:bodyPr wrap="square" lIns="0" tIns="0" rIns="0" bIns="0" rtlCol="0"/>
          <a:lstStyle/>
          <a:p>
            <a:endParaRPr/>
          </a:p>
        </p:txBody>
      </p:sp>
      <p:sp>
        <p:nvSpPr>
          <p:cNvPr id="51" name="object 16">
            <a:extLst>
              <a:ext uri="{FF2B5EF4-FFF2-40B4-BE49-F238E27FC236}">
                <a16:creationId xmlns:a16="http://schemas.microsoft.com/office/drawing/2014/main" id="{375795F0-8E30-DE55-4965-95B1C5380A7B}"/>
              </a:ext>
            </a:extLst>
          </p:cNvPr>
          <p:cNvSpPr/>
          <p:nvPr userDrawn="1"/>
        </p:nvSpPr>
        <p:spPr>
          <a:xfrm>
            <a:off x="3325459" y="1085979"/>
            <a:ext cx="226719" cy="438150"/>
          </a:xfrm>
          <a:custGeom>
            <a:avLst/>
            <a:gdLst/>
            <a:ahLst/>
            <a:cxnLst/>
            <a:rect l="l" t="t" r="r" b="b"/>
            <a:pathLst>
              <a:path w="302260" h="438150">
                <a:moveTo>
                  <a:pt x="301969" y="0"/>
                </a:moveTo>
                <a:lnTo>
                  <a:pt x="228223" y="0"/>
                </a:lnTo>
                <a:lnTo>
                  <a:pt x="228223" y="299132"/>
                </a:lnTo>
                <a:lnTo>
                  <a:pt x="224272" y="333513"/>
                </a:lnTo>
                <a:lnTo>
                  <a:pt x="211278" y="361046"/>
                </a:lnTo>
                <a:lnTo>
                  <a:pt x="187530" y="379328"/>
                </a:lnTo>
                <a:lnTo>
                  <a:pt x="151314" y="385956"/>
                </a:lnTo>
                <a:lnTo>
                  <a:pt x="114736" y="379328"/>
                </a:lnTo>
                <a:lnTo>
                  <a:pt x="90800" y="361046"/>
                </a:lnTo>
                <a:lnTo>
                  <a:pt x="77738" y="333513"/>
                </a:lnTo>
                <a:lnTo>
                  <a:pt x="73777" y="299132"/>
                </a:lnTo>
                <a:lnTo>
                  <a:pt x="73777" y="0"/>
                </a:lnTo>
                <a:lnTo>
                  <a:pt x="0" y="0"/>
                </a:lnTo>
                <a:lnTo>
                  <a:pt x="0" y="299132"/>
                </a:lnTo>
                <a:lnTo>
                  <a:pt x="7142" y="350008"/>
                </a:lnTo>
                <a:lnTo>
                  <a:pt x="27479" y="388949"/>
                </a:lnTo>
                <a:lnTo>
                  <a:pt x="59376" y="416316"/>
                </a:lnTo>
                <a:lnTo>
                  <a:pt x="101200" y="432472"/>
                </a:lnTo>
                <a:lnTo>
                  <a:pt x="151314" y="437777"/>
                </a:lnTo>
                <a:lnTo>
                  <a:pt x="202804" y="432472"/>
                </a:lnTo>
                <a:lnTo>
                  <a:pt x="244644" y="416316"/>
                </a:lnTo>
                <a:lnTo>
                  <a:pt x="275805" y="388949"/>
                </a:lnTo>
                <a:lnTo>
                  <a:pt x="295257" y="350008"/>
                </a:lnTo>
                <a:lnTo>
                  <a:pt x="301969" y="299132"/>
                </a:lnTo>
                <a:lnTo>
                  <a:pt x="301969" y="0"/>
                </a:lnTo>
                <a:close/>
              </a:path>
            </a:pathLst>
          </a:custGeom>
          <a:solidFill>
            <a:srgbClr val="E31837"/>
          </a:solidFill>
        </p:spPr>
        <p:txBody>
          <a:bodyPr wrap="square" lIns="0" tIns="0" rIns="0" bIns="0" rtlCol="0"/>
          <a:lstStyle/>
          <a:p>
            <a:endParaRPr/>
          </a:p>
        </p:txBody>
      </p:sp>
      <p:sp>
        <p:nvSpPr>
          <p:cNvPr id="54" name="object 17">
            <a:extLst>
              <a:ext uri="{FF2B5EF4-FFF2-40B4-BE49-F238E27FC236}">
                <a16:creationId xmlns:a16="http://schemas.microsoft.com/office/drawing/2014/main" id="{E615D77B-136D-8E79-CAA9-7090C1F902A8}"/>
              </a:ext>
            </a:extLst>
          </p:cNvPr>
          <p:cNvSpPr/>
          <p:nvPr userDrawn="1"/>
        </p:nvSpPr>
        <p:spPr>
          <a:xfrm>
            <a:off x="1890141" y="1767087"/>
            <a:ext cx="24291" cy="186690"/>
          </a:xfrm>
          <a:custGeom>
            <a:avLst/>
            <a:gdLst/>
            <a:ahLst/>
            <a:cxnLst/>
            <a:rect l="l" t="t" r="r" b="b"/>
            <a:pathLst>
              <a:path w="32385" h="186689">
                <a:moveTo>
                  <a:pt x="31852" y="0"/>
                </a:moveTo>
                <a:lnTo>
                  <a:pt x="0" y="0"/>
                </a:lnTo>
                <a:lnTo>
                  <a:pt x="0" y="186182"/>
                </a:lnTo>
                <a:lnTo>
                  <a:pt x="31852" y="186182"/>
                </a:lnTo>
                <a:lnTo>
                  <a:pt x="31852" y="0"/>
                </a:lnTo>
                <a:close/>
              </a:path>
            </a:pathLst>
          </a:custGeom>
          <a:solidFill>
            <a:srgbClr val="E31837"/>
          </a:solidFill>
        </p:spPr>
        <p:txBody>
          <a:bodyPr wrap="square" lIns="0" tIns="0" rIns="0" bIns="0" rtlCol="0"/>
          <a:lstStyle/>
          <a:p>
            <a:endParaRPr/>
          </a:p>
        </p:txBody>
      </p:sp>
      <p:pic>
        <p:nvPicPr>
          <p:cNvPr id="56" name="object 18">
            <a:extLst>
              <a:ext uri="{FF2B5EF4-FFF2-40B4-BE49-F238E27FC236}">
                <a16:creationId xmlns:a16="http://schemas.microsoft.com/office/drawing/2014/main" id="{B05954A8-91A0-60FB-BE8C-30A5A0135F10}"/>
              </a:ext>
            </a:extLst>
          </p:cNvPr>
          <p:cNvPicPr/>
          <p:nvPr userDrawn="1"/>
        </p:nvPicPr>
        <p:blipFill>
          <a:blip r:embed="rId5" cstate="print"/>
          <a:stretch>
            <a:fillRect/>
          </a:stretch>
        </p:blipFill>
        <p:spPr>
          <a:xfrm>
            <a:off x="1949801" y="1767088"/>
            <a:ext cx="106036" cy="186182"/>
          </a:xfrm>
          <a:prstGeom prst="rect">
            <a:avLst/>
          </a:prstGeom>
        </p:spPr>
      </p:pic>
      <p:sp>
        <p:nvSpPr>
          <p:cNvPr id="57" name="object 19">
            <a:extLst>
              <a:ext uri="{FF2B5EF4-FFF2-40B4-BE49-F238E27FC236}">
                <a16:creationId xmlns:a16="http://schemas.microsoft.com/office/drawing/2014/main" id="{2331BA3D-292B-0A54-85EA-5BA119A8412D}"/>
              </a:ext>
            </a:extLst>
          </p:cNvPr>
          <p:cNvSpPr/>
          <p:nvPr userDrawn="1"/>
        </p:nvSpPr>
        <p:spPr>
          <a:xfrm>
            <a:off x="2580813" y="1766944"/>
            <a:ext cx="94783" cy="186690"/>
          </a:xfrm>
          <a:custGeom>
            <a:avLst/>
            <a:gdLst/>
            <a:ahLst/>
            <a:cxnLst/>
            <a:rect l="l" t="t" r="r" b="b"/>
            <a:pathLst>
              <a:path w="126364" h="186689">
                <a:moveTo>
                  <a:pt x="126123" y="0"/>
                </a:moveTo>
                <a:lnTo>
                  <a:pt x="0" y="0"/>
                </a:lnTo>
                <a:lnTo>
                  <a:pt x="0" y="24130"/>
                </a:lnTo>
                <a:lnTo>
                  <a:pt x="47167" y="24130"/>
                </a:lnTo>
                <a:lnTo>
                  <a:pt x="47167"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a:p>
        </p:txBody>
      </p:sp>
      <p:sp>
        <p:nvSpPr>
          <p:cNvPr id="60" name="object 20">
            <a:extLst>
              <a:ext uri="{FF2B5EF4-FFF2-40B4-BE49-F238E27FC236}">
                <a16:creationId xmlns:a16="http://schemas.microsoft.com/office/drawing/2014/main" id="{DC693907-9C15-AD16-84DD-DF8C4DCBD3D5}"/>
              </a:ext>
            </a:extLst>
          </p:cNvPr>
          <p:cNvSpPr/>
          <p:nvPr userDrawn="1"/>
        </p:nvSpPr>
        <p:spPr>
          <a:xfrm>
            <a:off x="3513659" y="1868417"/>
            <a:ext cx="24291" cy="85090"/>
          </a:xfrm>
          <a:custGeom>
            <a:avLst/>
            <a:gdLst/>
            <a:ahLst/>
            <a:cxnLst/>
            <a:rect l="l" t="t" r="r" b="b"/>
            <a:pathLst>
              <a:path w="32385" h="85089">
                <a:moveTo>
                  <a:pt x="0" y="85090"/>
                </a:moveTo>
                <a:lnTo>
                  <a:pt x="31852" y="85090"/>
                </a:lnTo>
                <a:lnTo>
                  <a:pt x="31852" y="0"/>
                </a:lnTo>
                <a:lnTo>
                  <a:pt x="0" y="0"/>
                </a:lnTo>
                <a:lnTo>
                  <a:pt x="0" y="85090"/>
                </a:lnTo>
                <a:close/>
              </a:path>
            </a:pathLst>
          </a:custGeom>
          <a:solidFill>
            <a:srgbClr val="E31837"/>
          </a:solidFill>
        </p:spPr>
        <p:txBody>
          <a:bodyPr wrap="square" lIns="0" tIns="0" rIns="0" bIns="0" rtlCol="0"/>
          <a:lstStyle/>
          <a:p>
            <a:endParaRPr/>
          </a:p>
        </p:txBody>
      </p:sp>
      <p:sp>
        <p:nvSpPr>
          <p:cNvPr id="61" name="object 21">
            <a:extLst>
              <a:ext uri="{FF2B5EF4-FFF2-40B4-BE49-F238E27FC236}">
                <a16:creationId xmlns:a16="http://schemas.microsoft.com/office/drawing/2014/main" id="{EA4D3534-56A8-1601-E14A-5D2E2C241650}"/>
              </a:ext>
            </a:extLst>
          </p:cNvPr>
          <p:cNvSpPr/>
          <p:nvPr userDrawn="1"/>
        </p:nvSpPr>
        <p:spPr>
          <a:xfrm>
            <a:off x="3513657" y="1766817"/>
            <a:ext cx="98594" cy="186690"/>
          </a:xfrm>
          <a:custGeom>
            <a:avLst/>
            <a:gdLst/>
            <a:ahLst/>
            <a:cxnLst/>
            <a:rect l="l" t="t" r="r" b="b"/>
            <a:pathLst>
              <a:path w="131445" h="186689">
                <a:moveTo>
                  <a:pt x="131292" y="0"/>
                </a:moveTo>
                <a:lnTo>
                  <a:pt x="99479" y="0"/>
                </a:lnTo>
                <a:lnTo>
                  <a:pt x="99479" y="77470"/>
                </a:lnTo>
                <a:lnTo>
                  <a:pt x="31851" y="77470"/>
                </a:lnTo>
                <a:lnTo>
                  <a:pt x="31851" y="0"/>
                </a:lnTo>
                <a:lnTo>
                  <a:pt x="0" y="0"/>
                </a:lnTo>
                <a:lnTo>
                  <a:pt x="0" y="77470"/>
                </a:lnTo>
                <a:lnTo>
                  <a:pt x="0" y="101600"/>
                </a:lnTo>
                <a:lnTo>
                  <a:pt x="99479" y="101600"/>
                </a:lnTo>
                <a:lnTo>
                  <a:pt x="99479" y="186690"/>
                </a:lnTo>
                <a:lnTo>
                  <a:pt x="131292" y="186690"/>
                </a:lnTo>
                <a:lnTo>
                  <a:pt x="131292" y="101600"/>
                </a:lnTo>
                <a:lnTo>
                  <a:pt x="131292" y="77470"/>
                </a:lnTo>
                <a:lnTo>
                  <a:pt x="131292" y="0"/>
                </a:lnTo>
                <a:close/>
              </a:path>
            </a:pathLst>
          </a:custGeom>
          <a:solidFill>
            <a:srgbClr val="E31837"/>
          </a:solidFill>
        </p:spPr>
        <p:txBody>
          <a:bodyPr wrap="square" lIns="0" tIns="0" rIns="0" bIns="0" rtlCol="0"/>
          <a:lstStyle/>
          <a:p>
            <a:endParaRPr/>
          </a:p>
        </p:txBody>
      </p:sp>
      <p:pic>
        <p:nvPicPr>
          <p:cNvPr id="62" name="object 22">
            <a:extLst>
              <a:ext uri="{FF2B5EF4-FFF2-40B4-BE49-F238E27FC236}">
                <a16:creationId xmlns:a16="http://schemas.microsoft.com/office/drawing/2014/main" id="{A6A36B37-6500-F5FF-07A9-CBF4B3CABFA5}"/>
              </a:ext>
            </a:extLst>
          </p:cNvPr>
          <p:cNvPicPr/>
          <p:nvPr userDrawn="1"/>
        </p:nvPicPr>
        <p:blipFill>
          <a:blip r:embed="rId6" cstate="print"/>
          <a:stretch>
            <a:fillRect/>
          </a:stretch>
        </p:blipFill>
        <p:spPr>
          <a:xfrm>
            <a:off x="3648557" y="1767088"/>
            <a:ext cx="106036" cy="186182"/>
          </a:xfrm>
          <a:prstGeom prst="rect">
            <a:avLst/>
          </a:prstGeom>
        </p:spPr>
      </p:pic>
      <p:pic>
        <p:nvPicPr>
          <p:cNvPr id="63" name="object 23">
            <a:extLst>
              <a:ext uri="{FF2B5EF4-FFF2-40B4-BE49-F238E27FC236}">
                <a16:creationId xmlns:a16="http://schemas.microsoft.com/office/drawing/2014/main" id="{33A0EB28-630F-A724-D2C0-9F170D9EBCE7}"/>
              </a:ext>
            </a:extLst>
          </p:cNvPr>
          <p:cNvPicPr/>
          <p:nvPr userDrawn="1"/>
        </p:nvPicPr>
        <p:blipFill>
          <a:blip r:embed="rId7" cstate="print"/>
          <a:stretch>
            <a:fillRect/>
          </a:stretch>
        </p:blipFill>
        <p:spPr>
          <a:xfrm>
            <a:off x="3388024" y="1764140"/>
            <a:ext cx="102950" cy="192119"/>
          </a:xfrm>
          <a:prstGeom prst="rect">
            <a:avLst/>
          </a:prstGeom>
        </p:spPr>
      </p:pic>
      <p:sp>
        <p:nvSpPr>
          <p:cNvPr id="64" name="object 24">
            <a:extLst>
              <a:ext uri="{FF2B5EF4-FFF2-40B4-BE49-F238E27FC236}">
                <a16:creationId xmlns:a16="http://schemas.microsoft.com/office/drawing/2014/main" id="{F4B04D11-F55F-6065-2182-466733034ED7}"/>
              </a:ext>
            </a:extLst>
          </p:cNvPr>
          <p:cNvSpPr/>
          <p:nvPr userDrawn="1"/>
        </p:nvSpPr>
        <p:spPr>
          <a:xfrm>
            <a:off x="3165862" y="1766944"/>
            <a:ext cx="94783"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a:p>
        </p:txBody>
      </p:sp>
      <p:pic>
        <p:nvPicPr>
          <p:cNvPr id="65" name="object 25">
            <a:extLst>
              <a:ext uri="{FF2B5EF4-FFF2-40B4-BE49-F238E27FC236}">
                <a16:creationId xmlns:a16="http://schemas.microsoft.com/office/drawing/2014/main" id="{1BB3245F-E6FC-4F49-B104-62A814A67373}"/>
              </a:ext>
            </a:extLst>
          </p:cNvPr>
          <p:cNvPicPr/>
          <p:nvPr userDrawn="1"/>
        </p:nvPicPr>
        <p:blipFill>
          <a:blip r:embed="rId8" cstate="print"/>
          <a:stretch>
            <a:fillRect/>
          </a:stretch>
        </p:blipFill>
        <p:spPr>
          <a:xfrm>
            <a:off x="3785043" y="1764136"/>
            <a:ext cx="114024" cy="192130"/>
          </a:xfrm>
          <a:prstGeom prst="rect">
            <a:avLst/>
          </a:prstGeom>
        </p:spPr>
      </p:pic>
      <p:sp>
        <p:nvSpPr>
          <p:cNvPr id="66" name="object 26">
            <a:extLst>
              <a:ext uri="{FF2B5EF4-FFF2-40B4-BE49-F238E27FC236}">
                <a16:creationId xmlns:a16="http://schemas.microsoft.com/office/drawing/2014/main" id="{4E4B5C77-1035-80C1-3159-0A193969F3D4}"/>
              </a:ext>
            </a:extLst>
          </p:cNvPr>
          <p:cNvSpPr/>
          <p:nvPr userDrawn="1"/>
        </p:nvSpPr>
        <p:spPr>
          <a:xfrm>
            <a:off x="3281747" y="1767223"/>
            <a:ext cx="8430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E31837"/>
          </a:solidFill>
        </p:spPr>
        <p:txBody>
          <a:bodyPr wrap="square" lIns="0" tIns="0" rIns="0" bIns="0" rtlCol="0"/>
          <a:lstStyle/>
          <a:p>
            <a:endParaRPr/>
          </a:p>
        </p:txBody>
      </p:sp>
      <p:grpSp>
        <p:nvGrpSpPr>
          <p:cNvPr id="67" name="object 27">
            <a:extLst>
              <a:ext uri="{FF2B5EF4-FFF2-40B4-BE49-F238E27FC236}">
                <a16:creationId xmlns:a16="http://schemas.microsoft.com/office/drawing/2014/main" id="{2957D8E7-B066-B5C5-0831-9775D376B324}"/>
              </a:ext>
            </a:extLst>
          </p:cNvPr>
          <p:cNvGrpSpPr/>
          <p:nvPr userDrawn="1"/>
        </p:nvGrpSpPr>
        <p:grpSpPr>
          <a:xfrm>
            <a:off x="3929749" y="1764137"/>
            <a:ext cx="460582" cy="192405"/>
            <a:chOff x="5239113" y="1764136"/>
            <a:chExt cx="614045" cy="192405"/>
          </a:xfrm>
        </p:grpSpPr>
        <p:pic>
          <p:nvPicPr>
            <p:cNvPr id="68" name="object 28">
              <a:extLst>
                <a:ext uri="{FF2B5EF4-FFF2-40B4-BE49-F238E27FC236}">
                  <a16:creationId xmlns:a16="http://schemas.microsoft.com/office/drawing/2014/main" id="{E7C560C9-B0C6-6EC2-CE72-9C6797BCF902}"/>
                </a:ext>
              </a:extLst>
            </p:cNvPr>
            <p:cNvPicPr/>
            <p:nvPr/>
          </p:nvPicPr>
          <p:blipFill>
            <a:blip r:embed="rId9" cstate="print"/>
            <a:stretch>
              <a:fillRect/>
            </a:stretch>
          </p:blipFill>
          <p:spPr>
            <a:xfrm>
              <a:off x="5539051" y="1764140"/>
              <a:ext cx="313532" cy="192119"/>
            </a:xfrm>
            <a:prstGeom prst="rect">
              <a:avLst/>
            </a:prstGeom>
          </p:spPr>
        </p:pic>
        <p:pic>
          <p:nvPicPr>
            <p:cNvPr id="69" name="object 29">
              <a:extLst>
                <a:ext uri="{FF2B5EF4-FFF2-40B4-BE49-F238E27FC236}">
                  <a16:creationId xmlns:a16="http://schemas.microsoft.com/office/drawing/2014/main" id="{9029A703-E2AB-934B-92AE-034FC0D59977}"/>
                </a:ext>
              </a:extLst>
            </p:cNvPr>
            <p:cNvPicPr/>
            <p:nvPr/>
          </p:nvPicPr>
          <p:blipFill>
            <a:blip r:embed="rId10" cstate="print"/>
            <a:stretch>
              <a:fillRect/>
            </a:stretch>
          </p:blipFill>
          <p:spPr>
            <a:xfrm>
              <a:off x="5239113" y="1764136"/>
              <a:ext cx="267220" cy="192130"/>
            </a:xfrm>
            <a:prstGeom prst="rect">
              <a:avLst/>
            </a:prstGeom>
          </p:spPr>
        </p:pic>
      </p:grpSp>
      <p:sp>
        <p:nvSpPr>
          <p:cNvPr id="70" name="object 30">
            <a:extLst>
              <a:ext uri="{FF2B5EF4-FFF2-40B4-BE49-F238E27FC236}">
                <a16:creationId xmlns:a16="http://schemas.microsoft.com/office/drawing/2014/main" id="{20D0D220-6CE9-3869-58BD-2464DE191B27}"/>
              </a:ext>
            </a:extLst>
          </p:cNvPr>
          <p:cNvSpPr/>
          <p:nvPr userDrawn="1"/>
        </p:nvSpPr>
        <p:spPr>
          <a:xfrm>
            <a:off x="2189295" y="1766944"/>
            <a:ext cx="94783" cy="186690"/>
          </a:xfrm>
          <a:custGeom>
            <a:avLst/>
            <a:gdLst/>
            <a:ahLst/>
            <a:cxnLst/>
            <a:rect l="l" t="t" r="r" b="b"/>
            <a:pathLst>
              <a:path w="126364" h="186689">
                <a:moveTo>
                  <a:pt x="126085" y="0"/>
                </a:moveTo>
                <a:lnTo>
                  <a:pt x="0" y="0"/>
                </a:lnTo>
                <a:lnTo>
                  <a:pt x="0" y="24130"/>
                </a:lnTo>
                <a:lnTo>
                  <a:pt x="47129" y="24130"/>
                </a:lnTo>
                <a:lnTo>
                  <a:pt x="47129" y="186690"/>
                </a:lnTo>
                <a:lnTo>
                  <a:pt x="78981" y="186690"/>
                </a:lnTo>
                <a:lnTo>
                  <a:pt x="78981" y="24130"/>
                </a:lnTo>
                <a:lnTo>
                  <a:pt x="126085" y="24130"/>
                </a:lnTo>
                <a:lnTo>
                  <a:pt x="126085" y="0"/>
                </a:lnTo>
                <a:close/>
              </a:path>
            </a:pathLst>
          </a:custGeom>
          <a:solidFill>
            <a:srgbClr val="E31837"/>
          </a:solidFill>
        </p:spPr>
        <p:txBody>
          <a:bodyPr wrap="square" lIns="0" tIns="0" rIns="0" bIns="0" rtlCol="0"/>
          <a:lstStyle/>
          <a:p>
            <a:endParaRPr/>
          </a:p>
        </p:txBody>
      </p:sp>
      <p:sp>
        <p:nvSpPr>
          <p:cNvPr id="71" name="object 31">
            <a:extLst>
              <a:ext uri="{FF2B5EF4-FFF2-40B4-BE49-F238E27FC236}">
                <a16:creationId xmlns:a16="http://schemas.microsoft.com/office/drawing/2014/main" id="{8A6DB6F5-D1E6-06DA-DE02-98098B6B1595}"/>
              </a:ext>
            </a:extLst>
          </p:cNvPr>
          <p:cNvSpPr/>
          <p:nvPr userDrawn="1"/>
        </p:nvSpPr>
        <p:spPr>
          <a:xfrm>
            <a:off x="2304550" y="1766944"/>
            <a:ext cx="139556" cy="186690"/>
          </a:xfrm>
          <a:custGeom>
            <a:avLst/>
            <a:gdLst/>
            <a:ahLst/>
            <a:cxnLst/>
            <a:rect l="l" t="t" r="r" b="b"/>
            <a:pathLst>
              <a:path w="186054" h="186689">
                <a:moveTo>
                  <a:pt x="31851" y="152"/>
                </a:moveTo>
                <a:lnTo>
                  <a:pt x="0" y="152"/>
                </a:lnTo>
                <a:lnTo>
                  <a:pt x="0" y="186334"/>
                </a:lnTo>
                <a:lnTo>
                  <a:pt x="31851" y="186334"/>
                </a:lnTo>
                <a:lnTo>
                  <a:pt x="31851" y="152"/>
                </a:lnTo>
                <a:close/>
              </a:path>
              <a:path w="186054" h="186689">
                <a:moveTo>
                  <a:pt x="185496" y="0"/>
                </a:moveTo>
                <a:lnTo>
                  <a:pt x="59410" y="0"/>
                </a:lnTo>
                <a:lnTo>
                  <a:pt x="59410" y="24130"/>
                </a:lnTo>
                <a:lnTo>
                  <a:pt x="106502" y="24130"/>
                </a:lnTo>
                <a:lnTo>
                  <a:pt x="106502" y="186690"/>
                </a:lnTo>
                <a:lnTo>
                  <a:pt x="138353" y="186690"/>
                </a:lnTo>
                <a:lnTo>
                  <a:pt x="138353" y="24130"/>
                </a:lnTo>
                <a:lnTo>
                  <a:pt x="185496" y="24130"/>
                </a:lnTo>
                <a:lnTo>
                  <a:pt x="185496" y="0"/>
                </a:lnTo>
                <a:close/>
              </a:path>
            </a:pathLst>
          </a:custGeom>
          <a:solidFill>
            <a:srgbClr val="E31837"/>
          </a:solidFill>
        </p:spPr>
        <p:txBody>
          <a:bodyPr wrap="square" lIns="0" tIns="0" rIns="0" bIns="0" rtlCol="0"/>
          <a:lstStyle/>
          <a:p>
            <a:endParaRPr/>
          </a:p>
        </p:txBody>
      </p:sp>
      <p:sp>
        <p:nvSpPr>
          <p:cNvPr id="72" name="object 32">
            <a:extLst>
              <a:ext uri="{FF2B5EF4-FFF2-40B4-BE49-F238E27FC236}">
                <a16:creationId xmlns:a16="http://schemas.microsoft.com/office/drawing/2014/main" id="{4EDB0613-2892-FEF2-9DF4-21EB6135F909}"/>
              </a:ext>
            </a:extLst>
          </p:cNvPr>
          <p:cNvSpPr/>
          <p:nvPr userDrawn="1"/>
        </p:nvSpPr>
        <p:spPr>
          <a:xfrm>
            <a:off x="2696669" y="1767223"/>
            <a:ext cx="84305" cy="186690"/>
          </a:xfrm>
          <a:custGeom>
            <a:avLst/>
            <a:gdLst/>
            <a:ahLst/>
            <a:cxnLst/>
            <a:rect l="l" t="t" r="r" b="b"/>
            <a:pathLst>
              <a:path w="112395" h="186689">
                <a:moveTo>
                  <a:pt x="111975" y="162560"/>
                </a:moveTo>
                <a:lnTo>
                  <a:pt x="31851" y="162560"/>
                </a:lnTo>
                <a:lnTo>
                  <a:pt x="31851" y="101600"/>
                </a:lnTo>
                <a:lnTo>
                  <a:pt x="105714" y="101600"/>
                </a:lnTo>
                <a:lnTo>
                  <a:pt x="105714" y="77470"/>
                </a:lnTo>
                <a:lnTo>
                  <a:pt x="31851" y="77470"/>
                </a:lnTo>
                <a:lnTo>
                  <a:pt x="31851" y="24130"/>
                </a:lnTo>
                <a:lnTo>
                  <a:pt x="109778" y="24130"/>
                </a:lnTo>
                <a:lnTo>
                  <a:pt x="109778" y="0"/>
                </a:lnTo>
                <a:lnTo>
                  <a:pt x="0" y="0"/>
                </a:lnTo>
                <a:lnTo>
                  <a:pt x="0" y="24130"/>
                </a:lnTo>
                <a:lnTo>
                  <a:pt x="0" y="77470"/>
                </a:lnTo>
                <a:lnTo>
                  <a:pt x="0" y="101600"/>
                </a:lnTo>
                <a:lnTo>
                  <a:pt x="0" y="162560"/>
                </a:lnTo>
                <a:lnTo>
                  <a:pt x="0" y="186690"/>
                </a:lnTo>
                <a:lnTo>
                  <a:pt x="111975" y="186690"/>
                </a:lnTo>
                <a:lnTo>
                  <a:pt x="111975" y="162560"/>
                </a:lnTo>
                <a:close/>
              </a:path>
            </a:pathLst>
          </a:custGeom>
          <a:solidFill>
            <a:srgbClr val="E31837"/>
          </a:solidFill>
        </p:spPr>
        <p:txBody>
          <a:bodyPr wrap="square" lIns="0" tIns="0" rIns="0" bIns="0" rtlCol="0"/>
          <a:lstStyle/>
          <a:p>
            <a:endParaRPr/>
          </a:p>
        </p:txBody>
      </p:sp>
      <p:sp>
        <p:nvSpPr>
          <p:cNvPr id="73" name="object 33">
            <a:extLst>
              <a:ext uri="{FF2B5EF4-FFF2-40B4-BE49-F238E27FC236}">
                <a16:creationId xmlns:a16="http://schemas.microsoft.com/office/drawing/2014/main" id="{5FFA2732-4A5E-87EF-C732-1FC0C7640683}"/>
              </a:ext>
            </a:extLst>
          </p:cNvPr>
          <p:cNvSpPr/>
          <p:nvPr userDrawn="1"/>
        </p:nvSpPr>
        <p:spPr>
          <a:xfrm>
            <a:off x="2084051" y="1764134"/>
            <a:ext cx="93831" cy="192405"/>
          </a:xfrm>
          <a:custGeom>
            <a:avLst/>
            <a:gdLst/>
            <a:ahLst/>
            <a:cxnLst/>
            <a:rect l="l" t="t" r="r" b="b"/>
            <a:pathLst>
              <a:path w="125094" h="192405">
                <a:moveTo>
                  <a:pt x="64573" y="0"/>
                </a:moveTo>
                <a:lnTo>
                  <a:pt x="39526" y="2835"/>
                </a:lnTo>
                <a:lnTo>
                  <a:pt x="18991" y="11562"/>
                </a:lnTo>
                <a:lnTo>
                  <a:pt x="5103" y="26513"/>
                </a:lnTo>
                <a:lnTo>
                  <a:pt x="0" y="48019"/>
                </a:lnTo>
                <a:lnTo>
                  <a:pt x="14008" y="79610"/>
                </a:lnTo>
                <a:lnTo>
                  <a:pt x="44825" y="100574"/>
                </a:lnTo>
                <a:lnTo>
                  <a:pt x="75643" y="119214"/>
                </a:lnTo>
                <a:lnTo>
                  <a:pt x="89651" y="143838"/>
                </a:lnTo>
                <a:lnTo>
                  <a:pt x="88023" y="153018"/>
                </a:lnTo>
                <a:lnTo>
                  <a:pt x="82559" y="161360"/>
                </a:lnTo>
                <a:lnTo>
                  <a:pt x="72392" y="167423"/>
                </a:lnTo>
                <a:lnTo>
                  <a:pt x="56657" y="169764"/>
                </a:lnTo>
                <a:lnTo>
                  <a:pt x="39914" y="167888"/>
                </a:lnTo>
                <a:lnTo>
                  <a:pt x="25394" y="163255"/>
                </a:lnTo>
                <a:lnTo>
                  <a:pt x="13234" y="157355"/>
                </a:lnTo>
                <a:lnTo>
                  <a:pt x="3570" y="151681"/>
                </a:lnTo>
                <a:lnTo>
                  <a:pt x="3570" y="184287"/>
                </a:lnTo>
                <a:lnTo>
                  <a:pt x="10677" y="186087"/>
                </a:lnTo>
                <a:lnTo>
                  <a:pt x="22598" y="188719"/>
                </a:lnTo>
                <a:lnTo>
                  <a:pt x="38002" y="191096"/>
                </a:lnTo>
                <a:lnTo>
                  <a:pt x="55558" y="192130"/>
                </a:lnTo>
                <a:lnTo>
                  <a:pt x="83612" y="188765"/>
                </a:lnTo>
                <a:lnTo>
                  <a:pt x="105485" y="178747"/>
                </a:lnTo>
                <a:lnTo>
                  <a:pt x="119694" y="162193"/>
                </a:lnTo>
                <a:lnTo>
                  <a:pt x="124760" y="139220"/>
                </a:lnTo>
                <a:lnTo>
                  <a:pt x="110752" y="105495"/>
                </a:lnTo>
                <a:lnTo>
                  <a:pt x="79934" y="83553"/>
                </a:lnTo>
                <a:lnTo>
                  <a:pt x="49116" y="65964"/>
                </a:lnTo>
                <a:lnTo>
                  <a:pt x="35108" y="45297"/>
                </a:lnTo>
                <a:lnTo>
                  <a:pt x="37314" y="34997"/>
                </a:lnTo>
                <a:lnTo>
                  <a:pt x="43354" y="27857"/>
                </a:lnTo>
                <a:lnTo>
                  <a:pt x="52363" y="23701"/>
                </a:lnTo>
                <a:lnTo>
                  <a:pt x="63474" y="22355"/>
                </a:lnTo>
                <a:lnTo>
                  <a:pt x="77123" y="23528"/>
                </a:lnTo>
                <a:lnTo>
                  <a:pt x="89489" y="26474"/>
                </a:lnTo>
                <a:lnTo>
                  <a:pt x="100621" y="30328"/>
                </a:lnTo>
                <a:lnTo>
                  <a:pt x="110572" y="34229"/>
                </a:lnTo>
                <a:lnTo>
                  <a:pt x="110572" y="5120"/>
                </a:lnTo>
                <a:lnTo>
                  <a:pt x="103475" y="3750"/>
                </a:lnTo>
                <a:lnTo>
                  <a:pt x="92893" y="2053"/>
                </a:lnTo>
                <a:lnTo>
                  <a:pt x="79652" y="610"/>
                </a:lnTo>
                <a:lnTo>
                  <a:pt x="64573" y="0"/>
                </a:lnTo>
                <a:close/>
              </a:path>
            </a:pathLst>
          </a:custGeom>
          <a:solidFill>
            <a:srgbClr val="E31837"/>
          </a:solidFill>
        </p:spPr>
        <p:txBody>
          <a:bodyPr wrap="square" lIns="0" tIns="0" rIns="0" bIns="0" rtlCol="0"/>
          <a:lstStyle/>
          <a:p>
            <a:endParaRPr/>
          </a:p>
        </p:txBody>
      </p:sp>
      <p:pic>
        <p:nvPicPr>
          <p:cNvPr id="74" name="object 34">
            <a:extLst>
              <a:ext uri="{FF2B5EF4-FFF2-40B4-BE49-F238E27FC236}">
                <a16:creationId xmlns:a16="http://schemas.microsoft.com/office/drawing/2014/main" id="{30C9B50C-6E4B-6325-502E-60890340772E}"/>
              </a:ext>
            </a:extLst>
          </p:cNvPr>
          <p:cNvPicPr/>
          <p:nvPr userDrawn="1"/>
        </p:nvPicPr>
        <p:blipFill>
          <a:blip r:embed="rId11" cstate="print"/>
          <a:stretch>
            <a:fillRect/>
          </a:stretch>
        </p:blipFill>
        <p:spPr>
          <a:xfrm>
            <a:off x="2463324" y="1767089"/>
            <a:ext cx="97861" cy="189177"/>
          </a:xfrm>
          <a:prstGeom prst="rect">
            <a:avLst/>
          </a:prstGeom>
        </p:spPr>
      </p:pic>
      <p:grpSp>
        <p:nvGrpSpPr>
          <p:cNvPr id="75" name="object 35">
            <a:extLst>
              <a:ext uri="{FF2B5EF4-FFF2-40B4-BE49-F238E27FC236}">
                <a16:creationId xmlns:a16="http://schemas.microsoft.com/office/drawing/2014/main" id="{84CA7AF7-2CDE-F2B1-33B2-FF11F330BAA0}"/>
              </a:ext>
            </a:extLst>
          </p:cNvPr>
          <p:cNvGrpSpPr/>
          <p:nvPr userDrawn="1"/>
        </p:nvGrpSpPr>
        <p:grpSpPr>
          <a:xfrm>
            <a:off x="2865480" y="1764137"/>
            <a:ext cx="224337" cy="192405"/>
            <a:chOff x="3820237" y="1764136"/>
            <a:chExt cx="299085" cy="192405"/>
          </a:xfrm>
        </p:grpSpPr>
        <p:sp>
          <p:nvSpPr>
            <p:cNvPr id="76" name="object 36">
              <a:extLst>
                <a:ext uri="{FF2B5EF4-FFF2-40B4-BE49-F238E27FC236}">
                  <a16:creationId xmlns:a16="http://schemas.microsoft.com/office/drawing/2014/main" id="{FB641E01-385A-D168-2B34-70A87752E21C}"/>
                </a:ext>
              </a:extLst>
            </p:cNvPr>
            <p:cNvSpPr/>
            <p:nvPr/>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E31837"/>
            </a:solidFill>
          </p:spPr>
          <p:txBody>
            <a:bodyPr wrap="square" lIns="0" tIns="0" rIns="0" bIns="0" rtlCol="0"/>
            <a:lstStyle/>
            <a:p>
              <a:endParaRPr/>
            </a:p>
          </p:txBody>
        </p:sp>
        <p:pic>
          <p:nvPicPr>
            <p:cNvPr id="77" name="object 37">
              <a:extLst>
                <a:ext uri="{FF2B5EF4-FFF2-40B4-BE49-F238E27FC236}">
                  <a16:creationId xmlns:a16="http://schemas.microsoft.com/office/drawing/2014/main" id="{484C0C5B-7C66-9146-95E0-F6BCA2CE2850}"/>
                </a:ext>
              </a:extLst>
            </p:cNvPr>
            <p:cNvPicPr/>
            <p:nvPr/>
          </p:nvPicPr>
          <p:blipFill>
            <a:blip r:embed="rId12" cstate="print"/>
            <a:stretch>
              <a:fillRect/>
            </a:stretch>
          </p:blipFill>
          <p:spPr>
            <a:xfrm>
              <a:off x="3820237" y="1764136"/>
              <a:ext cx="151984" cy="192130"/>
            </a:xfrm>
            <a:prstGeom prst="rect">
              <a:avLst/>
            </a:prstGeom>
          </p:spPr>
        </p:pic>
      </p:grpSp>
      <p:sp>
        <p:nvSpPr>
          <p:cNvPr id="78" name="object 38">
            <a:extLst>
              <a:ext uri="{FF2B5EF4-FFF2-40B4-BE49-F238E27FC236}">
                <a16:creationId xmlns:a16="http://schemas.microsoft.com/office/drawing/2014/main" id="{0DE16108-5DA0-3719-3628-972B73419848}"/>
              </a:ext>
            </a:extLst>
          </p:cNvPr>
          <p:cNvSpPr/>
          <p:nvPr userDrawn="1"/>
        </p:nvSpPr>
        <p:spPr>
          <a:xfrm>
            <a:off x="1890133" y="1630913"/>
            <a:ext cx="2500100" cy="25400"/>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E31837"/>
          </a:solidFill>
        </p:spPr>
        <p:txBody>
          <a:bodyPr wrap="square" lIns="0" tIns="0" rIns="0" bIns="0" rtlCol="0"/>
          <a:lstStyle/>
          <a:p>
            <a:endParaRPr/>
          </a:p>
        </p:txBody>
      </p:sp>
      <p:pic>
        <p:nvPicPr>
          <p:cNvPr id="79" name="object 39">
            <a:extLst>
              <a:ext uri="{FF2B5EF4-FFF2-40B4-BE49-F238E27FC236}">
                <a16:creationId xmlns:a16="http://schemas.microsoft.com/office/drawing/2014/main" id="{034050E7-D26A-0571-4A3D-7881D49D8DE3}"/>
              </a:ext>
            </a:extLst>
          </p:cNvPr>
          <p:cNvPicPr/>
          <p:nvPr userDrawn="1"/>
        </p:nvPicPr>
        <p:blipFill>
          <a:blip r:embed="rId13" cstate="print"/>
          <a:stretch>
            <a:fillRect/>
          </a:stretch>
        </p:blipFill>
        <p:spPr>
          <a:xfrm>
            <a:off x="655317" y="691082"/>
            <a:ext cx="1107821" cy="1713220"/>
          </a:xfrm>
          <a:prstGeom prst="rect">
            <a:avLst/>
          </a:prstGeom>
        </p:spPr>
      </p:pic>
      <p:sp>
        <p:nvSpPr>
          <p:cNvPr id="86" name="object 24">
            <a:extLst>
              <a:ext uri="{FF2B5EF4-FFF2-40B4-BE49-F238E27FC236}">
                <a16:creationId xmlns:a16="http://schemas.microsoft.com/office/drawing/2014/main" id="{8FC14503-0F48-1333-657E-BB027689E9BE}"/>
              </a:ext>
            </a:extLst>
          </p:cNvPr>
          <p:cNvSpPr txBox="1"/>
          <p:nvPr userDrawn="1"/>
        </p:nvSpPr>
        <p:spPr>
          <a:xfrm>
            <a:off x="10927518" y="10748612"/>
            <a:ext cx="3771738" cy="163506"/>
          </a:xfrm>
          <a:prstGeom prst="rect">
            <a:avLst/>
          </a:prstGeom>
        </p:spPr>
        <p:txBody>
          <a:bodyPr vert="horz" wrap="none" lIns="0" tIns="1905" rIns="0" bIns="0" rtlCol="0">
            <a:spAutoFit/>
          </a:bodyPr>
          <a:lstStyle/>
          <a:p>
            <a:pPr marL="9526">
              <a:lnSpc>
                <a:spcPct val="100000"/>
              </a:lnSpc>
              <a:spcBef>
                <a:spcPts val="203"/>
              </a:spcBef>
            </a:pPr>
            <a:r>
              <a:rPr sz="1050" spc="4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a:t>
            </a:r>
            <a:r>
              <a:rPr sz="1050" spc="7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spc="4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2023</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Melbourne</a:t>
            </a:r>
            <a:r>
              <a:rPr sz="1050" spc="7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Institute</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of</a:t>
            </a:r>
            <a:r>
              <a:rPr sz="1050" spc="56"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Technology.</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All</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rights</a:t>
            </a:r>
            <a:r>
              <a:rPr sz="1050" spc="7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spc="-8"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reserved</a:t>
            </a:r>
            <a:endPar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2" name="object 24">
            <a:extLst>
              <a:ext uri="{FF2B5EF4-FFF2-40B4-BE49-F238E27FC236}">
                <a16:creationId xmlns:a16="http://schemas.microsoft.com/office/drawing/2014/main" id="{01261B00-9258-02F9-0BB8-531EF4DCF3EE}"/>
              </a:ext>
            </a:extLst>
          </p:cNvPr>
          <p:cNvSpPr txBox="1"/>
          <p:nvPr userDrawn="1"/>
        </p:nvSpPr>
        <p:spPr>
          <a:xfrm>
            <a:off x="661746" y="10533168"/>
            <a:ext cx="2948774" cy="325730"/>
          </a:xfrm>
          <a:prstGeom prst="rect">
            <a:avLst/>
          </a:prstGeom>
        </p:spPr>
        <p:txBody>
          <a:bodyPr vert="horz" wrap="square" lIns="0" tIns="1905" rIns="0" bIns="0" rtlCol="0">
            <a:spAutoFit/>
          </a:bodyPr>
          <a:lstStyle/>
          <a:p>
            <a:pPr marR="4763" algn="l">
              <a:lnSpc>
                <a:spcPct val="100000"/>
              </a:lnSpc>
              <a:spcBef>
                <a:spcPts val="15"/>
              </a:spcBef>
            </a:pPr>
            <a:r>
              <a:rPr lang="pt-BR" sz="1050" spc="-15"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CRICOS Provider Code 01545C and 03245K NSW TEQSA Provider Code 12138</a:t>
            </a:r>
          </a:p>
        </p:txBody>
      </p:sp>
      <p:sp>
        <p:nvSpPr>
          <p:cNvPr id="3" name="Text Placeholder 57">
            <a:extLst>
              <a:ext uri="{FF2B5EF4-FFF2-40B4-BE49-F238E27FC236}">
                <a16:creationId xmlns:a16="http://schemas.microsoft.com/office/drawing/2014/main" id="{899CD98D-3810-4B92-7862-E9C00BCB9562}"/>
              </a:ext>
            </a:extLst>
          </p:cNvPr>
          <p:cNvSpPr>
            <a:spLocks noGrp="1"/>
          </p:cNvSpPr>
          <p:nvPr>
            <p:ph type="body" sz="quarter" idx="10" hasCustomPrompt="1"/>
          </p:nvPr>
        </p:nvSpPr>
        <p:spPr>
          <a:xfrm>
            <a:off x="685656" y="5037862"/>
            <a:ext cx="7449646" cy="761875"/>
          </a:xfrm>
          <a:prstGeom prst="rect">
            <a:avLst/>
          </a:prstGeom>
        </p:spPr>
        <p:txBody>
          <a:bodyPr wrap="square" lIns="0" tIns="0" rIns="0" bIns="0">
            <a:spAutoFit/>
          </a:bodyPr>
          <a:lstStyle>
            <a:lvl1pPr>
              <a:defRPr sz="49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Sub heading</a:t>
            </a:r>
          </a:p>
        </p:txBody>
      </p:sp>
      <p:sp>
        <p:nvSpPr>
          <p:cNvPr id="4" name="Text Placeholder 57">
            <a:extLst>
              <a:ext uri="{FF2B5EF4-FFF2-40B4-BE49-F238E27FC236}">
                <a16:creationId xmlns:a16="http://schemas.microsoft.com/office/drawing/2014/main" id="{FE4E8B62-04EB-B1AF-C535-D34057C00B9F}"/>
              </a:ext>
            </a:extLst>
          </p:cNvPr>
          <p:cNvSpPr>
            <a:spLocks noGrp="1"/>
          </p:cNvSpPr>
          <p:nvPr>
            <p:ph type="body" sz="quarter" idx="11" hasCustomPrompt="1"/>
          </p:nvPr>
        </p:nvSpPr>
        <p:spPr>
          <a:xfrm>
            <a:off x="685656" y="6416675"/>
            <a:ext cx="7449646" cy="2389372"/>
          </a:xfrm>
          <a:prstGeom prst="rect">
            <a:avLst/>
          </a:prstGeom>
        </p:spPr>
        <p:txBody>
          <a:bodyPr wrap="square" lIns="0" tIns="0" rIns="0" bIns="0">
            <a:spAutoFit/>
          </a:bodyPr>
          <a:lstStyle>
            <a:lvl1pPr>
              <a:lnSpc>
                <a:spcPct val="90000"/>
              </a:lnSpc>
              <a:defRPr sz="8626" b="1">
                <a:solidFill>
                  <a:srgbClr val="E31837"/>
                </a:solidFill>
                <a:latin typeface="Playfair Display"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Main title can</a:t>
            </a:r>
          </a:p>
          <a:p>
            <a:pPr lvl="0"/>
            <a:r>
              <a:rPr lang="en-US" dirty="0"/>
              <a:t>go in here</a:t>
            </a:r>
          </a:p>
        </p:txBody>
      </p:sp>
    </p:spTree>
    <p:extLst>
      <p:ext uri="{BB962C8B-B14F-4D97-AF65-F5344CB8AC3E}">
        <p14:creationId xmlns:p14="http://schemas.microsoft.com/office/powerpoint/2010/main" val="2310973668"/>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2" name="Footer Placeholder 2">
            <a:extLst>
              <a:ext uri="{FF2B5EF4-FFF2-40B4-BE49-F238E27FC236}">
                <a16:creationId xmlns:a16="http://schemas.microsoft.com/office/drawing/2014/main" id="{ABF22E1E-5234-42C1-1009-C0A873EEF014}"/>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5" name="Text Placeholder 4">
            <a:extLst>
              <a:ext uri="{FF2B5EF4-FFF2-40B4-BE49-F238E27FC236}">
                <a16:creationId xmlns:a16="http://schemas.microsoft.com/office/drawing/2014/main" id="{D9BC33DB-3911-BD05-D842-113169D9C836}"/>
              </a:ext>
            </a:extLst>
          </p:cNvPr>
          <p:cNvSpPr>
            <a:spLocks noGrp="1"/>
          </p:cNvSpPr>
          <p:nvPr>
            <p:ph type="body" sz="quarter" idx="10" hasCustomPrompt="1"/>
          </p:nvPr>
        </p:nvSpPr>
        <p:spPr>
          <a:xfrm>
            <a:off x="1143121" y="1997076"/>
            <a:ext cx="12912497" cy="4802212"/>
          </a:xfrm>
          <a:prstGeom prst="rect">
            <a:avLst/>
          </a:prstGeom>
        </p:spPr>
        <p:txBody>
          <a:bodyPr wrap="square" lIns="0" tIns="0" rIns="0" bIns="0">
            <a:spAutoFit/>
          </a:bodyPr>
          <a:lstStyle>
            <a:lvl1pPr>
              <a:spcAft>
                <a:spcPts val="900"/>
              </a:spcAft>
              <a:defRPr sz="4351">
                <a:solidFill>
                  <a:srgbClr val="414042"/>
                </a:solidFill>
                <a:latin typeface="Roboto" panose="02000000000000000000" pitchFamily="2" charset="0"/>
                <a:ea typeface="Roboto" panose="02000000000000000000" pitchFamily="2" charset="0"/>
                <a:cs typeface="Roboto" panose="02000000000000000000" pitchFamily="2" charset="0"/>
              </a:defRPr>
            </a:lvl1pPr>
            <a:lvl2pPr>
              <a:defRPr>
                <a:latin typeface="Roboto" panose="02000000000000000000" pitchFamily="2" charset="0"/>
                <a:ea typeface="Roboto" panose="02000000000000000000" pitchFamily="2" charset="0"/>
                <a:cs typeface="Roboto" panose="02000000000000000000" pitchFamily="2" charset="0"/>
              </a:defRPr>
            </a:lvl2pPr>
            <a:lvl3pPr>
              <a:defRPr>
                <a:latin typeface="Roboto" panose="02000000000000000000" pitchFamily="2" charset="0"/>
                <a:ea typeface="Roboto" panose="02000000000000000000" pitchFamily="2" charset="0"/>
                <a:cs typeface="Roboto" panose="02000000000000000000" pitchFamily="2" charset="0"/>
              </a:defRPr>
            </a:lvl3pPr>
            <a:lvl4pPr>
              <a:defRPr>
                <a:latin typeface="Roboto" panose="02000000000000000000" pitchFamily="2" charset="0"/>
                <a:ea typeface="Roboto" panose="02000000000000000000" pitchFamily="2" charset="0"/>
                <a:cs typeface="Roboto" panose="02000000000000000000" pitchFamily="2" charset="0"/>
              </a:defRPr>
            </a:lvl4pPr>
            <a:lvl5pPr>
              <a:defRPr>
                <a:latin typeface="Roboto" panose="02000000000000000000" pitchFamily="2" charset="0"/>
                <a:ea typeface="Roboto" panose="02000000000000000000" pitchFamily="2" charset="0"/>
                <a:cs typeface="Roboto" panose="02000000000000000000" pitchFamily="2" charset="0"/>
              </a:defRPr>
            </a:lvl5pPr>
          </a:lstStyle>
          <a:p>
            <a:pPr lvl="0"/>
            <a:r>
              <a:rPr lang="en-US" dirty="0" err="1"/>
              <a:t>Teme</a:t>
            </a:r>
            <a:r>
              <a:rPr lang="en-US" dirty="0"/>
              <a:t> </a:t>
            </a:r>
            <a:r>
              <a:rPr lang="en-US" dirty="0" err="1"/>
              <a:t>manunultus</a:t>
            </a:r>
            <a:r>
              <a:rPr lang="en-US" dirty="0"/>
              <a:t> </a:t>
            </a:r>
            <a:r>
              <a:rPr lang="en-US" dirty="0" err="1"/>
              <a:t>coerect</a:t>
            </a:r>
            <a:r>
              <a:rPr lang="en-US" dirty="0"/>
              <a:t> </a:t>
            </a:r>
            <a:r>
              <a:rPr lang="en-US" dirty="0" err="1"/>
              <a:t>anultu</a:t>
            </a:r>
            <a:r>
              <a:rPr lang="en-US" dirty="0"/>
              <a:t> </a:t>
            </a:r>
            <a:r>
              <a:rPr lang="en-US" dirty="0" err="1"/>
              <a:t>venatum</a:t>
            </a:r>
            <a:r>
              <a:rPr lang="en-US" dirty="0"/>
              <a:t> ne </a:t>
            </a:r>
            <a:r>
              <a:rPr lang="en-US" dirty="0" err="1"/>
              <a:t>inpra</a:t>
            </a:r>
            <a:r>
              <a:rPr lang="en-US" dirty="0"/>
              <a:t>? </a:t>
            </a:r>
            <a:r>
              <a:rPr lang="en-US" dirty="0" err="1"/>
              <a:t>ines</a:t>
            </a:r>
            <a:r>
              <a:rPr lang="en-US" dirty="0"/>
              <a:t> </a:t>
            </a:r>
            <a:r>
              <a:rPr lang="en-US" dirty="0" err="1"/>
              <a:t>audam</a:t>
            </a:r>
            <a:r>
              <a:rPr lang="en-US" dirty="0"/>
              <a:t> tabi </a:t>
            </a:r>
            <a:r>
              <a:rPr lang="en-US" dirty="0" err="1"/>
              <a:t>prisqua</a:t>
            </a:r>
            <a:r>
              <a:rPr lang="en-US" dirty="0"/>
              <a:t> </a:t>
            </a:r>
            <a:r>
              <a:rPr lang="en-US" dirty="0" err="1"/>
              <a:t>auctore</a:t>
            </a:r>
            <a:r>
              <a:rPr lang="en-US" dirty="0"/>
              <a:t>, Cat </a:t>
            </a:r>
            <a:r>
              <a:rPr lang="en-US" dirty="0" err="1"/>
              <a:t>pordium</a:t>
            </a:r>
            <a:r>
              <a:rPr lang="en-US" dirty="0"/>
              <a:t> ta, </a:t>
            </a:r>
            <a:r>
              <a:rPr lang="en-US" dirty="0" err="1"/>
              <a:t>ovis</a:t>
            </a:r>
            <a:r>
              <a:rPr lang="en-US" dirty="0"/>
              <a:t>. </a:t>
            </a:r>
            <a:r>
              <a:rPr lang="en-US" dirty="0" err="1"/>
              <a:t>Sima</a:t>
            </a:r>
            <a:r>
              <a:rPr lang="en-US" dirty="0"/>
              <a:t>, </a:t>
            </a:r>
            <a:r>
              <a:rPr lang="en-US" dirty="0" err="1"/>
              <a:t>Catuam</a:t>
            </a:r>
            <a:r>
              <a:rPr lang="en-US" dirty="0"/>
              <a:t> </a:t>
            </a:r>
            <a:r>
              <a:rPr lang="en-US" dirty="0" err="1"/>
              <a:t>sta</a:t>
            </a:r>
            <a:r>
              <a:rPr lang="en-US" dirty="0"/>
              <a:t> </a:t>
            </a:r>
            <a:r>
              <a:rPr lang="en-US" dirty="0" err="1"/>
              <a:t>pulos</a:t>
            </a:r>
            <a:r>
              <a:rPr lang="en-US" dirty="0"/>
              <a:t> </a:t>
            </a:r>
            <a:r>
              <a:rPr lang="en-US" dirty="0" err="1"/>
              <a:t>bonsum</a:t>
            </a:r>
            <a:r>
              <a:rPr lang="en-US" dirty="0"/>
              <a:t> in </a:t>
            </a:r>
            <a:r>
              <a:rPr lang="en-US" dirty="0" err="1"/>
              <a:t>Itam</a:t>
            </a:r>
            <a:r>
              <a:rPr lang="en-US" dirty="0"/>
              <a:t>.</a:t>
            </a:r>
          </a:p>
          <a:p>
            <a:pPr lvl="0"/>
            <a:r>
              <a:rPr lang="en-US" dirty="0" err="1"/>
              <a:t>Fulin</a:t>
            </a:r>
            <a:r>
              <a:rPr lang="en-US" dirty="0"/>
              <a:t> re </a:t>
            </a:r>
            <a:r>
              <a:rPr lang="en-US" dirty="0" err="1"/>
              <a:t>inatam</a:t>
            </a:r>
            <a:r>
              <a:rPr lang="en-US" dirty="0"/>
              <a:t> </a:t>
            </a:r>
            <a:r>
              <a:rPr lang="en-US" dirty="0" err="1"/>
              <a:t>hocaesse</a:t>
            </a:r>
            <a:r>
              <a:rPr lang="en-US" dirty="0"/>
              <a:t> </a:t>
            </a:r>
            <a:r>
              <a:rPr lang="en-US" dirty="0" err="1"/>
              <a:t>tudessi</a:t>
            </a:r>
            <a:r>
              <a:rPr lang="en-US" dirty="0"/>
              <a:t> </a:t>
            </a:r>
            <a:r>
              <a:rPr lang="en-US" dirty="0" err="1"/>
              <a:t>dempo</a:t>
            </a:r>
            <a:r>
              <a:rPr lang="en-US" dirty="0"/>
              <a:t> </a:t>
            </a:r>
            <a:r>
              <a:rPr lang="en-US" dirty="0" err="1"/>
              <a:t>ste</a:t>
            </a:r>
            <a:r>
              <a:rPr lang="en-US" dirty="0"/>
              <a:t> peri a, </a:t>
            </a:r>
            <a:r>
              <a:rPr lang="en-US" dirty="0" err="1"/>
              <a:t>Catuam</a:t>
            </a:r>
            <a:r>
              <a:rPr lang="en-US" dirty="0"/>
              <a:t> </a:t>
            </a:r>
            <a:r>
              <a:rPr lang="en-US" dirty="0" err="1"/>
              <a:t>sta</a:t>
            </a:r>
            <a:r>
              <a:rPr lang="en-US" dirty="0"/>
              <a:t> </a:t>
            </a:r>
            <a:r>
              <a:rPr lang="en-US" dirty="0" err="1"/>
              <a:t>pulos</a:t>
            </a:r>
            <a:r>
              <a:rPr lang="en-US" dirty="0"/>
              <a:t> </a:t>
            </a:r>
            <a:r>
              <a:rPr lang="en-US" dirty="0" err="1"/>
              <a:t>bonsum</a:t>
            </a:r>
            <a:r>
              <a:rPr lang="en-US" dirty="0"/>
              <a:t> in </a:t>
            </a:r>
            <a:r>
              <a:rPr lang="en-US" dirty="0" err="1"/>
              <a:t>Itam</a:t>
            </a:r>
            <a:r>
              <a:rPr lang="en-US" dirty="0"/>
              <a:t> </a:t>
            </a:r>
            <a:r>
              <a:rPr lang="en-US" dirty="0" err="1"/>
              <a:t>Otati</a:t>
            </a:r>
            <a:r>
              <a:rPr lang="en-US" dirty="0"/>
              <a:t> office </a:t>
            </a:r>
            <a:r>
              <a:rPr lang="en-US" dirty="0" err="1"/>
              <a:t>tendaecta</a:t>
            </a:r>
            <a:r>
              <a:rPr lang="en-US" dirty="0"/>
              <a:t> </a:t>
            </a:r>
            <a:r>
              <a:rPr lang="en-US" dirty="0" err="1"/>
              <a:t>si</a:t>
            </a:r>
            <a:r>
              <a:rPr lang="en-US" dirty="0"/>
              <a:t> </a:t>
            </a:r>
            <a:r>
              <a:rPr lang="en-US" dirty="0" err="1"/>
              <a:t>officiet</a:t>
            </a:r>
            <a:r>
              <a:rPr lang="en-US" dirty="0"/>
              <a:t> qui </a:t>
            </a:r>
            <a:r>
              <a:rPr lang="en-US" dirty="0" err="1"/>
              <a:t>nos</a:t>
            </a:r>
            <a:r>
              <a:rPr lang="en-US" dirty="0"/>
              <a:t> </a:t>
            </a:r>
            <a:r>
              <a:rPr lang="en-US" dirty="0" err="1"/>
              <a:t>delitis</a:t>
            </a:r>
            <a:r>
              <a:rPr lang="en-US" dirty="0"/>
              <a:t> </a:t>
            </a:r>
            <a:r>
              <a:rPr lang="en-US" dirty="0" err="1"/>
              <a:t>molectio</a:t>
            </a:r>
            <a:r>
              <a:rPr lang="en-US" dirty="0"/>
              <a:t> </a:t>
            </a:r>
            <a:r>
              <a:rPr lang="en-US" dirty="0" err="1"/>
              <a:t>quod</a:t>
            </a:r>
            <a:r>
              <a:rPr lang="en-US" dirty="0"/>
              <a:t> </a:t>
            </a:r>
            <a:r>
              <a:rPr lang="en-US" dirty="0" err="1"/>
              <a:t>modi</a:t>
            </a:r>
            <a:r>
              <a:rPr lang="en-US" dirty="0"/>
              <a:t> </a:t>
            </a:r>
            <a:r>
              <a:rPr lang="en-US" dirty="0" err="1"/>
              <a:t>apere</a:t>
            </a:r>
            <a:r>
              <a:rPr lang="en-US" dirty="0"/>
              <a:t>, </a:t>
            </a:r>
            <a:r>
              <a:rPr lang="en-US" dirty="0" err="1"/>
              <a:t>quas</a:t>
            </a:r>
            <a:r>
              <a:rPr lang="en-US" dirty="0"/>
              <a:t> </a:t>
            </a:r>
            <a:r>
              <a:rPr lang="en-US" dirty="0" err="1"/>
              <a:t>simincillat</a:t>
            </a:r>
            <a:r>
              <a:rPr lang="en-US" dirty="0"/>
              <a:t>.</a:t>
            </a:r>
          </a:p>
        </p:txBody>
      </p:sp>
      <p:sp>
        <p:nvSpPr>
          <p:cNvPr id="10" name="Slide Number Placeholder 29">
            <a:extLst>
              <a:ext uri="{FF2B5EF4-FFF2-40B4-BE49-F238E27FC236}">
                <a16:creationId xmlns:a16="http://schemas.microsoft.com/office/drawing/2014/main" id="{DCC0AAE6-BFB6-1CCE-74E9-8FBF2802885B}"/>
              </a:ext>
            </a:extLst>
          </p:cNvPr>
          <p:cNvSpPr>
            <a:spLocks noGrp="1"/>
          </p:cNvSpPr>
          <p:nvPr>
            <p:ph type="sldNum" sz="quarter" idx="4"/>
          </p:nvPr>
        </p:nvSpPr>
        <p:spPr>
          <a:xfrm>
            <a:off x="13892111" y="10547318"/>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3456170495"/>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20B5BCB0-5589-D2D9-C808-41D5597DE1BA}"/>
              </a:ext>
            </a:extLst>
          </p:cNvPr>
          <p:cNvSpPr>
            <a:spLocks noGrp="1"/>
          </p:cNvSpPr>
          <p:nvPr>
            <p:ph type="body" sz="quarter" idx="10" hasCustomPrompt="1"/>
          </p:nvPr>
        </p:nvSpPr>
        <p:spPr>
          <a:xfrm>
            <a:off x="1083583" y="3451673"/>
            <a:ext cx="12912497" cy="646459"/>
          </a:xfrm>
          <a:prstGeom prst="rect">
            <a:avLst/>
          </a:prstGeom>
        </p:spPr>
        <p:txBody>
          <a:bodyPr wrap="square" lIns="0" tIns="0" rIns="0" bIns="0">
            <a:spAutoFit/>
          </a:bodyPr>
          <a:lstStyle>
            <a:lvl1pPr>
              <a:defRPr sz="4201" b="1">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Key heading line goes here</a:t>
            </a:r>
            <a:endParaRPr lang="en-IN" dirty="0"/>
          </a:p>
        </p:txBody>
      </p:sp>
      <p:sp>
        <p:nvSpPr>
          <p:cNvPr id="10" name="Text Placeholder 8">
            <a:extLst>
              <a:ext uri="{FF2B5EF4-FFF2-40B4-BE49-F238E27FC236}">
                <a16:creationId xmlns:a16="http://schemas.microsoft.com/office/drawing/2014/main" id="{E2E0935F-188B-500D-38F8-9B7B64E201FA}"/>
              </a:ext>
            </a:extLst>
          </p:cNvPr>
          <p:cNvSpPr>
            <a:spLocks noGrp="1"/>
          </p:cNvSpPr>
          <p:nvPr>
            <p:ph type="body" sz="quarter" idx="11" hasCustomPrompt="1"/>
          </p:nvPr>
        </p:nvSpPr>
        <p:spPr>
          <a:xfrm>
            <a:off x="1083583" y="4715669"/>
            <a:ext cx="12912497" cy="3116879"/>
          </a:xfrm>
          <a:prstGeom prst="rect">
            <a:avLst/>
          </a:prstGeom>
        </p:spPr>
        <p:txBody>
          <a:bodyPr wrap="square" lIns="0" tIns="0" rIns="0" bIns="0">
            <a:spAutoFit/>
          </a:bodyPr>
          <a:lstStyle>
            <a:lvl1pPr>
              <a:defRPr sz="40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r>
              <a:rPr lang="en-US" dirty="0"/>
              <a:t> </a:t>
            </a:r>
            <a:r>
              <a:rPr lang="en-US" dirty="0" err="1"/>
              <a:t>tudessi</a:t>
            </a:r>
            <a:r>
              <a:rPr lang="en-US" dirty="0"/>
              <a:t> </a:t>
            </a:r>
            <a:r>
              <a:rPr lang="en-US" dirty="0" err="1"/>
              <a:t>dempo</a:t>
            </a:r>
            <a:r>
              <a:rPr lang="en-US" dirty="0"/>
              <a:t> </a:t>
            </a:r>
            <a:r>
              <a:rPr lang="en-US" dirty="0" err="1"/>
              <a:t>ste</a:t>
            </a:r>
            <a:r>
              <a:rPr lang="en-US" dirty="0"/>
              <a:t> peri a,</a:t>
            </a:r>
          </a:p>
          <a:p>
            <a:pPr lvl="0"/>
            <a:r>
              <a:rPr lang="en-US" dirty="0" err="1"/>
              <a:t>Catuam</a:t>
            </a:r>
            <a:r>
              <a:rPr lang="en-US" dirty="0"/>
              <a:t> </a:t>
            </a:r>
            <a:r>
              <a:rPr lang="en-US" dirty="0" err="1"/>
              <a:t>sta</a:t>
            </a:r>
            <a:r>
              <a:rPr lang="en-US" dirty="0"/>
              <a:t> </a:t>
            </a:r>
            <a:r>
              <a:rPr lang="en-US" dirty="0" err="1"/>
              <a:t>pulos</a:t>
            </a:r>
            <a:r>
              <a:rPr lang="en-US" dirty="0"/>
              <a:t> </a:t>
            </a:r>
            <a:r>
              <a:rPr lang="en-US" dirty="0" err="1"/>
              <a:t>bonsum</a:t>
            </a:r>
            <a:r>
              <a:rPr lang="en-US" dirty="0"/>
              <a:t> in </a:t>
            </a:r>
            <a:r>
              <a:rPr lang="en-US" dirty="0" err="1"/>
              <a:t>Itam</a:t>
            </a:r>
            <a:r>
              <a:rPr lang="en-US" dirty="0"/>
              <a:t> </a:t>
            </a:r>
            <a:r>
              <a:rPr lang="en-US" dirty="0" err="1"/>
              <a:t>Otati</a:t>
            </a:r>
            <a:r>
              <a:rPr lang="en-US" dirty="0"/>
              <a:t> </a:t>
            </a:r>
            <a:r>
              <a:rPr lang="en-US" dirty="0" err="1"/>
              <a:t>offic</a:t>
            </a:r>
            <a:r>
              <a:rPr lang="en-US" dirty="0"/>
              <a:t> </a:t>
            </a:r>
            <a:r>
              <a:rPr lang="en-US" dirty="0" err="1"/>
              <a:t>tendaecta</a:t>
            </a:r>
            <a:endParaRPr lang="en-US" dirty="0"/>
          </a:p>
          <a:p>
            <a:pPr lvl="0"/>
            <a:r>
              <a:rPr lang="en-US" dirty="0" err="1"/>
              <a:t>si</a:t>
            </a:r>
            <a:r>
              <a:rPr lang="en-US" dirty="0"/>
              <a:t> </a:t>
            </a:r>
            <a:r>
              <a:rPr lang="en-US" dirty="0" err="1"/>
              <a:t>officiet</a:t>
            </a:r>
            <a:r>
              <a:rPr lang="en-US" dirty="0"/>
              <a:t> qui </a:t>
            </a:r>
            <a:r>
              <a:rPr lang="en-US" dirty="0" err="1"/>
              <a:t>nos</a:t>
            </a:r>
            <a:r>
              <a:rPr lang="en-US" dirty="0"/>
              <a:t> </a:t>
            </a:r>
            <a:r>
              <a:rPr lang="en-US" dirty="0" err="1"/>
              <a:t>delitis</a:t>
            </a:r>
            <a:r>
              <a:rPr lang="en-US" dirty="0"/>
              <a:t> </a:t>
            </a:r>
            <a:r>
              <a:rPr lang="en-US" dirty="0" err="1"/>
              <a:t>molectio</a:t>
            </a:r>
            <a:r>
              <a:rPr lang="en-US" dirty="0"/>
              <a:t> </a:t>
            </a:r>
            <a:r>
              <a:rPr lang="en-US" dirty="0" err="1"/>
              <a:t>quod</a:t>
            </a:r>
            <a:r>
              <a:rPr lang="en-US" dirty="0"/>
              <a:t> </a:t>
            </a:r>
            <a:r>
              <a:rPr lang="en-US" dirty="0" err="1"/>
              <a:t>modi</a:t>
            </a:r>
            <a:r>
              <a:rPr lang="en-US" dirty="0"/>
              <a:t> </a:t>
            </a:r>
            <a:r>
              <a:rPr lang="en-US" dirty="0" err="1"/>
              <a:t>apere</a:t>
            </a:r>
            <a:r>
              <a:rPr lang="en-US" dirty="0"/>
              <a:t>, </a:t>
            </a:r>
            <a:r>
              <a:rPr lang="en-US" dirty="0" err="1"/>
              <a:t>quas</a:t>
            </a:r>
            <a:r>
              <a:rPr lang="en-US" dirty="0"/>
              <a:t> </a:t>
            </a:r>
            <a:r>
              <a:rPr lang="en-US" dirty="0" err="1"/>
              <a:t>simincillat</a:t>
            </a:r>
            <a:r>
              <a:rPr lang="en-US" dirty="0"/>
              <a:t> </a:t>
            </a:r>
            <a:r>
              <a:rPr lang="en-US" dirty="0" err="1"/>
              <a:t>ut</a:t>
            </a:r>
            <a:r>
              <a:rPr lang="en-US" dirty="0"/>
              <a:t> </a:t>
            </a:r>
            <a:r>
              <a:rPr lang="en-US" dirty="0" err="1"/>
              <a:t>quae</a:t>
            </a:r>
            <a:r>
              <a:rPr lang="en-US" dirty="0"/>
              <a:t> </a:t>
            </a:r>
            <a:r>
              <a:rPr lang="en-US" dirty="0" err="1"/>
              <a:t>diatias</a:t>
            </a:r>
            <a:r>
              <a:rPr lang="en-US" dirty="0"/>
              <a:t> </a:t>
            </a:r>
            <a:r>
              <a:rPr lang="en-US" dirty="0" err="1"/>
              <a:t>etur</a:t>
            </a:r>
            <a:r>
              <a:rPr lang="en-US" dirty="0"/>
              <a:t>, </a:t>
            </a:r>
            <a:r>
              <a:rPr lang="en-US" dirty="0" err="1"/>
              <a:t>nos</a:t>
            </a:r>
            <a:r>
              <a:rPr lang="en-US" dirty="0"/>
              <a:t> et la </a:t>
            </a:r>
            <a:r>
              <a:rPr lang="en-US" dirty="0" err="1"/>
              <a:t>sam</a:t>
            </a:r>
            <a:r>
              <a:rPr lang="en-US" dirty="0"/>
              <a:t>, </a:t>
            </a:r>
            <a:r>
              <a:rPr lang="en-US" dirty="0" err="1"/>
              <a:t>sequis</a:t>
            </a:r>
            <a:r>
              <a:rPr lang="en-US" dirty="0"/>
              <a:t> sus re </a:t>
            </a:r>
            <a:r>
              <a:rPr lang="en-US" dirty="0" err="1"/>
              <a:t>denet</a:t>
            </a:r>
            <a:r>
              <a:rPr lang="en-US" dirty="0"/>
              <a:t> </a:t>
            </a:r>
            <a:r>
              <a:rPr lang="en-US" dirty="0" err="1"/>
              <a:t>fuga</a:t>
            </a:r>
            <a:r>
              <a:rPr lang="en-US" dirty="0"/>
              <a:t>.</a:t>
            </a:r>
          </a:p>
        </p:txBody>
      </p:sp>
      <p:sp>
        <p:nvSpPr>
          <p:cNvPr id="2" name="Footer Placeholder 2">
            <a:extLst>
              <a:ext uri="{FF2B5EF4-FFF2-40B4-BE49-F238E27FC236}">
                <a16:creationId xmlns:a16="http://schemas.microsoft.com/office/drawing/2014/main" id="{E84FFD61-0740-701E-C427-EE823ABA2A8A}"/>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4" name="Slide Number Placeholder 29">
            <a:extLst>
              <a:ext uri="{FF2B5EF4-FFF2-40B4-BE49-F238E27FC236}">
                <a16:creationId xmlns:a16="http://schemas.microsoft.com/office/drawing/2014/main" id="{16EE05B7-3171-9AE8-539F-884981253F5C}"/>
              </a:ext>
            </a:extLst>
          </p:cNvPr>
          <p:cNvSpPr>
            <a:spLocks noGrp="1"/>
          </p:cNvSpPr>
          <p:nvPr>
            <p:ph type="sldNum" sz="quarter" idx="4"/>
          </p:nvPr>
        </p:nvSpPr>
        <p:spPr>
          <a:xfrm>
            <a:off x="13832573" y="10469827"/>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627640728"/>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20B5BCB0-5589-D2D9-C808-41D5597DE1BA}"/>
              </a:ext>
            </a:extLst>
          </p:cNvPr>
          <p:cNvSpPr>
            <a:spLocks noGrp="1"/>
          </p:cNvSpPr>
          <p:nvPr>
            <p:ph type="body" sz="quarter" idx="10" hasCustomPrompt="1"/>
          </p:nvPr>
        </p:nvSpPr>
        <p:spPr>
          <a:xfrm>
            <a:off x="1143120" y="1997076"/>
            <a:ext cx="5258354" cy="1292918"/>
          </a:xfrm>
          <a:prstGeom prst="rect">
            <a:avLst/>
          </a:prstGeom>
        </p:spPr>
        <p:txBody>
          <a:bodyPr wrap="square" lIns="0" tIns="0" rIns="0" bIns="0">
            <a:spAutoFit/>
          </a:bodyPr>
          <a:lstStyle>
            <a:lvl1pPr>
              <a:defRPr sz="4201" b="1">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Key heading line</a:t>
            </a:r>
          </a:p>
          <a:p>
            <a:pPr lvl="0"/>
            <a:r>
              <a:rPr lang="en-US" dirty="0"/>
              <a:t>goes here</a:t>
            </a:r>
            <a:endParaRPr lang="en-IN" dirty="0"/>
          </a:p>
        </p:txBody>
      </p:sp>
      <p:sp>
        <p:nvSpPr>
          <p:cNvPr id="10" name="Text Placeholder 8">
            <a:extLst>
              <a:ext uri="{FF2B5EF4-FFF2-40B4-BE49-F238E27FC236}">
                <a16:creationId xmlns:a16="http://schemas.microsoft.com/office/drawing/2014/main" id="{E2E0935F-188B-500D-38F8-9B7B64E201FA}"/>
              </a:ext>
            </a:extLst>
          </p:cNvPr>
          <p:cNvSpPr>
            <a:spLocks noGrp="1"/>
          </p:cNvSpPr>
          <p:nvPr>
            <p:ph type="body" sz="quarter" idx="11" hasCustomPrompt="1"/>
          </p:nvPr>
        </p:nvSpPr>
        <p:spPr>
          <a:xfrm>
            <a:off x="7539832" y="1997075"/>
            <a:ext cx="6515786" cy="4637936"/>
          </a:xfrm>
          <a:prstGeom prst="rect">
            <a:avLst/>
          </a:prstGeom>
        </p:spPr>
        <p:txBody>
          <a:bodyPr wrap="square" lIns="0" tIns="0" rIns="0" bIns="0">
            <a:spAutoFit/>
          </a:bodyPr>
          <a:lstStyle>
            <a:lvl1pPr marL="514419" indent="-514419">
              <a:spcAft>
                <a:spcPts val="1350"/>
              </a:spcAft>
              <a:buClr>
                <a:srgbClr val="E31837"/>
              </a:buClr>
              <a:buFont typeface="Arial" panose="020B0604020202020204" pitchFamily="34" charset="0"/>
              <a:buChar char="•"/>
              <a:defRPr sz="40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err="1"/>
              <a:t>Catuam</a:t>
            </a:r>
            <a:r>
              <a:rPr lang="en-US" dirty="0"/>
              <a:t> </a:t>
            </a:r>
            <a:r>
              <a:rPr lang="en-US" dirty="0" err="1"/>
              <a:t>sta</a:t>
            </a:r>
            <a:r>
              <a:rPr lang="en-US" dirty="0"/>
              <a:t> </a:t>
            </a:r>
            <a:r>
              <a:rPr lang="en-US" dirty="0" err="1"/>
              <a:t>pulos</a:t>
            </a:r>
            <a:r>
              <a:rPr lang="en-US" dirty="0"/>
              <a:t> </a:t>
            </a:r>
            <a:r>
              <a:rPr lang="en-US" dirty="0" err="1"/>
              <a:t>bonsum</a:t>
            </a:r>
            <a:endParaRPr lang="en-US" dirty="0"/>
          </a:p>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a:t>Sa </a:t>
            </a:r>
            <a:r>
              <a:rPr lang="en-US" dirty="0" err="1"/>
              <a:t>pulos</a:t>
            </a:r>
            <a:r>
              <a:rPr lang="en-US" dirty="0"/>
              <a:t> </a:t>
            </a:r>
            <a:r>
              <a:rPr lang="en-US" dirty="0" err="1"/>
              <a:t>bonsum</a:t>
            </a:r>
            <a:r>
              <a:rPr lang="en-US" dirty="0"/>
              <a:t> in </a:t>
            </a:r>
            <a:r>
              <a:rPr lang="en-US" dirty="0" err="1"/>
              <a:t>Itam</a:t>
            </a:r>
            <a:endParaRPr lang="en-US" dirty="0"/>
          </a:p>
        </p:txBody>
      </p:sp>
      <p:sp>
        <p:nvSpPr>
          <p:cNvPr id="2" name="Footer Placeholder 2">
            <a:extLst>
              <a:ext uri="{FF2B5EF4-FFF2-40B4-BE49-F238E27FC236}">
                <a16:creationId xmlns:a16="http://schemas.microsoft.com/office/drawing/2014/main" id="{18FE7C0F-0B53-2479-143B-06C86FB3C61C}"/>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4" name="Slide Number Placeholder 29">
            <a:extLst>
              <a:ext uri="{FF2B5EF4-FFF2-40B4-BE49-F238E27FC236}">
                <a16:creationId xmlns:a16="http://schemas.microsoft.com/office/drawing/2014/main" id="{7713AD0E-5A31-ECFA-5BEB-B7F898F559FB}"/>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3823393792"/>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2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10" name="Text Placeholder 8">
            <a:extLst>
              <a:ext uri="{FF2B5EF4-FFF2-40B4-BE49-F238E27FC236}">
                <a16:creationId xmlns:a16="http://schemas.microsoft.com/office/drawing/2014/main" id="{E2E0935F-188B-500D-38F8-9B7B64E201FA}"/>
              </a:ext>
            </a:extLst>
          </p:cNvPr>
          <p:cNvSpPr>
            <a:spLocks noGrp="1"/>
          </p:cNvSpPr>
          <p:nvPr>
            <p:ph type="body" sz="quarter" idx="11" hasCustomPrompt="1"/>
          </p:nvPr>
        </p:nvSpPr>
        <p:spPr>
          <a:xfrm>
            <a:off x="1143121" y="1997075"/>
            <a:ext cx="12912497" cy="1436291"/>
          </a:xfrm>
          <a:prstGeom prst="rect">
            <a:avLst/>
          </a:prstGeom>
        </p:spPr>
        <p:txBody>
          <a:bodyPr wrap="square" lIns="0" tIns="0" rIns="0" bIns="0">
            <a:spAutoFit/>
          </a:bodyPr>
          <a:lstStyle>
            <a:lvl1pPr marL="0" indent="0">
              <a:spcAft>
                <a:spcPts val="225"/>
              </a:spcAft>
              <a:buClr>
                <a:srgbClr val="E31837"/>
              </a:buClr>
              <a:buFont typeface="Arial" panose="020B0604020202020204" pitchFamily="34" charset="0"/>
              <a:buNone/>
              <a:defRPr sz="300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r>
              <a:rPr lang="en-US" dirty="0"/>
              <a:t> </a:t>
            </a:r>
            <a:r>
              <a:rPr lang="en-US" dirty="0" err="1"/>
              <a:t>tudessi</a:t>
            </a:r>
            <a:r>
              <a:rPr lang="en-US" dirty="0"/>
              <a:t> </a:t>
            </a:r>
            <a:r>
              <a:rPr lang="en-US" dirty="0" err="1"/>
              <a:t>dempo</a:t>
            </a:r>
            <a:r>
              <a:rPr lang="en-US" dirty="0"/>
              <a:t> </a:t>
            </a:r>
            <a:r>
              <a:rPr lang="en-US" dirty="0" err="1"/>
              <a:t>ste</a:t>
            </a:r>
            <a:r>
              <a:rPr lang="en-US" dirty="0"/>
              <a:t> peri a, </a:t>
            </a:r>
            <a:r>
              <a:rPr lang="en-US" dirty="0" err="1"/>
              <a:t>Catuam</a:t>
            </a:r>
            <a:r>
              <a:rPr lang="en-US" dirty="0"/>
              <a:t> </a:t>
            </a:r>
            <a:r>
              <a:rPr lang="en-US" dirty="0" err="1"/>
              <a:t>sta</a:t>
            </a:r>
            <a:r>
              <a:rPr lang="en-US" dirty="0"/>
              <a:t> </a:t>
            </a:r>
            <a:r>
              <a:rPr lang="en-US" dirty="0" err="1"/>
              <a:t>pulos</a:t>
            </a:r>
            <a:endParaRPr lang="en-US" dirty="0"/>
          </a:p>
          <a:p>
            <a:pPr lvl="0"/>
            <a:r>
              <a:rPr lang="en-US" dirty="0" err="1"/>
              <a:t>bonsum</a:t>
            </a:r>
            <a:r>
              <a:rPr lang="en-US" dirty="0"/>
              <a:t> in </a:t>
            </a:r>
            <a:r>
              <a:rPr lang="en-US" dirty="0" err="1"/>
              <a:t>Itam</a:t>
            </a:r>
            <a:r>
              <a:rPr lang="en-US" dirty="0"/>
              <a:t> </a:t>
            </a:r>
            <a:r>
              <a:rPr lang="en-US" dirty="0" err="1"/>
              <a:t>Otati</a:t>
            </a:r>
            <a:r>
              <a:rPr lang="en-US" dirty="0"/>
              <a:t> </a:t>
            </a:r>
            <a:r>
              <a:rPr lang="en-US" dirty="0" err="1"/>
              <a:t>offic</a:t>
            </a:r>
            <a:r>
              <a:rPr lang="en-US" dirty="0"/>
              <a:t> </a:t>
            </a:r>
            <a:r>
              <a:rPr lang="en-US" dirty="0" err="1"/>
              <a:t>tendaecta</a:t>
            </a:r>
            <a:r>
              <a:rPr lang="en-US" dirty="0"/>
              <a:t> </a:t>
            </a:r>
            <a:r>
              <a:rPr lang="en-US" dirty="0" err="1"/>
              <a:t>si</a:t>
            </a:r>
            <a:r>
              <a:rPr lang="en-US" dirty="0"/>
              <a:t> </a:t>
            </a:r>
            <a:r>
              <a:rPr lang="en-US" dirty="0" err="1"/>
              <a:t>officiet</a:t>
            </a:r>
            <a:r>
              <a:rPr lang="en-US" dirty="0"/>
              <a:t> qui </a:t>
            </a:r>
            <a:r>
              <a:rPr lang="en-US" dirty="0" err="1"/>
              <a:t>nos</a:t>
            </a:r>
            <a:r>
              <a:rPr lang="en-US" dirty="0"/>
              <a:t> </a:t>
            </a:r>
            <a:r>
              <a:rPr lang="en-US" dirty="0" err="1"/>
              <a:t>delitis</a:t>
            </a:r>
            <a:r>
              <a:rPr lang="en-US" dirty="0"/>
              <a:t> </a:t>
            </a:r>
            <a:r>
              <a:rPr lang="en-US" dirty="0" err="1"/>
              <a:t>molectio</a:t>
            </a:r>
            <a:r>
              <a:rPr lang="en-US" dirty="0"/>
              <a:t> </a:t>
            </a:r>
            <a:r>
              <a:rPr lang="en-US" dirty="0" err="1"/>
              <a:t>quod</a:t>
            </a:r>
            <a:endParaRPr lang="en-US" dirty="0"/>
          </a:p>
          <a:p>
            <a:pPr lvl="0"/>
            <a:r>
              <a:rPr lang="en-US" dirty="0" err="1"/>
              <a:t>modi</a:t>
            </a:r>
            <a:r>
              <a:rPr lang="en-US" dirty="0"/>
              <a:t> </a:t>
            </a:r>
            <a:r>
              <a:rPr lang="en-US" dirty="0" err="1"/>
              <a:t>apere</a:t>
            </a:r>
            <a:r>
              <a:rPr lang="en-US" dirty="0"/>
              <a:t>, </a:t>
            </a:r>
            <a:r>
              <a:rPr lang="en-US" dirty="0" err="1"/>
              <a:t>quas</a:t>
            </a:r>
            <a:r>
              <a:rPr lang="en-US" dirty="0"/>
              <a:t> </a:t>
            </a:r>
            <a:r>
              <a:rPr lang="en-US" dirty="0" err="1"/>
              <a:t>simincillat</a:t>
            </a:r>
            <a:r>
              <a:rPr lang="en-US" dirty="0"/>
              <a:t> </a:t>
            </a:r>
            <a:r>
              <a:rPr lang="en-US" dirty="0" err="1"/>
              <a:t>ut</a:t>
            </a:r>
            <a:r>
              <a:rPr lang="en-US" dirty="0"/>
              <a:t> </a:t>
            </a:r>
            <a:r>
              <a:rPr lang="en-US" dirty="0" err="1"/>
              <a:t>quae</a:t>
            </a:r>
            <a:r>
              <a:rPr lang="en-US" dirty="0"/>
              <a:t> </a:t>
            </a:r>
            <a:r>
              <a:rPr lang="en-US" dirty="0" err="1"/>
              <a:t>diatias</a:t>
            </a:r>
            <a:r>
              <a:rPr lang="en-US" dirty="0"/>
              <a:t> </a:t>
            </a:r>
            <a:r>
              <a:rPr lang="en-US" dirty="0" err="1"/>
              <a:t>etur</a:t>
            </a:r>
            <a:r>
              <a:rPr lang="en-US" dirty="0"/>
              <a:t>,</a:t>
            </a:r>
          </a:p>
        </p:txBody>
      </p:sp>
      <p:sp>
        <p:nvSpPr>
          <p:cNvPr id="4" name="Picture Placeholder 3">
            <a:extLst>
              <a:ext uri="{FF2B5EF4-FFF2-40B4-BE49-F238E27FC236}">
                <a16:creationId xmlns:a16="http://schemas.microsoft.com/office/drawing/2014/main" id="{B56BD78E-479E-1E3A-A954-9773B8891DE3}"/>
              </a:ext>
            </a:extLst>
          </p:cNvPr>
          <p:cNvSpPr>
            <a:spLocks noGrp="1"/>
          </p:cNvSpPr>
          <p:nvPr>
            <p:ph type="pic" sz="quarter" idx="12" hasCustomPrompt="1"/>
          </p:nvPr>
        </p:nvSpPr>
        <p:spPr>
          <a:xfrm>
            <a:off x="1143120" y="4587875"/>
            <a:ext cx="4344441" cy="5638800"/>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5" name="Picture Placeholder 3">
            <a:extLst>
              <a:ext uri="{FF2B5EF4-FFF2-40B4-BE49-F238E27FC236}">
                <a16:creationId xmlns:a16="http://schemas.microsoft.com/office/drawing/2014/main" id="{9DB24469-7B18-F575-9025-6F5A6DCFF657}"/>
              </a:ext>
            </a:extLst>
          </p:cNvPr>
          <p:cNvSpPr>
            <a:spLocks noGrp="1"/>
          </p:cNvSpPr>
          <p:nvPr>
            <p:ph type="pic" sz="quarter" idx="13" hasCustomPrompt="1"/>
          </p:nvPr>
        </p:nvSpPr>
        <p:spPr>
          <a:xfrm>
            <a:off x="5487561" y="4587875"/>
            <a:ext cx="4300407" cy="5638800"/>
          </a:xfrm>
          <a:prstGeom prst="rect">
            <a:avLst/>
          </a:prstGeom>
          <a:solidFill>
            <a:schemeClr val="bg1">
              <a:lumMod val="95000"/>
            </a:schemeClr>
          </a:solidFill>
        </p:spPr>
        <p:txBody>
          <a:bodyPr anchor="ctr"/>
          <a:lstStyle>
            <a:lvl1pPr marL="0" algn="ctr">
              <a:defRPr lang="en-IN" sz="2400" dirty="0">
                <a:solidFill>
                  <a:schemeClr val="bg1">
                    <a:lumMod val="50000"/>
                  </a:schemeClr>
                </a:solidFill>
                <a:latin typeface="Roboto" panose="02000000000000000000" pitchFamily="2" charset="0"/>
                <a:ea typeface="Roboto" panose="02000000000000000000" pitchFamily="2" charset="0"/>
                <a:cs typeface="+mn-cs"/>
              </a:defRPr>
            </a:lvl1pPr>
          </a:lstStyle>
          <a:p>
            <a:r>
              <a:rPr lang="en-IN"/>
              <a:t>Image</a:t>
            </a:r>
            <a:endParaRPr lang="en-IN" dirty="0"/>
          </a:p>
        </p:txBody>
      </p:sp>
      <p:sp>
        <p:nvSpPr>
          <p:cNvPr id="7" name="Picture Placeholder 3">
            <a:extLst>
              <a:ext uri="{FF2B5EF4-FFF2-40B4-BE49-F238E27FC236}">
                <a16:creationId xmlns:a16="http://schemas.microsoft.com/office/drawing/2014/main" id="{EC74DBB2-40BF-B5E2-513D-0C9F60A5D105}"/>
              </a:ext>
            </a:extLst>
          </p:cNvPr>
          <p:cNvSpPr>
            <a:spLocks noGrp="1"/>
          </p:cNvSpPr>
          <p:nvPr>
            <p:ph type="pic" sz="quarter" idx="14" hasCustomPrompt="1"/>
          </p:nvPr>
        </p:nvSpPr>
        <p:spPr>
          <a:xfrm>
            <a:off x="9787968" y="4587875"/>
            <a:ext cx="4256956" cy="5638800"/>
          </a:xfrm>
          <a:prstGeom prst="rect">
            <a:avLst/>
          </a:prstGeom>
          <a:solidFill>
            <a:schemeClr val="bg1">
              <a:lumMod val="95000"/>
            </a:schemeClr>
          </a:solidFill>
        </p:spPr>
        <p:txBody>
          <a:bodyPr anchor="ctr"/>
          <a:lstStyle>
            <a:lvl1pPr marL="0" algn="ctr">
              <a:defRPr lang="en-IN" sz="2400" dirty="0">
                <a:solidFill>
                  <a:schemeClr val="bg1">
                    <a:lumMod val="50000"/>
                  </a:schemeClr>
                </a:solidFill>
                <a:latin typeface="Roboto" panose="02000000000000000000" pitchFamily="2" charset="0"/>
                <a:ea typeface="Roboto" panose="02000000000000000000" pitchFamily="2" charset="0"/>
                <a:cs typeface="+mn-cs"/>
              </a:defRPr>
            </a:lvl1pPr>
          </a:lstStyle>
          <a:p>
            <a:r>
              <a:rPr lang="en-IN"/>
              <a:t>Image</a:t>
            </a:r>
            <a:endParaRPr lang="en-IN" dirty="0"/>
          </a:p>
        </p:txBody>
      </p:sp>
      <p:sp>
        <p:nvSpPr>
          <p:cNvPr id="2" name="Footer Placeholder 2">
            <a:extLst>
              <a:ext uri="{FF2B5EF4-FFF2-40B4-BE49-F238E27FC236}">
                <a16:creationId xmlns:a16="http://schemas.microsoft.com/office/drawing/2014/main" id="{D6C8529D-F561-CDED-C95D-27BCF40AA81F}"/>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8" name="Slide Number Placeholder 29">
            <a:extLst>
              <a:ext uri="{FF2B5EF4-FFF2-40B4-BE49-F238E27FC236}">
                <a16:creationId xmlns:a16="http://schemas.microsoft.com/office/drawing/2014/main" id="{B8F66542-8E98-A302-C224-1A13356DFEB7}"/>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3624284695"/>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1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543978456"/>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2" name="Picture Placeholder 3">
            <a:extLst>
              <a:ext uri="{FF2B5EF4-FFF2-40B4-BE49-F238E27FC236}">
                <a16:creationId xmlns:a16="http://schemas.microsoft.com/office/drawing/2014/main" id="{BE3F7C5D-740D-56A8-6153-86574847FE08}"/>
              </a:ext>
            </a:extLst>
          </p:cNvPr>
          <p:cNvSpPr>
            <a:spLocks noGrp="1"/>
          </p:cNvSpPr>
          <p:nvPr>
            <p:ph type="pic" sz="quarter" idx="12" hasCustomPrompt="1"/>
          </p:nvPr>
        </p:nvSpPr>
        <p:spPr>
          <a:xfrm>
            <a:off x="1143120" y="1997075"/>
            <a:ext cx="6087116" cy="8229600"/>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4" name="Footer Placeholder 2">
            <a:extLst>
              <a:ext uri="{FF2B5EF4-FFF2-40B4-BE49-F238E27FC236}">
                <a16:creationId xmlns:a16="http://schemas.microsoft.com/office/drawing/2014/main" id="{E9670E61-719D-C79F-BEC7-C631429E2D3B}"/>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5" name="Text Placeholder 8">
            <a:extLst>
              <a:ext uri="{FF2B5EF4-FFF2-40B4-BE49-F238E27FC236}">
                <a16:creationId xmlns:a16="http://schemas.microsoft.com/office/drawing/2014/main" id="{87C8DCB9-3174-4DB0-9502-64F6FEC75A35}"/>
              </a:ext>
            </a:extLst>
          </p:cNvPr>
          <p:cNvSpPr>
            <a:spLocks noGrp="1"/>
          </p:cNvSpPr>
          <p:nvPr>
            <p:ph type="body" sz="quarter" idx="11" hasCustomPrompt="1"/>
          </p:nvPr>
        </p:nvSpPr>
        <p:spPr>
          <a:xfrm>
            <a:off x="7539832" y="1997075"/>
            <a:ext cx="6515786" cy="4637936"/>
          </a:xfrm>
          <a:prstGeom prst="rect">
            <a:avLst/>
          </a:prstGeom>
        </p:spPr>
        <p:txBody>
          <a:bodyPr wrap="square" lIns="0" tIns="0" rIns="0" bIns="0">
            <a:spAutoFit/>
          </a:bodyPr>
          <a:lstStyle>
            <a:lvl1pPr marL="514419" indent="-514419">
              <a:spcAft>
                <a:spcPts val="1350"/>
              </a:spcAft>
              <a:buClr>
                <a:srgbClr val="E31837"/>
              </a:buClr>
              <a:buFont typeface="Arial" panose="020B0604020202020204" pitchFamily="34" charset="0"/>
              <a:buChar char="•"/>
              <a:defRPr sz="40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err="1"/>
              <a:t>Catuam</a:t>
            </a:r>
            <a:r>
              <a:rPr lang="en-US" dirty="0"/>
              <a:t> </a:t>
            </a:r>
            <a:r>
              <a:rPr lang="en-US" dirty="0" err="1"/>
              <a:t>sta</a:t>
            </a:r>
            <a:r>
              <a:rPr lang="en-US" dirty="0"/>
              <a:t> </a:t>
            </a:r>
            <a:r>
              <a:rPr lang="en-US" dirty="0" err="1"/>
              <a:t>pulos</a:t>
            </a:r>
            <a:r>
              <a:rPr lang="en-US" dirty="0"/>
              <a:t> </a:t>
            </a:r>
            <a:r>
              <a:rPr lang="en-US" dirty="0" err="1"/>
              <a:t>bonsum</a:t>
            </a:r>
            <a:endParaRPr lang="en-US" dirty="0"/>
          </a:p>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a:t>Sa </a:t>
            </a:r>
            <a:r>
              <a:rPr lang="en-US" dirty="0" err="1"/>
              <a:t>pulos</a:t>
            </a:r>
            <a:r>
              <a:rPr lang="en-US" dirty="0"/>
              <a:t> </a:t>
            </a:r>
            <a:r>
              <a:rPr lang="en-US" dirty="0" err="1"/>
              <a:t>bonsum</a:t>
            </a:r>
            <a:r>
              <a:rPr lang="en-US" dirty="0"/>
              <a:t> in </a:t>
            </a:r>
            <a:r>
              <a:rPr lang="en-US" dirty="0" err="1"/>
              <a:t>Itam</a:t>
            </a:r>
            <a:endParaRPr lang="en-US" dirty="0"/>
          </a:p>
        </p:txBody>
      </p:sp>
      <p:sp>
        <p:nvSpPr>
          <p:cNvPr id="10" name="Slide Number Placeholder 29">
            <a:extLst>
              <a:ext uri="{FF2B5EF4-FFF2-40B4-BE49-F238E27FC236}">
                <a16:creationId xmlns:a16="http://schemas.microsoft.com/office/drawing/2014/main" id="{FDDB4F12-EB00-8A06-2316-797A0CE45138}"/>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3204497250"/>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0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20B5BCB0-5589-D2D9-C808-41D5597DE1BA}"/>
              </a:ext>
            </a:extLst>
          </p:cNvPr>
          <p:cNvSpPr>
            <a:spLocks noGrp="1"/>
          </p:cNvSpPr>
          <p:nvPr>
            <p:ph type="body" sz="quarter" idx="10" hasCustomPrompt="1"/>
          </p:nvPr>
        </p:nvSpPr>
        <p:spPr>
          <a:xfrm>
            <a:off x="1143121" y="1997076"/>
            <a:ext cx="4420065" cy="1292918"/>
          </a:xfrm>
          <a:prstGeom prst="rect">
            <a:avLst/>
          </a:prstGeom>
        </p:spPr>
        <p:txBody>
          <a:bodyPr wrap="square" lIns="0" tIns="0" rIns="0" bIns="0">
            <a:spAutoFit/>
          </a:bodyPr>
          <a:lstStyle>
            <a:lvl1pPr>
              <a:defRPr sz="4201" b="1">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Key heading</a:t>
            </a:r>
          </a:p>
          <a:p>
            <a:pPr lvl="0"/>
            <a:r>
              <a:rPr lang="en-US" dirty="0"/>
              <a:t>line here</a:t>
            </a:r>
          </a:p>
        </p:txBody>
      </p:sp>
      <p:sp>
        <p:nvSpPr>
          <p:cNvPr id="10" name="Text Placeholder 8">
            <a:extLst>
              <a:ext uri="{FF2B5EF4-FFF2-40B4-BE49-F238E27FC236}">
                <a16:creationId xmlns:a16="http://schemas.microsoft.com/office/drawing/2014/main" id="{E2E0935F-188B-500D-38F8-9B7B64E201FA}"/>
              </a:ext>
            </a:extLst>
          </p:cNvPr>
          <p:cNvSpPr>
            <a:spLocks noGrp="1"/>
          </p:cNvSpPr>
          <p:nvPr>
            <p:ph type="body" sz="quarter" idx="11" hasCustomPrompt="1"/>
          </p:nvPr>
        </p:nvSpPr>
        <p:spPr>
          <a:xfrm>
            <a:off x="1143121" y="3901451"/>
            <a:ext cx="4420065" cy="4360168"/>
          </a:xfrm>
          <a:prstGeom prst="rect">
            <a:avLst/>
          </a:prstGeom>
        </p:spPr>
        <p:txBody>
          <a:bodyPr wrap="square" lIns="0" tIns="0" rIns="0" bIns="0">
            <a:spAutoFit/>
          </a:bodyPr>
          <a:lstStyle>
            <a:lvl1pPr marL="0" indent="0">
              <a:spcAft>
                <a:spcPts val="225"/>
              </a:spcAft>
              <a:buClr>
                <a:srgbClr val="E31837"/>
              </a:buClr>
              <a:buFontTx/>
              <a:buNone/>
              <a:defRPr sz="300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a:t>a, </a:t>
            </a:r>
            <a:r>
              <a:rPr lang="en-US" dirty="0" err="1"/>
              <a:t>Catuam</a:t>
            </a:r>
            <a:r>
              <a:rPr lang="en-US" dirty="0"/>
              <a:t> </a:t>
            </a:r>
            <a:r>
              <a:rPr lang="en-US" dirty="0" err="1"/>
              <a:t>sta</a:t>
            </a:r>
            <a:r>
              <a:rPr lang="en-US" dirty="0"/>
              <a:t> </a:t>
            </a:r>
            <a:r>
              <a:rPr lang="en-US" dirty="0" err="1"/>
              <a:t>pulos</a:t>
            </a:r>
            <a:endParaRPr lang="en-US" dirty="0"/>
          </a:p>
          <a:p>
            <a:pPr lvl="0"/>
            <a:r>
              <a:rPr lang="en-US" dirty="0" err="1"/>
              <a:t>bonsum</a:t>
            </a:r>
            <a:r>
              <a:rPr lang="en-US" dirty="0"/>
              <a:t> in </a:t>
            </a:r>
            <a:r>
              <a:rPr lang="en-US" dirty="0" err="1"/>
              <a:t>Itam</a:t>
            </a:r>
            <a:r>
              <a:rPr lang="en-US" dirty="0"/>
              <a:t> </a:t>
            </a:r>
            <a:r>
              <a:rPr lang="en-US" dirty="0" err="1"/>
              <a:t>Otati</a:t>
            </a:r>
            <a:endParaRPr lang="en-US" dirty="0"/>
          </a:p>
          <a:p>
            <a:pPr lvl="0"/>
            <a:r>
              <a:rPr lang="en-US" dirty="0" err="1"/>
              <a:t>offic</a:t>
            </a:r>
            <a:r>
              <a:rPr lang="en-US" dirty="0"/>
              <a:t> </a:t>
            </a:r>
            <a:r>
              <a:rPr lang="en-US" dirty="0" err="1"/>
              <a:t>tendaecta</a:t>
            </a:r>
            <a:r>
              <a:rPr lang="en-US" dirty="0"/>
              <a:t> </a:t>
            </a:r>
            <a:r>
              <a:rPr lang="en-US" dirty="0" err="1"/>
              <a:t>si</a:t>
            </a:r>
            <a:r>
              <a:rPr lang="en-US" dirty="0"/>
              <a:t> </a:t>
            </a:r>
            <a:r>
              <a:rPr lang="en-US" dirty="0" err="1"/>
              <a:t>officiet</a:t>
            </a:r>
            <a:endParaRPr lang="en-US" dirty="0"/>
          </a:p>
          <a:p>
            <a:pPr lvl="0"/>
            <a:r>
              <a:rPr lang="en-US" dirty="0"/>
              <a:t>qui </a:t>
            </a:r>
            <a:r>
              <a:rPr lang="en-US" dirty="0" err="1"/>
              <a:t>nos</a:t>
            </a:r>
            <a:r>
              <a:rPr lang="en-US" dirty="0"/>
              <a:t> </a:t>
            </a:r>
            <a:r>
              <a:rPr lang="en-US" dirty="0" err="1"/>
              <a:t>delitis</a:t>
            </a:r>
            <a:r>
              <a:rPr lang="en-US" dirty="0"/>
              <a:t> </a:t>
            </a:r>
            <a:r>
              <a:rPr lang="en-US" dirty="0" err="1"/>
              <a:t>molectio</a:t>
            </a:r>
            <a:endParaRPr lang="en-US" dirty="0"/>
          </a:p>
          <a:p>
            <a:pPr lvl="0"/>
            <a:r>
              <a:rPr lang="en-US" dirty="0" err="1"/>
              <a:t>quod</a:t>
            </a:r>
            <a:r>
              <a:rPr lang="en-US" dirty="0"/>
              <a:t> </a:t>
            </a:r>
            <a:r>
              <a:rPr lang="en-US" dirty="0" err="1"/>
              <a:t>modi</a:t>
            </a:r>
            <a:r>
              <a:rPr lang="en-US" dirty="0"/>
              <a:t> </a:t>
            </a:r>
            <a:r>
              <a:rPr lang="en-US" dirty="0" err="1"/>
              <a:t>apere</a:t>
            </a:r>
            <a:r>
              <a:rPr lang="en-US" dirty="0"/>
              <a:t>, </a:t>
            </a:r>
            <a:r>
              <a:rPr lang="en-US" dirty="0" err="1"/>
              <a:t>quas</a:t>
            </a:r>
            <a:endParaRPr lang="en-US" dirty="0"/>
          </a:p>
          <a:p>
            <a:pPr lvl="0"/>
            <a:r>
              <a:rPr lang="en-US" dirty="0" err="1"/>
              <a:t>simincillat</a:t>
            </a:r>
            <a:r>
              <a:rPr lang="en-US" dirty="0"/>
              <a:t> </a:t>
            </a:r>
            <a:r>
              <a:rPr lang="en-US" dirty="0" err="1"/>
              <a:t>ut</a:t>
            </a:r>
            <a:r>
              <a:rPr lang="en-US" dirty="0"/>
              <a:t> </a:t>
            </a:r>
            <a:r>
              <a:rPr lang="en-US" dirty="0" err="1"/>
              <a:t>quae</a:t>
            </a:r>
            <a:r>
              <a:rPr lang="en-US" dirty="0"/>
              <a:t> </a:t>
            </a:r>
            <a:r>
              <a:rPr lang="en-US" dirty="0" err="1"/>
              <a:t>diatias</a:t>
            </a:r>
            <a:endParaRPr lang="en-US" dirty="0"/>
          </a:p>
          <a:p>
            <a:pPr lvl="0"/>
            <a:r>
              <a:rPr lang="en-US" dirty="0" err="1"/>
              <a:t>etur</a:t>
            </a:r>
            <a:r>
              <a:rPr lang="en-US" dirty="0"/>
              <a:t>, </a:t>
            </a:r>
            <a:r>
              <a:rPr lang="en-US" dirty="0" err="1"/>
              <a:t>nos</a:t>
            </a:r>
            <a:r>
              <a:rPr lang="en-US" dirty="0"/>
              <a:t> et la </a:t>
            </a:r>
            <a:r>
              <a:rPr lang="en-US" dirty="0" err="1"/>
              <a:t>sam</a:t>
            </a:r>
            <a:endParaRPr lang="en-US" dirty="0"/>
          </a:p>
        </p:txBody>
      </p:sp>
      <p:sp>
        <p:nvSpPr>
          <p:cNvPr id="2" name="Picture Placeholder 3">
            <a:extLst>
              <a:ext uri="{FF2B5EF4-FFF2-40B4-BE49-F238E27FC236}">
                <a16:creationId xmlns:a16="http://schemas.microsoft.com/office/drawing/2014/main" id="{BE3F7C5D-740D-56A8-6153-86574847FE08}"/>
              </a:ext>
            </a:extLst>
          </p:cNvPr>
          <p:cNvSpPr>
            <a:spLocks noGrp="1"/>
          </p:cNvSpPr>
          <p:nvPr>
            <p:ph type="pic" sz="quarter" idx="12" hasCustomPrompt="1"/>
          </p:nvPr>
        </p:nvSpPr>
        <p:spPr>
          <a:xfrm>
            <a:off x="9487899" y="2019161"/>
            <a:ext cx="4567719" cy="8207514"/>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4" name="Picture Placeholder 3">
            <a:extLst>
              <a:ext uri="{FF2B5EF4-FFF2-40B4-BE49-F238E27FC236}">
                <a16:creationId xmlns:a16="http://schemas.microsoft.com/office/drawing/2014/main" id="{2A0E23D1-D65B-366E-5191-3771A6B68EFA}"/>
              </a:ext>
            </a:extLst>
          </p:cNvPr>
          <p:cNvSpPr>
            <a:spLocks noGrp="1"/>
          </p:cNvSpPr>
          <p:nvPr>
            <p:ph type="pic" sz="quarter" idx="13" hasCustomPrompt="1"/>
          </p:nvPr>
        </p:nvSpPr>
        <p:spPr>
          <a:xfrm>
            <a:off x="5891833" y="2019162"/>
            <a:ext cx="3538910" cy="4006245"/>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5" name="Picture Placeholder 3">
            <a:extLst>
              <a:ext uri="{FF2B5EF4-FFF2-40B4-BE49-F238E27FC236}">
                <a16:creationId xmlns:a16="http://schemas.microsoft.com/office/drawing/2014/main" id="{01AC3CD4-A824-719B-2674-1640A5DA5FAC}"/>
              </a:ext>
            </a:extLst>
          </p:cNvPr>
          <p:cNvSpPr>
            <a:spLocks noGrp="1"/>
          </p:cNvSpPr>
          <p:nvPr>
            <p:ph type="pic" sz="quarter" idx="14" hasCustomPrompt="1"/>
          </p:nvPr>
        </p:nvSpPr>
        <p:spPr>
          <a:xfrm>
            <a:off x="5891833" y="6122919"/>
            <a:ext cx="3538910" cy="4103757"/>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7" name="Footer Placeholder 2">
            <a:extLst>
              <a:ext uri="{FF2B5EF4-FFF2-40B4-BE49-F238E27FC236}">
                <a16:creationId xmlns:a16="http://schemas.microsoft.com/office/drawing/2014/main" id="{449D8C8F-27C3-6449-A818-461D6D9BE122}"/>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8" name="Slide Number Placeholder 29">
            <a:extLst>
              <a:ext uri="{FF2B5EF4-FFF2-40B4-BE49-F238E27FC236}">
                <a16:creationId xmlns:a16="http://schemas.microsoft.com/office/drawing/2014/main" id="{EC984430-1F33-1B34-417A-D122FD2E0F40}"/>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322503945"/>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0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183757705"/>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20B5BCB0-5589-D2D9-C808-41D5597DE1BA}"/>
              </a:ext>
            </a:extLst>
          </p:cNvPr>
          <p:cNvSpPr>
            <a:spLocks noGrp="1"/>
          </p:cNvSpPr>
          <p:nvPr>
            <p:ph type="body" sz="quarter" idx="10" hasCustomPrompt="1"/>
          </p:nvPr>
        </p:nvSpPr>
        <p:spPr>
          <a:xfrm>
            <a:off x="1143120" y="1997075"/>
            <a:ext cx="5534608" cy="1731628"/>
          </a:xfrm>
          <a:prstGeom prst="rect">
            <a:avLst/>
          </a:prstGeom>
        </p:spPr>
        <p:txBody>
          <a:bodyPr wrap="square" lIns="0" tIns="0" rIns="0" bIns="0">
            <a:spAutoFit/>
          </a:bodyPr>
          <a:lstStyle>
            <a:lvl1pPr>
              <a:defRPr sz="37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 a,</a:t>
            </a:r>
          </a:p>
          <a:p>
            <a:pPr lvl="0"/>
            <a:r>
              <a:rPr lang="en-US" dirty="0" err="1"/>
              <a:t>Catuam</a:t>
            </a:r>
            <a:r>
              <a:rPr lang="en-US" dirty="0"/>
              <a:t> </a:t>
            </a:r>
            <a:r>
              <a:rPr lang="en-US" dirty="0" err="1"/>
              <a:t>sta</a:t>
            </a:r>
            <a:r>
              <a:rPr lang="en-US" dirty="0"/>
              <a:t> </a:t>
            </a:r>
            <a:r>
              <a:rPr lang="en-US" dirty="0" err="1"/>
              <a:t>pulos</a:t>
            </a:r>
            <a:r>
              <a:rPr lang="en-US" dirty="0"/>
              <a:t> </a:t>
            </a:r>
            <a:r>
              <a:rPr lang="en-US" dirty="0" err="1"/>
              <a:t>bonsum</a:t>
            </a:r>
            <a:endParaRPr lang="en-IN" dirty="0"/>
          </a:p>
        </p:txBody>
      </p:sp>
      <p:sp>
        <p:nvSpPr>
          <p:cNvPr id="7" name="Picture Placeholder 3">
            <a:extLst>
              <a:ext uri="{FF2B5EF4-FFF2-40B4-BE49-F238E27FC236}">
                <a16:creationId xmlns:a16="http://schemas.microsoft.com/office/drawing/2014/main" id="{FC648A8A-8BD2-4AB6-A10C-FAB1CED5F9BE}"/>
              </a:ext>
            </a:extLst>
          </p:cNvPr>
          <p:cNvSpPr>
            <a:spLocks noGrp="1"/>
          </p:cNvSpPr>
          <p:nvPr>
            <p:ph type="pic" sz="quarter" idx="13" hasCustomPrompt="1"/>
          </p:nvPr>
        </p:nvSpPr>
        <p:spPr>
          <a:xfrm>
            <a:off x="6936222" y="2019162"/>
            <a:ext cx="3518567" cy="4006245"/>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8" name="Picture Placeholder 3">
            <a:extLst>
              <a:ext uri="{FF2B5EF4-FFF2-40B4-BE49-F238E27FC236}">
                <a16:creationId xmlns:a16="http://schemas.microsoft.com/office/drawing/2014/main" id="{80805FCF-FACF-D357-F23F-73909D10A29C}"/>
              </a:ext>
            </a:extLst>
          </p:cNvPr>
          <p:cNvSpPr>
            <a:spLocks noGrp="1"/>
          </p:cNvSpPr>
          <p:nvPr>
            <p:ph type="pic" sz="quarter" idx="14" hasCustomPrompt="1"/>
          </p:nvPr>
        </p:nvSpPr>
        <p:spPr>
          <a:xfrm>
            <a:off x="6936222" y="6122919"/>
            <a:ext cx="3518567" cy="4103757"/>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11" name="Picture Placeholder 3">
            <a:extLst>
              <a:ext uri="{FF2B5EF4-FFF2-40B4-BE49-F238E27FC236}">
                <a16:creationId xmlns:a16="http://schemas.microsoft.com/office/drawing/2014/main" id="{E59B725D-5CF1-D5A1-0379-B3F8ECF1E99D}"/>
              </a:ext>
            </a:extLst>
          </p:cNvPr>
          <p:cNvSpPr>
            <a:spLocks noGrp="1"/>
          </p:cNvSpPr>
          <p:nvPr>
            <p:ph type="pic" sz="quarter" idx="15" hasCustomPrompt="1"/>
          </p:nvPr>
        </p:nvSpPr>
        <p:spPr>
          <a:xfrm>
            <a:off x="10537051" y="2019162"/>
            <a:ext cx="3518567" cy="4006245"/>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12" name="Picture Placeholder 3">
            <a:extLst>
              <a:ext uri="{FF2B5EF4-FFF2-40B4-BE49-F238E27FC236}">
                <a16:creationId xmlns:a16="http://schemas.microsoft.com/office/drawing/2014/main" id="{29DF87AE-22C1-E003-60E2-12E6A3365FAF}"/>
              </a:ext>
            </a:extLst>
          </p:cNvPr>
          <p:cNvSpPr>
            <a:spLocks noGrp="1"/>
          </p:cNvSpPr>
          <p:nvPr>
            <p:ph type="pic" sz="quarter" idx="16" hasCustomPrompt="1"/>
          </p:nvPr>
        </p:nvSpPr>
        <p:spPr>
          <a:xfrm>
            <a:off x="10537051" y="6122919"/>
            <a:ext cx="3518567" cy="4103757"/>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13" name="Text Placeholder 8">
            <a:extLst>
              <a:ext uri="{FF2B5EF4-FFF2-40B4-BE49-F238E27FC236}">
                <a16:creationId xmlns:a16="http://schemas.microsoft.com/office/drawing/2014/main" id="{05A3F32F-9E45-AD9D-9FAD-6DEF3386A1C3}"/>
              </a:ext>
            </a:extLst>
          </p:cNvPr>
          <p:cNvSpPr>
            <a:spLocks noGrp="1"/>
          </p:cNvSpPr>
          <p:nvPr>
            <p:ph type="body" sz="quarter" idx="11" hasCustomPrompt="1"/>
          </p:nvPr>
        </p:nvSpPr>
        <p:spPr>
          <a:xfrm>
            <a:off x="1143120" y="4797426"/>
            <a:ext cx="5534608" cy="3667671"/>
          </a:xfrm>
          <a:prstGeom prst="rect">
            <a:avLst/>
          </a:prstGeom>
        </p:spPr>
        <p:txBody>
          <a:bodyPr wrap="square" lIns="0" tIns="0" rIns="0" bIns="0">
            <a:spAutoFit/>
          </a:bodyPr>
          <a:lstStyle>
            <a:lvl1pPr marL="514419" indent="-514419">
              <a:spcAft>
                <a:spcPts val="1350"/>
              </a:spcAft>
              <a:buClr>
                <a:srgbClr val="E31837"/>
              </a:buClr>
              <a:buFont typeface="Arial" panose="020B0604020202020204" pitchFamily="34" charset="0"/>
              <a:buChar char="•"/>
              <a:defRPr sz="300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err="1"/>
              <a:t>Catuam</a:t>
            </a:r>
            <a:r>
              <a:rPr lang="en-US" dirty="0"/>
              <a:t> </a:t>
            </a:r>
            <a:r>
              <a:rPr lang="en-US" dirty="0" err="1"/>
              <a:t>sta</a:t>
            </a:r>
            <a:r>
              <a:rPr lang="en-US" dirty="0"/>
              <a:t> </a:t>
            </a:r>
            <a:r>
              <a:rPr lang="en-US" dirty="0" err="1"/>
              <a:t>pulos</a:t>
            </a:r>
            <a:r>
              <a:rPr lang="en-US" dirty="0"/>
              <a:t> </a:t>
            </a:r>
            <a:r>
              <a:rPr lang="en-US" dirty="0" err="1"/>
              <a:t>bonsum</a:t>
            </a:r>
            <a:endParaRPr lang="en-US" dirty="0"/>
          </a:p>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a:t>Sa </a:t>
            </a:r>
            <a:r>
              <a:rPr lang="en-US" dirty="0" err="1"/>
              <a:t>pulos</a:t>
            </a:r>
            <a:r>
              <a:rPr lang="en-US" dirty="0"/>
              <a:t> </a:t>
            </a:r>
            <a:r>
              <a:rPr lang="en-US" dirty="0" err="1"/>
              <a:t>bonsum</a:t>
            </a:r>
            <a:r>
              <a:rPr lang="en-US" dirty="0"/>
              <a:t> in </a:t>
            </a:r>
            <a:r>
              <a:rPr lang="en-US" dirty="0" err="1"/>
              <a:t>Itam</a:t>
            </a:r>
            <a:endParaRPr lang="en-US" dirty="0"/>
          </a:p>
        </p:txBody>
      </p:sp>
      <p:sp>
        <p:nvSpPr>
          <p:cNvPr id="2" name="Footer Placeholder 2">
            <a:extLst>
              <a:ext uri="{FF2B5EF4-FFF2-40B4-BE49-F238E27FC236}">
                <a16:creationId xmlns:a16="http://schemas.microsoft.com/office/drawing/2014/main" id="{4F5BBA2F-AB12-FFDB-8A0E-ADBCD27F54F6}"/>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4" name="Slide Number Placeholder 29">
            <a:extLst>
              <a:ext uri="{FF2B5EF4-FFF2-40B4-BE49-F238E27FC236}">
                <a16:creationId xmlns:a16="http://schemas.microsoft.com/office/drawing/2014/main" id="{064C8D5A-5270-D9AE-0799-349E8A1CD0BC}"/>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2180327491"/>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0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7" name="Picture Placeholder 3">
            <a:extLst>
              <a:ext uri="{FF2B5EF4-FFF2-40B4-BE49-F238E27FC236}">
                <a16:creationId xmlns:a16="http://schemas.microsoft.com/office/drawing/2014/main" id="{FC648A8A-8BD2-4AB6-A10C-FAB1CED5F9BE}"/>
              </a:ext>
            </a:extLst>
          </p:cNvPr>
          <p:cNvSpPr>
            <a:spLocks noGrp="1"/>
          </p:cNvSpPr>
          <p:nvPr>
            <p:ph type="pic" sz="quarter" idx="13" hasCustomPrompt="1"/>
          </p:nvPr>
        </p:nvSpPr>
        <p:spPr>
          <a:xfrm>
            <a:off x="1143121" y="1997076"/>
            <a:ext cx="4293319" cy="4006245"/>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8" name="Picture Placeholder 3">
            <a:extLst>
              <a:ext uri="{FF2B5EF4-FFF2-40B4-BE49-F238E27FC236}">
                <a16:creationId xmlns:a16="http://schemas.microsoft.com/office/drawing/2014/main" id="{80805FCF-FACF-D357-F23F-73909D10A29C}"/>
              </a:ext>
            </a:extLst>
          </p:cNvPr>
          <p:cNvSpPr>
            <a:spLocks noGrp="1"/>
          </p:cNvSpPr>
          <p:nvPr>
            <p:ph type="pic" sz="quarter" idx="14" hasCustomPrompt="1"/>
          </p:nvPr>
        </p:nvSpPr>
        <p:spPr>
          <a:xfrm>
            <a:off x="1143121" y="6122919"/>
            <a:ext cx="4293319" cy="4103757"/>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11" name="Picture Placeholder 3">
            <a:extLst>
              <a:ext uri="{FF2B5EF4-FFF2-40B4-BE49-F238E27FC236}">
                <a16:creationId xmlns:a16="http://schemas.microsoft.com/office/drawing/2014/main" id="{E59B725D-5CF1-D5A1-0379-B3F8ECF1E99D}"/>
              </a:ext>
            </a:extLst>
          </p:cNvPr>
          <p:cNvSpPr>
            <a:spLocks noGrp="1"/>
          </p:cNvSpPr>
          <p:nvPr>
            <p:ph type="pic" sz="quarter" idx="15" hasCustomPrompt="1"/>
          </p:nvPr>
        </p:nvSpPr>
        <p:spPr>
          <a:xfrm>
            <a:off x="5536472" y="1997076"/>
            <a:ext cx="4125795" cy="4006245"/>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12" name="Picture Placeholder 3">
            <a:extLst>
              <a:ext uri="{FF2B5EF4-FFF2-40B4-BE49-F238E27FC236}">
                <a16:creationId xmlns:a16="http://schemas.microsoft.com/office/drawing/2014/main" id="{29DF87AE-22C1-E003-60E2-12E6A3365FAF}"/>
              </a:ext>
            </a:extLst>
          </p:cNvPr>
          <p:cNvSpPr>
            <a:spLocks noGrp="1"/>
          </p:cNvSpPr>
          <p:nvPr>
            <p:ph type="pic" sz="quarter" idx="16" hasCustomPrompt="1"/>
          </p:nvPr>
        </p:nvSpPr>
        <p:spPr>
          <a:xfrm>
            <a:off x="5536472" y="6122919"/>
            <a:ext cx="4125795" cy="4103757"/>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2" name="Picture Placeholder 3">
            <a:extLst>
              <a:ext uri="{FF2B5EF4-FFF2-40B4-BE49-F238E27FC236}">
                <a16:creationId xmlns:a16="http://schemas.microsoft.com/office/drawing/2014/main" id="{9E4332F7-0CBC-B6BB-CF78-DD0348D37FF3}"/>
              </a:ext>
            </a:extLst>
          </p:cNvPr>
          <p:cNvSpPr>
            <a:spLocks noGrp="1"/>
          </p:cNvSpPr>
          <p:nvPr>
            <p:ph type="pic" sz="quarter" idx="17" hasCustomPrompt="1"/>
          </p:nvPr>
        </p:nvSpPr>
        <p:spPr>
          <a:xfrm>
            <a:off x="9762299" y="1997076"/>
            <a:ext cx="4293319" cy="4006245"/>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4" name="Picture Placeholder 3">
            <a:extLst>
              <a:ext uri="{FF2B5EF4-FFF2-40B4-BE49-F238E27FC236}">
                <a16:creationId xmlns:a16="http://schemas.microsoft.com/office/drawing/2014/main" id="{F57985B3-208B-1168-4F78-5609387EB143}"/>
              </a:ext>
            </a:extLst>
          </p:cNvPr>
          <p:cNvSpPr>
            <a:spLocks noGrp="1"/>
          </p:cNvSpPr>
          <p:nvPr>
            <p:ph type="pic" sz="quarter" idx="18" hasCustomPrompt="1"/>
          </p:nvPr>
        </p:nvSpPr>
        <p:spPr>
          <a:xfrm>
            <a:off x="9762299" y="6122919"/>
            <a:ext cx="4293319" cy="4103757"/>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5" name="Footer Placeholder 2">
            <a:extLst>
              <a:ext uri="{FF2B5EF4-FFF2-40B4-BE49-F238E27FC236}">
                <a16:creationId xmlns:a16="http://schemas.microsoft.com/office/drawing/2014/main" id="{B11DB11B-FDB5-E90C-3A04-F1305A6DA1E0}"/>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9" name="Slide Number Placeholder 29">
            <a:extLst>
              <a:ext uri="{FF2B5EF4-FFF2-40B4-BE49-F238E27FC236}">
                <a16:creationId xmlns:a16="http://schemas.microsoft.com/office/drawing/2014/main" id="{3B6B8C8D-BF85-4A5E-C436-D16952BA7979}"/>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220178765"/>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1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2" name="Media Placeholder 1">
            <a:extLst>
              <a:ext uri="{FF2B5EF4-FFF2-40B4-BE49-F238E27FC236}">
                <a16:creationId xmlns:a16="http://schemas.microsoft.com/office/drawing/2014/main" id="{8B405D77-F839-6B82-1D98-3110B399BE31}"/>
              </a:ext>
            </a:extLst>
          </p:cNvPr>
          <p:cNvSpPr>
            <a:spLocks noGrp="1"/>
          </p:cNvSpPr>
          <p:nvPr>
            <p:ph type="media" sz="quarter" idx="15" hasCustomPrompt="1"/>
          </p:nvPr>
        </p:nvSpPr>
        <p:spPr>
          <a:xfrm>
            <a:off x="2052853" y="2678859"/>
            <a:ext cx="10916800" cy="6853710"/>
          </a:xfrm>
          <a:prstGeom prst="rect">
            <a:avLst/>
          </a:prstGeom>
          <a:solidFill>
            <a:schemeClr val="bg1">
              <a:lumMod val="95000"/>
            </a:schemeClr>
          </a:solidFill>
        </p:spPr>
        <p:txBody>
          <a:bodyPr anchor="ctr"/>
          <a:lstStyle>
            <a:lvl1pPr>
              <a:defRPr lang="en-IN" sz="1800" dirty="0">
                <a:solidFill>
                  <a:schemeClr val="bg1">
                    <a:lumMod val="50000"/>
                  </a:schemeClr>
                </a:solidFill>
                <a:latin typeface="Roboto" panose="02000000000000000000" pitchFamily="2" charset="0"/>
                <a:ea typeface="Roboto" panose="02000000000000000000" pitchFamily="2" charset="0"/>
              </a:defRPr>
            </a:lvl1pPr>
          </a:lstStyle>
          <a:p>
            <a:pPr lvl="0" algn="ctr"/>
            <a:r>
              <a:rPr lang="en-IN" dirty="0"/>
              <a:t>Video</a:t>
            </a:r>
          </a:p>
        </p:txBody>
      </p:sp>
      <p:sp>
        <p:nvSpPr>
          <p:cNvPr id="4" name="Text Placeholder 8">
            <a:extLst>
              <a:ext uri="{FF2B5EF4-FFF2-40B4-BE49-F238E27FC236}">
                <a16:creationId xmlns:a16="http://schemas.microsoft.com/office/drawing/2014/main" id="{0F0D13B9-77BA-8282-0C60-9F190E7843BA}"/>
              </a:ext>
            </a:extLst>
          </p:cNvPr>
          <p:cNvSpPr>
            <a:spLocks noGrp="1"/>
          </p:cNvSpPr>
          <p:nvPr>
            <p:ph type="body" sz="quarter" idx="11" hasCustomPrompt="1"/>
          </p:nvPr>
        </p:nvSpPr>
        <p:spPr>
          <a:xfrm>
            <a:off x="8454328" y="854075"/>
            <a:ext cx="5601290" cy="323165"/>
          </a:xfrm>
          <a:prstGeom prst="rect">
            <a:avLst/>
          </a:prstGeom>
        </p:spPr>
        <p:txBody>
          <a:bodyPr wrap="square" lIns="0" tIns="0" rIns="0" bIns="0">
            <a:spAutoFit/>
          </a:bodyPr>
          <a:lstStyle>
            <a:lvl1pPr marL="0" indent="0">
              <a:spcAft>
                <a:spcPts val="225"/>
              </a:spcAft>
              <a:buClr>
                <a:srgbClr val="E31837"/>
              </a:buClr>
              <a:buFont typeface="Arial" panose="020B0604020202020204" pitchFamily="34" charset="0"/>
              <a:buNone/>
              <a:defRPr sz="2100" b="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Heading line Secondary information if needed</a:t>
            </a:r>
          </a:p>
        </p:txBody>
      </p:sp>
      <p:sp>
        <p:nvSpPr>
          <p:cNvPr id="5" name="Footer Placeholder 2">
            <a:extLst>
              <a:ext uri="{FF2B5EF4-FFF2-40B4-BE49-F238E27FC236}">
                <a16:creationId xmlns:a16="http://schemas.microsoft.com/office/drawing/2014/main" id="{4544CC98-F2A4-522F-C695-A48DE0A9FC09}"/>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7" name="Slide Number Placeholder 29">
            <a:extLst>
              <a:ext uri="{FF2B5EF4-FFF2-40B4-BE49-F238E27FC236}">
                <a16:creationId xmlns:a16="http://schemas.microsoft.com/office/drawing/2014/main" id="{8E370648-A0D0-85FF-9CE1-F3B98003025F}"/>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3192833992"/>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609"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B48429FF-A9CC-7160-9610-1FBFD78BFB3B}"/>
              </a:ext>
            </a:extLst>
          </p:cNvPr>
          <p:cNvSpPr>
            <a:spLocks noGrp="1"/>
          </p:cNvSpPr>
          <p:nvPr>
            <p:ph type="body" sz="quarter" idx="10" hasCustomPrompt="1"/>
          </p:nvPr>
        </p:nvSpPr>
        <p:spPr>
          <a:xfrm>
            <a:off x="1143121" y="1997076"/>
            <a:ext cx="12912497" cy="2770374"/>
          </a:xfrm>
          <a:prstGeom prst="rect">
            <a:avLst/>
          </a:prstGeom>
        </p:spPr>
        <p:txBody>
          <a:bodyPr wrap="square" lIns="0" tIns="0" rIns="0" bIns="0">
            <a:spAutoFit/>
          </a:bodyPr>
          <a:lstStyle>
            <a:lvl1pPr>
              <a:defRPr sz="6001" b="1">
                <a:solidFill>
                  <a:srgbClr val="E31837"/>
                </a:solidFill>
                <a:latin typeface="Playfair Display" pitchFamily="2" charset="0"/>
                <a:ea typeface="Roboto" panose="02000000000000000000" pitchFamily="2" charset="0"/>
              </a:defRPr>
            </a:lvl1pPr>
          </a:lstStyle>
          <a:p>
            <a:pPr lvl="0"/>
            <a:r>
              <a:rPr lang="en-US" dirty="0"/>
              <a:t>Title Lorem ipsum dolor</a:t>
            </a:r>
          </a:p>
          <a:p>
            <a:pPr lvl="0"/>
            <a:r>
              <a:rPr lang="en-US" dirty="0"/>
              <a:t>sit </a:t>
            </a:r>
            <a:r>
              <a:rPr lang="en-US" dirty="0" err="1"/>
              <a:t>amet</a:t>
            </a:r>
            <a:r>
              <a:rPr lang="en-US" dirty="0"/>
              <a:t> </a:t>
            </a:r>
            <a:r>
              <a:rPr lang="en-US" dirty="0" err="1"/>
              <a:t>Nequo</a:t>
            </a:r>
            <a:r>
              <a:rPr lang="en-US" dirty="0"/>
              <a:t> </a:t>
            </a:r>
            <a:r>
              <a:rPr lang="en-US" dirty="0" err="1"/>
              <a:t>tem</a:t>
            </a:r>
            <a:r>
              <a:rPr lang="en-US" dirty="0"/>
              <a:t> </a:t>
            </a:r>
            <a:r>
              <a:rPr lang="en-US" dirty="0" err="1"/>
              <a:t>eos</a:t>
            </a:r>
            <a:r>
              <a:rPr lang="en-US" dirty="0"/>
              <a:t> au</a:t>
            </a:r>
          </a:p>
          <a:p>
            <a:pPr lvl="0"/>
            <a:r>
              <a:rPr lang="en-US" dirty="0" err="1"/>
              <a:t>dit</a:t>
            </a:r>
            <a:r>
              <a:rPr lang="en-US" dirty="0"/>
              <a:t> quat </a:t>
            </a:r>
            <a:r>
              <a:rPr lang="en-US" dirty="0" err="1"/>
              <a:t>ut</a:t>
            </a:r>
            <a:r>
              <a:rPr lang="en-US" dirty="0"/>
              <a:t> </a:t>
            </a:r>
            <a:r>
              <a:rPr lang="en-US" dirty="0" err="1"/>
              <a:t>aute</a:t>
            </a:r>
            <a:r>
              <a:rPr lang="en-US" dirty="0"/>
              <a:t> </a:t>
            </a:r>
            <a:r>
              <a:rPr lang="en-US" dirty="0" err="1"/>
              <a:t>nam</a:t>
            </a:r>
            <a:r>
              <a:rPr lang="en-US" dirty="0"/>
              <a:t>,</a:t>
            </a:r>
            <a:endParaRPr lang="en-IN" dirty="0"/>
          </a:p>
        </p:txBody>
      </p:sp>
      <p:sp>
        <p:nvSpPr>
          <p:cNvPr id="5" name="Text Placeholder 8">
            <a:extLst>
              <a:ext uri="{FF2B5EF4-FFF2-40B4-BE49-F238E27FC236}">
                <a16:creationId xmlns:a16="http://schemas.microsoft.com/office/drawing/2014/main" id="{07F2D85F-F65B-FE69-CEAF-EACD46A80EEB}"/>
              </a:ext>
            </a:extLst>
          </p:cNvPr>
          <p:cNvSpPr>
            <a:spLocks noGrp="1"/>
          </p:cNvSpPr>
          <p:nvPr>
            <p:ph type="body" sz="quarter" idx="11" hasCustomPrompt="1"/>
          </p:nvPr>
        </p:nvSpPr>
        <p:spPr>
          <a:xfrm>
            <a:off x="1143121" y="6675762"/>
            <a:ext cx="4105155" cy="1582484"/>
          </a:xfrm>
          <a:prstGeom prst="rect">
            <a:avLst/>
          </a:prstGeom>
        </p:spPr>
        <p:txBody>
          <a:bodyPr wrap="square" lIns="0" tIns="0" rIns="0" bIns="0">
            <a:spAutoFit/>
          </a:bodyPr>
          <a:lstStyle>
            <a:lvl1pPr marL="0" indent="0">
              <a:spcAft>
                <a:spcPts val="450"/>
              </a:spcAft>
              <a:buClr>
                <a:srgbClr val="E31837"/>
              </a:buClr>
              <a:buFontTx/>
              <a:buNone/>
              <a:defRPr sz="105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Lorem ipsum dolor sit amet, consectetuer adipiscing elit. Maecenas porttitor congue massa. Fusce posuere, magna sed pulvinar ultricies, purus lectus malesuada libero, sit amet commodo magna eros quis urna.</a:t>
            </a:r>
          </a:p>
          <a:p>
            <a:pPr lvl="0"/>
            <a:r>
              <a:rPr lang="en-US" dirty="0"/>
              <a:t>Nunc viverra imperdiet enim. Fusce est. Vivamus a tellus.</a:t>
            </a:r>
          </a:p>
          <a:p>
            <a:pPr lvl="0"/>
            <a:r>
              <a:rPr lang="en-US" dirty="0"/>
              <a:t>Pellentesque habitant morbi tristique senectus et netus et malesuada fames ac turpis egestas. Proin pharetra nonummy pede. Mauris et orci.</a:t>
            </a:r>
            <a:br>
              <a:rPr lang="en-US" dirty="0"/>
            </a:br>
            <a:endParaRPr lang="en-US" dirty="0"/>
          </a:p>
        </p:txBody>
      </p:sp>
      <p:cxnSp>
        <p:nvCxnSpPr>
          <p:cNvPr id="8" name="Straight Connector 7">
            <a:extLst>
              <a:ext uri="{FF2B5EF4-FFF2-40B4-BE49-F238E27FC236}">
                <a16:creationId xmlns:a16="http://schemas.microsoft.com/office/drawing/2014/main" id="{126BB4DE-58DE-F7B4-ECD5-1CD5B0208560}"/>
              </a:ext>
            </a:extLst>
          </p:cNvPr>
          <p:cNvCxnSpPr>
            <a:cxnSpLocks/>
          </p:cNvCxnSpPr>
          <p:nvPr userDrawn="1"/>
        </p:nvCxnSpPr>
        <p:spPr>
          <a:xfrm>
            <a:off x="1143121" y="6340475"/>
            <a:ext cx="12912497" cy="0"/>
          </a:xfrm>
          <a:prstGeom prst="line">
            <a:avLst/>
          </a:prstGeom>
          <a:ln w="6350">
            <a:solidFill>
              <a:srgbClr val="414042"/>
            </a:solidFill>
          </a:ln>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C36F4908-58C6-FB78-F465-3EFF9DE47F6C}"/>
              </a:ext>
            </a:extLst>
          </p:cNvPr>
          <p:cNvSpPr>
            <a:spLocks noGrp="1"/>
          </p:cNvSpPr>
          <p:nvPr>
            <p:ph type="body" sz="quarter" idx="12" hasCustomPrompt="1"/>
          </p:nvPr>
        </p:nvSpPr>
        <p:spPr>
          <a:xfrm>
            <a:off x="5546792" y="6675762"/>
            <a:ext cx="4105155" cy="1582484"/>
          </a:xfrm>
          <a:prstGeom prst="rect">
            <a:avLst/>
          </a:prstGeom>
        </p:spPr>
        <p:txBody>
          <a:bodyPr wrap="square" lIns="0" tIns="0" rIns="0" bIns="0">
            <a:spAutoFit/>
          </a:bodyPr>
          <a:lstStyle>
            <a:lvl1pPr marL="0" indent="0">
              <a:spcAft>
                <a:spcPts val="450"/>
              </a:spcAft>
              <a:buClr>
                <a:srgbClr val="E31837"/>
              </a:buClr>
              <a:buFontTx/>
              <a:buNone/>
              <a:defRPr sz="105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a:t>Lorem ipsum dolor sit amet, consectetuer adipiscing elit. Maecenas porttitor congue massa. Fusce posuere, magna sed pulvinar ultricies, purus lectus malesuada libero, sit amet commodo magna eros quis urna.</a:t>
            </a:r>
          </a:p>
          <a:p>
            <a:pPr lvl="0"/>
            <a:r>
              <a:rPr lang="en-US"/>
              <a:t>Nunc viverra imperdiet enim. Fusce est. Vivamus a tellus.</a:t>
            </a:r>
          </a:p>
          <a:p>
            <a:pPr lvl="0"/>
            <a:r>
              <a:rPr lang="en-US"/>
              <a:t>Pellentesque habitant morbi tristique senectus et netus et malesuada fames ac turpis egestas. Proin pharetra nonummy pede. Mauris et orci.</a:t>
            </a:r>
            <a:br>
              <a:rPr lang="en-US"/>
            </a:br>
            <a:endParaRPr lang="en-US" dirty="0"/>
          </a:p>
        </p:txBody>
      </p:sp>
      <p:sp>
        <p:nvSpPr>
          <p:cNvPr id="10" name="Text Placeholder 8">
            <a:extLst>
              <a:ext uri="{FF2B5EF4-FFF2-40B4-BE49-F238E27FC236}">
                <a16:creationId xmlns:a16="http://schemas.microsoft.com/office/drawing/2014/main" id="{5B4D740D-9806-E951-1441-8677DE08B46F}"/>
              </a:ext>
            </a:extLst>
          </p:cNvPr>
          <p:cNvSpPr>
            <a:spLocks noGrp="1"/>
          </p:cNvSpPr>
          <p:nvPr>
            <p:ph type="body" sz="quarter" idx="13" hasCustomPrompt="1"/>
          </p:nvPr>
        </p:nvSpPr>
        <p:spPr>
          <a:xfrm>
            <a:off x="9950463" y="6675762"/>
            <a:ext cx="4105155" cy="1582484"/>
          </a:xfrm>
          <a:prstGeom prst="rect">
            <a:avLst/>
          </a:prstGeom>
        </p:spPr>
        <p:txBody>
          <a:bodyPr wrap="square" lIns="0" tIns="0" rIns="0" bIns="0">
            <a:spAutoFit/>
          </a:bodyPr>
          <a:lstStyle>
            <a:lvl1pPr marL="0" indent="0">
              <a:spcAft>
                <a:spcPts val="450"/>
              </a:spcAft>
              <a:buClr>
                <a:schemeClr val="bg1">
                  <a:lumMod val="50000"/>
                </a:schemeClr>
              </a:buClr>
              <a:buFont typeface="Arial" panose="020B0604020202020204" pitchFamily="34" charset="0"/>
              <a:buNone/>
              <a:defRPr sz="105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a:t>Lorem ipsum dolor sit amet, consectetuer adipiscing elit. Maecenas porttitor congue massa. Fusce posuere, magna sed pulvinar ultricies, purus lectus malesuada libero, sit amet commodo magna eros quis urna.</a:t>
            </a:r>
          </a:p>
          <a:p>
            <a:pPr lvl="0"/>
            <a:r>
              <a:rPr lang="en-US"/>
              <a:t>Nunc viverra imperdiet enim. Fusce est. Vivamus a tellus.</a:t>
            </a:r>
          </a:p>
          <a:p>
            <a:pPr lvl="0"/>
            <a:r>
              <a:rPr lang="en-US"/>
              <a:t>Pellentesque habitant morbi tristique senectus et netus et malesuada fames ac turpis egestas. Proin pharetra nonummy pede. Mauris et orci.</a:t>
            </a:r>
            <a:br>
              <a:rPr lang="en-US"/>
            </a:br>
            <a:endParaRPr lang="en-US" dirty="0"/>
          </a:p>
        </p:txBody>
      </p:sp>
      <p:sp>
        <p:nvSpPr>
          <p:cNvPr id="2" name="Footer Placeholder 2">
            <a:extLst>
              <a:ext uri="{FF2B5EF4-FFF2-40B4-BE49-F238E27FC236}">
                <a16:creationId xmlns:a16="http://schemas.microsoft.com/office/drawing/2014/main" id="{08557876-5093-A0CF-DEF1-5610CAF14517}"/>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7" name="Slide Number Placeholder 29">
            <a:extLst>
              <a:ext uri="{FF2B5EF4-FFF2-40B4-BE49-F238E27FC236}">
                <a16:creationId xmlns:a16="http://schemas.microsoft.com/office/drawing/2014/main" id="{C20AB2A0-A7D9-43AD-B425-5078CA0B1CE2}"/>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4288574840"/>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1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B48429FF-A9CC-7160-9610-1FBFD78BFB3B}"/>
              </a:ext>
            </a:extLst>
          </p:cNvPr>
          <p:cNvSpPr>
            <a:spLocks noGrp="1"/>
          </p:cNvSpPr>
          <p:nvPr>
            <p:ph type="body" sz="quarter" idx="10" hasCustomPrompt="1"/>
          </p:nvPr>
        </p:nvSpPr>
        <p:spPr>
          <a:xfrm>
            <a:off x="1143121" y="1997075"/>
            <a:ext cx="12912497" cy="854208"/>
          </a:xfrm>
          <a:prstGeom prst="rect">
            <a:avLst/>
          </a:prstGeom>
        </p:spPr>
        <p:txBody>
          <a:bodyPr wrap="square">
            <a:spAutoFit/>
          </a:bodyPr>
          <a:lstStyle>
            <a:lvl1pPr>
              <a:defRPr sz="4951" b="1">
                <a:solidFill>
                  <a:srgbClr val="E31837"/>
                </a:solidFill>
                <a:latin typeface="Playfair Display" pitchFamily="2" charset="0"/>
                <a:ea typeface="Roboto" panose="02000000000000000000" pitchFamily="2" charset="0"/>
              </a:defRPr>
            </a:lvl1pPr>
          </a:lstStyle>
          <a:p>
            <a:pPr lvl="0"/>
            <a:r>
              <a:rPr lang="pt-BR" dirty="0"/>
              <a:t>Lorem ipsum dolor nequo tem oes</a:t>
            </a:r>
            <a:endParaRPr lang="en-IN" dirty="0"/>
          </a:p>
        </p:txBody>
      </p:sp>
      <p:cxnSp>
        <p:nvCxnSpPr>
          <p:cNvPr id="8" name="Straight Connector 7">
            <a:extLst>
              <a:ext uri="{FF2B5EF4-FFF2-40B4-BE49-F238E27FC236}">
                <a16:creationId xmlns:a16="http://schemas.microsoft.com/office/drawing/2014/main" id="{126BB4DE-58DE-F7B4-ECD5-1CD5B0208560}"/>
              </a:ext>
            </a:extLst>
          </p:cNvPr>
          <p:cNvCxnSpPr>
            <a:cxnSpLocks/>
          </p:cNvCxnSpPr>
          <p:nvPr userDrawn="1"/>
        </p:nvCxnSpPr>
        <p:spPr>
          <a:xfrm>
            <a:off x="1143121" y="3521075"/>
            <a:ext cx="12912497" cy="0"/>
          </a:xfrm>
          <a:prstGeom prst="line">
            <a:avLst/>
          </a:prstGeom>
          <a:ln>
            <a:solidFill>
              <a:srgbClr val="414042"/>
            </a:solidFill>
          </a:ln>
        </p:spPr>
        <p:style>
          <a:lnRef idx="1">
            <a:schemeClr val="dk1"/>
          </a:lnRef>
          <a:fillRef idx="0">
            <a:schemeClr val="dk1"/>
          </a:fillRef>
          <a:effectRef idx="0">
            <a:schemeClr val="dk1"/>
          </a:effectRef>
          <a:fontRef idx="minor">
            <a:schemeClr val="tx1"/>
          </a:fontRef>
        </p:style>
      </p:cxnSp>
      <p:sp>
        <p:nvSpPr>
          <p:cNvPr id="10" name="Text Placeholder 8">
            <a:extLst>
              <a:ext uri="{FF2B5EF4-FFF2-40B4-BE49-F238E27FC236}">
                <a16:creationId xmlns:a16="http://schemas.microsoft.com/office/drawing/2014/main" id="{5B4D740D-9806-E951-1441-8677DE08B46F}"/>
              </a:ext>
            </a:extLst>
          </p:cNvPr>
          <p:cNvSpPr>
            <a:spLocks noGrp="1"/>
          </p:cNvSpPr>
          <p:nvPr>
            <p:ph type="body" sz="quarter" idx="13" hasCustomPrompt="1"/>
          </p:nvPr>
        </p:nvSpPr>
        <p:spPr>
          <a:xfrm>
            <a:off x="1132404" y="3967328"/>
            <a:ext cx="4807059" cy="5940088"/>
          </a:xfrm>
          <a:prstGeom prst="rect">
            <a:avLst/>
          </a:prstGeom>
        </p:spPr>
        <p:txBody>
          <a:bodyPr wrap="square" lIns="0" tIns="0" rIns="0" bIns="0">
            <a:noAutofit/>
          </a:bodyPr>
          <a:lstStyle>
            <a:lvl1pPr marL="257209" indent="-257209">
              <a:spcAft>
                <a:spcPts val="450"/>
              </a:spcAft>
              <a:buClr>
                <a:schemeClr val="bg1">
                  <a:lumMod val="50000"/>
                </a:schemeClr>
              </a:buClr>
              <a:buFont typeface="Arial" panose="020B0604020202020204" pitchFamily="34" charset="0"/>
              <a:buChar char="•"/>
              <a:defRPr sz="1875"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Text</a:t>
            </a:r>
          </a:p>
        </p:txBody>
      </p:sp>
      <p:sp>
        <p:nvSpPr>
          <p:cNvPr id="12" name="Picture Placeholder 11">
            <a:extLst>
              <a:ext uri="{FF2B5EF4-FFF2-40B4-BE49-F238E27FC236}">
                <a16:creationId xmlns:a16="http://schemas.microsoft.com/office/drawing/2014/main" id="{8BE1E349-78F3-323A-EA8E-48883917BF1A}"/>
              </a:ext>
            </a:extLst>
          </p:cNvPr>
          <p:cNvSpPr>
            <a:spLocks noGrp="1"/>
          </p:cNvSpPr>
          <p:nvPr>
            <p:ph type="pic" sz="quarter" idx="14" hasCustomPrompt="1"/>
          </p:nvPr>
        </p:nvSpPr>
        <p:spPr>
          <a:xfrm>
            <a:off x="6053775" y="3967164"/>
            <a:ext cx="8001843" cy="6259511"/>
          </a:xfrm>
          <a:prstGeom prst="rect">
            <a:avLst/>
          </a:prstGeom>
          <a:solidFill>
            <a:schemeClr val="bg1">
              <a:lumMod val="95000"/>
            </a:schemeClr>
          </a:solidFill>
        </p:spPr>
        <p:txBody>
          <a:bodyPr anchor="ctr"/>
          <a:lstStyle>
            <a:lvl1pPr>
              <a:defRPr lang="en-IN" sz="1800">
                <a:solidFill>
                  <a:schemeClr val="bg1">
                    <a:lumMod val="50000"/>
                  </a:schemeClr>
                </a:solidFill>
                <a:latin typeface="Roboto" panose="02000000000000000000" pitchFamily="2" charset="0"/>
                <a:ea typeface="Roboto" panose="02000000000000000000" pitchFamily="2" charset="0"/>
              </a:defRPr>
            </a:lvl1pPr>
          </a:lstStyle>
          <a:p>
            <a:pPr lvl="0" algn="ctr"/>
            <a:r>
              <a:rPr lang="en-IN" dirty="0"/>
              <a:t>Image</a:t>
            </a:r>
          </a:p>
        </p:txBody>
      </p:sp>
      <p:sp>
        <p:nvSpPr>
          <p:cNvPr id="2" name="Footer Placeholder 2">
            <a:extLst>
              <a:ext uri="{FF2B5EF4-FFF2-40B4-BE49-F238E27FC236}">
                <a16:creationId xmlns:a16="http://schemas.microsoft.com/office/drawing/2014/main" id="{C3F754E2-98D7-FBC3-EEA0-8C6DD0F17481}"/>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5" name="Slide Number Placeholder 29">
            <a:extLst>
              <a:ext uri="{FF2B5EF4-FFF2-40B4-BE49-F238E27FC236}">
                <a16:creationId xmlns:a16="http://schemas.microsoft.com/office/drawing/2014/main" id="{D1DED600-555D-A438-429D-87DCAA0209CC}"/>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1405833393"/>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1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BB062-D256-2530-B871-34828B3035A9}"/>
              </a:ext>
            </a:extLst>
          </p:cNvPr>
          <p:cNvSpPr>
            <a:spLocks noGrp="1"/>
          </p:cNvSpPr>
          <p:nvPr>
            <p:ph type="title"/>
          </p:nvPr>
        </p:nvSpPr>
        <p:spPr/>
        <p:txBody>
          <a:bodyPr/>
          <a:lstStyle/>
          <a:p>
            <a:endParaRPr lang="en-AU" dirty="0"/>
          </a:p>
        </p:txBody>
      </p:sp>
      <p:sp>
        <p:nvSpPr>
          <p:cNvPr id="3" name="Content Placeholder 2">
            <a:extLst>
              <a:ext uri="{FF2B5EF4-FFF2-40B4-BE49-F238E27FC236}">
                <a16:creationId xmlns:a16="http://schemas.microsoft.com/office/drawing/2014/main" id="{E483C331-AB39-311F-CB41-59843996EDB2}"/>
              </a:ext>
            </a:extLst>
          </p:cNvPr>
          <p:cNvSpPr>
            <a:spLocks noGrp="1"/>
          </p:cNvSpPr>
          <p:nvPr>
            <p:ph idx="1"/>
          </p:nvPr>
        </p:nvSpPr>
        <p:spPr/>
        <p:txBody>
          <a:bodyPr/>
          <a:lstStyle/>
          <a:p>
            <a:pPr lvl="0"/>
            <a:endParaRPr lang="en-AU" dirty="0"/>
          </a:p>
        </p:txBody>
      </p:sp>
      <p:sp>
        <p:nvSpPr>
          <p:cNvPr id="4" name="Date Placeholder 3">
            <a:extLst>
              <a:ext uri="{FF2B5EF4-FFF2-40B4-BE49-F238E27FC236}">
                <a16:creationId xmlns:a16="http://schemas.microsoft.com/office/drawing/2014/main" id="{BA82D3C2-BA21-3633-17F9-568C2039FDB6}"/>
              </a:ext>
            </a:extLst>
          </p:cNvPr>
          <p:cNvSpPr>
            <a:spLocks noGrp="1"/>
          </p:cNvSpPr>
          <p:nvPr>
            <p:ph type="dt" sz="half" idx="10"/>
          </p:nvPr>
        </p:nvSpPr>
        <p:spPr/>
        <p:txBody>
          <a:bodyPr/>
          <a:lstStyle/>
          <a:p>
            <a:endParaRPr lang="en-AU" dirty="0"/>
          </a:p>
        </p:txBody>
      </p:sp>
      <p:sp>
        <p:nvSpPr>
          <p:cNvPr id="6" name="Slide Number Placeholder 5">
            <a:extLst>
              <a:ext uri="{FF2B5EF4-FFF2-40B4-BE49-F238E27FC236}">
                <a16:creationId xmlns:a16="http://schemas.microsoft.com/office/drawing/2014/main" id="{8A0CC087-8504-4434-3590-FE5AD76D73F8}"/>
              </a:ext>
            </a:extLst>
          </p:cNvPr>
          <p:cNvSpPr>
            <a:spLocks noGrp="1"/>
          </p:cNvSpPr>
          <p:nvPr>
            <p:ph type="sldNum" sz="quarter" idx="12"/>
          </p:nvPr>
        </p:nvSpPr>
        <p:spPr/>
        <p:txBody>
          <a:bodyPr/>
          <a:lstStyle/>
          <a:p>
            <a:fld id="{DCA329B4-C3D8-4932-B98A-A680A5087FEC}" type="slidenum">
              <a:rPr lang="en-AU" smtClean="0"/>
              <a:t>‹#›</a:t>
            </a:fld>
            <a:endParaRPr lang="en-AU"/>
          </a:p>
        </p:txBody>
      </p:sp>
    </p:spTree>
    <p:extLst>
      <p:ext uri="{BB962C8B-B14F-4D97-AF65-F5344CB8AC3E}">
        <p14:creationId xmlns:p14="http://schemas.microsoft.com/office/powerpoint/2010/main" val="41919603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44496" y="900241"/>
            <a:ext cx="5073505" cy="276999"/>
          </a:xfrm>
        </p:spPr>
        <p:txBody>
          <a:bodyPr/>
          <a:lstStyle>
            <a:lvl1pPr>
              <a:defRPr>
                <a:solidFill>
                  <a:schemeClr val="tx1"/>
                </a:solidFill>
              </a:defRPr>
            </a:lvl1pPr>
          </a:lstStyle>
          <a:p>
            <a:r>
              <a:rPr lang="en-US"/>
              <a:t>Author, Title and Edition. © 20XX SAGE Publishing.</a:t>
            </a:r>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dirty="0"/>
          </a:p>
        </p:txBody>
      </p:sp>
      <p:sp>
        <p:nvSpPr>
          <p:cNvPr id="7" name="Title 6"/>
          <p:cNvSpPr>
            <a:spLocks noGrp="1"/>
          </p:cNvSpPr>
          <p:nvPr>
            <p:ph type="title"/>
          </p:nvPr>
        </p:nvSpPr>
        <p:spPr>
          <a:xfrm>
            <a:off x="2261950" y="6157314"/>
            <a:ext cx="10555764" cy="2890167"/>
          </a:xfrm>
          <a:prstGeom prst="rect">
            <a:avLst/>
          </a:prstGeom>
        </p:spPr>
        <p:txBody>
          <a:bodyPr>
            <a:normAutofit/>
          </a:bodyPr>
          <a:lstStyle>
            <a:lvl1pPr>
              <a:defRPr sz="3958">
                <a:solidFill>
                  <a:schemeClr val="tx1"/>
                </a:solidFill>
                <a:latin typeface="+mn-lt"/>
              </a:defRPr>
            </a:lvl1pPr>
          </a:lstStyle>
          <a:p>
            <a:r>
              <a:rPr lang="en-US" dirty="0"/>
              <a:t>Click to edit Master title style</a:t>
            </a:r>
          </a:p>
        </p:txBody>
      </p:sp>
    </p:spTree>
    <p:extLst>
      <p:ext uri="{BB962C8B-B14F-4D97-AF65-F5344CB8AC3E}">
        <p14:creationId xmlns:p14="http://schemas.microsoft.com/office/powerpoint/2010/main" val="3851192027"/>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2530928857"/>
              </p:ext>
            </p:extLst>
          </p:nvPr>
        </p:nvGraphicFramePr>
        <p:xfrm>
          <a:off x="1192" y="1592"/>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2" y="1592"/>
                        <a:ext cx="1191" cy="1588"/>
                      </a:xfrm>
                      <a:prstGeom prst="rect">
                        <a:avLst/>
                      </a:prstGeom>
                    </p:spPr>
                  </p:pic>
                </p:oleObj>
              </mc:Fallback>
            </mc:AlternateContent>
          </a:graphicData>
        </a:graphic>
      </p:graphicFrame>
      <p:grpSp>
        <p:nvGrpSpPr>
          <p:cNvPr id="31" name="object 2">
            <a:extLst>
              <a:ext uri="{FF2B5EF4-FFF2-40B4-BE49-F238E27FC236}">
                <a16:creationId xmlns:a16="http://schemas.microsoft.com/office/drawing/2014/main" id="{D72D3777-D6CB-7282-D4F8-423BF130CF01}"/>
              </a:ext>
            </a:extLst>
          </p:cNvPr>
          <p:cNvGrpSpPr/>
          <p:nvPr userDrawn="1"/>
        </p:nvGrpSpPr>
        <p:grpSpPr>
          <a:xfrm>
            <a:off x="0" y="3"/>
            <a:ext cx="15079673" cy="10247630"/>
            <a:chOff x="0" y="0"/>
            <a:chExt cx="20104113" cy="10247630"/>
          </a:xfrm>
        </p:grpSpPr>
        <p:sp>
          <p:nvSpPr>
            <p:cNvPr id="32" name="object 3">
              <a:extLst>
                <a:ext uri="{FF2B5EF4-FFF2-40B4-BE49-F238E27FC236}">
                  <a16:creationId xmlns:a16="http://schemas.microsoft.com/office/drawing/2014/main" id="{434AAED9-B62B-B375-E14A-852E61CA9036}"/>
                </a:ext>
              </a:extLst>
            </p:cNvPr>
            <p:cNvSpPr/>
            <p:nvPr/>
          </p:nvSpPr>
          <p:spPr>
            <a:xfrm>
              <a:off x="0" y="0"/>
              <a:ext cx="20104100" cy="10247630"/>
            </a:xfrm>
            <a:custGeom>
              <a:avLst/>
              <a:gdLst/>
              <a:ahLst/>
              <a:cxnLst/>
              <a:rect l="l" t="t" r="r" b="b"/>
              <a:pathLst>
                <a:path w="20104100" h="10247630">
                  <a:moveTo>
                    <a:pt x="20104099" y="0"/>
                  </a:moveTo>
                  <a:lnTo>
                    <a:pt x="0" y="0"/>
                  </a:lnTo>
                  <a:lnTo>
                    <a:pt x="0" y="10247311"/>
                  </a:lnTo>
                  <a:lnTo>
                    <a:pt x="20104099" y="10247311"/>
                  </a:lnTo>
                  <a:lnTo>
                    <a:pt x="20104099" y="0"/>
                  </a:lnTo>
                  <a:close/>
                </a:path>
              </a:pathLst>
            </a:custGeom>
            <a:solidFill>
              <a:srgbClr val="60C0C4"/>
            </a:solidFill>
          </p:spPr>
          <p:txBody>
            <a:bodyPr wrap="square" lIns="0" tIns="0" rIns="0" bIns="0" rtlCol="0"/>
            <a:lstStyle/>
            <a:p>
              <a:endParaRPr sz="1013"/>
            </a:p>
          </p:txBody>
        </p:sp>
        <p:sp>
          <p:nvSpPr>
            <p:cNvPr id="33" name="object 4">
              <a:extLst>
                <a:ext uri="{FF2B5EF4-FFF2-40B4-BE49-F238E27FC236}">
                  <a16:creationId xmlns:a16="http://schemas.microsoft.com/office/drawing/2014/main" id="{0464F81E-0D94-7970-4586-7B2C50EA2ED6}"/>
                </a:ext>
              </a:extLst>
            </p:cNvPr>
            <p:cNvSpPr/>
            <p:nvPr/>
          </p:nvSpPr>
          <p:spPr>
            <a:xfrm>
              <a:off x="15057133" y="5"/>
              <a:ext cx="5046980" cy="5252720"/>
            </a:xfrm>
            <a:custGeom>
              <a:avLst/>
              <a:gdLst/>
              <a:ahLst/>
              <a:cxnLst/>
              <a:rect l="l" t="t" r="r" b="b"/>
              <a:pathLst>
                <a:path w="5046980" h="5252720">
                  <a:moveTo>
                    <a:pt x="5046954" y="1640128"/>
                  </a:moveTo>
                  <a:lnTo>
                    <a:pt x="2470353" y="1640128"/>
                  </a:lnTo>
                  <a:lnTo>
                    <a:pt x="2470353" y="2341143"/>
                  </a:lnTo>
                  <a:lnTo>
                    <a:pt x="0" y="2341143"/>
                  </a:lnTo>
                  <a:lnTo>
                    <a:pt x="0" y="3344583"/>
                  </a:lnTo>
                  <a:lnTo>
                    <a:pt x="2470353" y="3344583"/>
                  </a:lnTo>
                  <a:lnTo>
                    <a:pt x="2470353" y="3778897"/>
                  </a:lnTo>
                  <a:lnTo>
                    <a:pt x="0" y="3778897"/>
                  </a:lnTo>
                  <a:lnTo>
                    <a:pt x="0" y="4901069"/>
                  </a:lnTo>
                  <a:lnTo>
                    <a:pt x="2470353" y="4901069"/>
                  </a:lnTo>
                  <a:lnTo>
                    <a:pt x="2470353" y="5252466"/>
                  </a:lnTo>
                  <a:lnTo>
                    <a:pt x="5046954" y="5252466"/>
                  </a:lnTo>
                  <a:lnTo>
                    <a:pt x="5046954" y="4549673"/>
                  </a:lnTo>
                  <a:lnTo>
                    <a:pt x="2470353" y="4549673"/>
                  </a:lnTo>
                  <a:lnTo>
                    <a:pt x="2470353" y="3907155"/>
                  </a:lnTo>
                  <a:lnTo>
                    <a:pt x="5046954" y="3907155"/>
                  </a:lnTo>
                  <a:lnTo>
                    <a:pt x="5046954" y="3087255"/>
                  </a:lnTo>
                  <a:lnTo>
                    <a:pt x="2470353" y="3087255"/>
                  </a:lnTo>
                  <a:lnTo>
                    <a:pt x="2470353" y="2612758"/>
                  </a:lnTo>
                  <a:lnTo>
                    <a:pt x="5046954" y="2612758"/>
                  </a:lnTo>
                  <a:lnTo>
                    <a:pt x="5046954" y="1640128"/>
                  </a:lnTo>
                  <a:close/>
                </a:path>
                <a:path w="5046980" h="5252720">
                  <a:moveTo>
                    <a:pt x="5046954" y="0"/>
                  </a:moveTo>
                  <a:lnTo>
                    <a:pt x="2470353" y="0"/>
                  </a:lnTo>
                  <a:lnTo>
                    <a:pt x="2470353" y="1216393"/>
                  </a:lnTo>
                  <a:lnTo>
                    <a:pt x="5046954" y="1228255"/>
                  </a:lnTo>
                  <a:lnTo>
                    <a:pt x="5046954" y="0"/>
                  </a:lnTo>
                  <a:close/>
                </a:path>
              </a:pathLst>
            </a:custGeom>
            <a:solidFill>
              <a:srgbClr val="FFFFFF"/>
            </a:solidFill>
          </p:spPr>
          <p:txBody>
            <a:bodyPr wrap="square" lIns="0" tIns="0" rIns="0" bIns="0" rtlCol="0"/>
            <a:lstStyle/>
            <a:p>
              <a:endParaRPr sz="1013"/>
            </a:p>
          </p:txBody>
        </p:sp>
        <p:sp>
          <p:nvSpPr>
            <p:cNvPr id="34" name="object 5">
              <a:extLst>
                <a:ext uri="{FF2B5EF4-FFF2-40B4-BE49-F238E27FC236}">
                  <a16:creationId xmlns:a16="http://schemas.microsoft.com/office/drawing/2014/main" id="{1C38393B-1523-D866-7499-3E300AAD2F4E}"/>
                </a:ext>
              </a:extLst>
            </p:cNvPr>
            <p:cNvSpPr/>
            <p:nvPr/>
          </p:nvSpPr>
          <p:spPr>
            <a:xfrm>
              <a:off x="15057133" y="872067"/>
              <a:ext cx="2470785" cy="886460"/>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rgbClr val="DB002E"/>
            </a:solidFill>
          </p:spPr>
          <p:txBody>
            <a:bodyPr wrap="square" lIns="0" tIns="0" rIns="0" bIns="0" rtlCol="0"/>
            <a:lstStyle/>
            <a:p>
              <a:endParaRPr sz="1013"/>
            </a:p>
          </p:txBody>
        </p:sp>
        <p:sp>
          <p:nvSpPr>
            <p:cNvPr id="35" name="object 6">
              <a:extLst>
                <a:ext uri="{FF2B5EF4-FFF2-40B4-BE49-F238E27FC236}">
                  <a16:creationId xmlns:a16="http://schemas.microsoft.com/office/drawing/2014/main" id="{CC565CF2-8474-506E-1F08-D964565E55AF}"/>
                </a:ext>
              </a:extLst>
            </p:cNvPr>
            <p:cNvSpPr/>
            <p:nvPr userDrawn="1"/>
          </p:nvSpPr>
          <p:spPr>
            <a:xfrm>
              <a:off x="2519921" y="1079112"/>
              <a:ext cx="3334385" cy="874394"/>
            </a:xfrm>
            <a:custGeom>
              <a:avLst/>
              <a:gdLst/>
              <a:ahLst/>
              <a:cxnLst/>
              <a:rect l="l" t="t" r="r" b="b"/>
              <a:pathLst>
                <a:path w="3334385" h="874394">
                  <a:moveTo>
                    <a:pt x="31851" y="687984"/>
                  </a:moveTo>
                  <a:lnTo>
                    <a:pt x="0" y="687984"/>
                  </a:lnTo>
                  <a:lnTo>
                    <a:pt x="0" y="874166"/>
                  </a:lnTo>
                  <a:lnTo>
                    <a:pt x="31851" y="874166"/>
                  </a:lnTo>
                  <a:lnTo>
                    <a:pt x="31851" y="687984"/>
                  </a:lnTo>
                  <a:close/>
                </a:path>
                <a:path w="3334385" h="874394">
                  <a:moveTo>
                    <a:pt x="447763" y="6883"/>
                  </a:moveTo>
                  <a:lnTo>
                    <a:pt x="347548" y="6883"/>
                  </a:lnTo>
                  <a:lnTo>
                    <a:pt x="225882" y="350989"/>
                  </a:lnTo>
                  <a:lnTo>
                    <a:pt x="224586" y="350989"/>
                  </a:lnTo>
                  <a:lnTo>
                    <a:pt x="103555" y="6883"/>
                  </a:lnTo>
                  <a:lnTo>
                    <a:pt x="2705" y="6883"/>
                  </a:lnTo>
                  <a:lnTo>
                    <a:pt x="2705" y="437781"/>
                  </a:lnTo>
                  <a:lnTo>
                    <a:pt x="70142" y="437781"/>
                  </a:lnTo>
                  <a:lnTo>
                    <a:pt x="70142" y="98044"/>
                  </a:lnTo>
                  <a:lnTo>
                    <a:pt x="71424" y="98044"/>
                  </a:lnTo>
                  <a:lnTo>
                    <a:pt x="191211" y="437781"/>
                  </a:lnTo>
                  <a:lnTo>
                    <a:pt x="259257" y="437781"/>
                  </a:lnTo>
                  <a:lnTo>
                    <a:pt x="379082" y="98044"/>
                  </a:lnTo>
                  <a:lnTo>
                    <a:pt x="380339" y="98044"/>
                  </a:lnTo>
                  <a:lnTo>
                    <a:pt x="380339" y="437781"/>
                  </a:lnTo>
                  <a:lnTo>
                    <a:pt x="447763" y="437781"/>
                  </a:lnTo>
                  <a:lnTo>
                    <a:pt x="447763" y="6883"/>
                  </a:lnTo>
                  <a:close/>
                </a:path>
                <a:path w="3334385" h="874394">
                  <a:moveTo>
                    <a:pt x="799579" y="382193"/>
                  </a:moveTo>
                  <a:lnTo>
                    <a:pt x="614210" y="382193"/>
                  </a:lnTo>
                  <a:lnTo>
                    <a:pt x="614210" y="242493"/>
                  </a:lnTo>
                  <a:lnTo>
                    <a:pt x="785075" y="242493"/>
                  </a:lnTo>
                  <a:lnTo>
                    <a:pt x="785075" y="186613"/>
                  </a:lnTo>
                  <a:lnTo>
                    <a:pt x="614210" y="186613"/>
                  </a:lnTo>
                  <a:lnTo>
                    <a:pt x="614210" y="62153"/>
                  </a:lnTo>
                  <a:lnTo>
                    <a:pt x="794524" y="62153"/>
                  </a:lnTo>
                  <a:lnTo>
                    <a:pt x="794524" y="6273"/>
                  </a:lnTo>
                  <a:lnTo>
                    <a:pt x="540435" y="6273"/>
                  </a:lnTo>
                  <a:lnTo>
                    <a:pt x="540435" y="62153"/>
                  </a:lnTo>
                  <a:lnTo>
                    <a:pt x="540435" y="186613"/>
                  </a:lnTo>
                  <a:lnTo>
                    <a:pt x="540435" y="242493"/>
                  </a:lnTo>
                  <a:lnTo>
                    <a:pt x="540435" y="382193"/>
                  </a:lnTo>
                  <a:lnTo>
                    <a:pt x="540435" y="438073"/>
                  </a:lnTo>
                  <a:lnTo>
                    <a:pt x="799579" y="438073"/>
                  </a:lnTo>
                  <a:lnTo>
                    <a:pt x="799579" y="382193"/>
                  </a:lnTo>
                  <a:close/>
                </a:path>
                <a:path w="3334385" h="874394">
                  <a:moveTo>
                    <a:pt x="1112913" y="382193"/>
                  </a:moveTo>
                  <a:lnTo>
                    <a:pt x="942035" y="382193"/>
                  </a:lnTo>
                  <a:lnTo>
                    <a:pt x="942035" y="6273"/>
                  </a:lnTo>
                  <a:lnTo>
                    <a:pt x="868299" y="6273"/>
                  </a:lnTo>
                  <a:lnTo>
                    <a:pt x="868299" y="382193"/>
                  </a:lnTo>
                  <a:lnTo>
                    <a:pt x="868299" y="438073"/>
                  </a:lnTo>
                  <a:lnTo>
                    <a:pt x="1112913" y="438073"/>
                  </a:lnTo>
                  <a:lnTo>
                    <a:pt x="1112913" y="382193"/>
                  </a:lnTo>
                  <a:close/>
                </a:path>
                <a:path w="3334385" h="874394">
                  <a:moveTo>
                    <a:pt x="1449552" y="318503"/>
                  </a:moveTo>
                  <a:lnTo>
                    <a:pt x="1440116" y="267081"/>
                  </a:lnTo>
                  <a:lnTo>
                    <a:pt x="1417218" y="235445"/>
                  </a:lnTo>
                  <a:lnTo>
                    <a:pt x="1416545" y="234505"/>
                  </a:lnTo>
                  <a:lnTo>
                    <a:pt x="1385989" y="216458"/>
                  </a:lnTo>
                  <a:lnTo>
                    <a:pt x="1374521" y="213499"/>
                  </a:lnTo>
                  <a:lnTo>
                    <a:pt x="1374521" y="312254"/>
                  </a:lnTo>
                  <a:lnTo>
                    <a:pt x="1365605" y="350901"/>
                  </a:lnTo>
                  <a:lnTo>
                    <a:pt x="1342377" y="373227"/>
                  </a:lnTo>
                  <a:lnTo>
                    <a:pt x="1310157" y="383489"/>
                  </a:lnTo>
                  <a:lnTo>
                    <a:pt x="1274267" y="385965"/>
                  </a:lnTo>
                  <a:lnTo>
                    <a:pt x="1244638" y="385965"/>
                  </a:lnTo>
                  <a:lnTo>
                    <a:pt x="1244638" y="235445"/>
                  </a:lnTo>
                  <a:lnTo>
                    <a:pt x="1274267" y="235445"/>
                  </a:lnTo>
                  <a:lnTo>
                    <a:pt x="1315732" y="239458"/>
                  </a:lnTo>
                  <a:lnTo>
                    <a:pt x="1347330" y="252539"/>
                  </a:lnTo>
                  <a:lnTo>
                    <a:pt x="1367459" y="276275"/>
                  </a:lnTo>
                  <a:lnTo>
                    <a:pt x="1374521" y="312254"/>
                  </a:lnTo>
                  <a:lnTo>
                    <a:pt x="1374521" y="213499"/>
                  </a:lnTo>
                  <a:lnTo>
                    <a:pt x="1355598" y="208584"/>
                  </a:lnTo>
                  <a:lnTo>
                    <a:pt x="1355598" y="207352"/>
                  </a:lnTo>
                  <a:lnTo>
                    <a:pt x="1377581" y="197434"/>
                  </a:lnTo>
                  <a:lnTo>
                    <a:pt x="1396606" y="183591"/>
                  </a:lnTo>
                  <a:lnTo>
                    <a:pt x="1401330" y="180162"/>
                  </a:lnTo>
                  <a:lnTo>
                    <a:pt x="1420342" y="151638"/>
                  </a:lnTo>
                  <a:lnTo>
                    <a:pt x="1428127" y="108026"/>
                  </a:lnTo>
                  <a:lnTo>
                    <a:pt x="1416265" y="58699"/>
                  </a:lnTo>
                  <a:lnTo>
                    <a:pt x="1415465" y="55346"/>
                  </a:lnTo>
                  <a:lnTo>
                    <a:pt x="1384071" y="24676"/>
                  </a:lnTo>
                  <a:lnTo>
                    <a:pt x="1353096" y="13690"/>
                  </a:lnTo>
                  <a:lnTo>
                    <a:pt x="1353096" y="120523"/>
                  </a:lnTo>
                  <a:lnTo>
                    <a:pt x="1347076" y="153822"/>
                  </a:lnTo>
                  <a:lnTo>
                    <a:pt x="1330477" y="172897"/>
                  </a:lnTo>
                  <a:lnTo>
                    <a:pt x="1305471" y="181546"/>
                  </a:lnTo>
                  <a:lnTo>
                    <a:pt x="1274267" y="183591"/>
                  </a:lnTo>
                  <a:lnTo>
                    <a:pt x="1244638" y="183591"/>
                  </a:lnTo>
                  <a:lnTo>
                    <a:pt x="1244638" y="58699"/>
                  </a:lnTo>
                  <a:lnTo>
                    <a:pt x="1274267" y="58699"/>
                  </a:lnTo>
                  <a:lnTo>
                    <a:pt x="1306271" y="60794"/>
                  </a:lnTo>
                  <a:lnTo>
                    <a:pt x="1331175" y="69456"/>
                  </a:lnTo>
                  <a:lnTo>
                    <a:pt x="1347330" y="88201"/>
                  </a:lnTo>
                  <a:lnTo>
                    <a:pt x="1353096" y="120523"/>
                  </a:lnTo>
                  <a:lnTo>
                    <a:pt x="1353096" y="13690"/>
                  </a:lnTo>
                  <a:lnTo>
                    <a:pt x="1343812" y="10388"/>
                  </a:lnTo>
                  <a:lnTo>
                    <a:pt x="1304544" y="6870"/>
                  </a:lnTo>
                  <a:lnTo>
                    <a:pt x="1170901" y="6870"/>
                  </a:lnTo>
                  <a:lnTo>
                    <a:pt x="1170901" y="437781"/>
                  </a:lnTo>
                  <a:lnTo>
                    <a:pt x="1304544" y="437781"/>
                  </a:lnTo>
                  <a:lnTo>
                    <a:pt x="1343837" y="435571"/>
                  </a:lnTo>
                  <a:lnTo>
                    <a:pt x="1382826" y="426364"/>
                  </a:lnTo>
                  <a:lnTo>
                    <a:pt x="1416672" y="406349"/>
                  </a:lnTo>
                  <a:lnTo>
                    <a:pt x="1440535" y="371678"/>
                  </a:lnTo>
                  <a:lnTo>
                    <a:pt x="1449552" y="318503"/>
                  </a:lnTo>
                  <a:close/>
                </a:path>
                <a:path w="3334385" h="874394">
                  <a:moveTo>
                    <a:pt x="1843570" y="222326"/>
                  </a:moveTo>
                  <a:lnTo>
                    <a:pt x="1840941" y="170484"/>
                  </a:lnTo>
                  <a:lnTo>
                    <a:pt x="1832406" y="123355"/>
                  </a:lnTo>
                  <a:lnTo>
                    <a:pt x="1817014" y="82130"/>
                  </a:lnTo>
                  <a:lnTo>
                    <a:pt x="1796415" y="51828"/>
                  </a:lnTo>
                  <a:lnTo>
                    <a:pt x="1793811" y="47980"/>
                  </a:lnTo>
                  <a:lnTo>
                    <a:pt x="1762226" y="22453"/>
                  </a:lnTo>
                  <a:lnTo>
                    <a:pt x="1762226" y="222326"/>
                  </a:lnTo>
                  <a:lnTo>
                    <a:pt x="1759534" y="275310"/>
                  </a:lnTo>
                  <a:lnTo>
                    <a:pt x="1750364" y="321995"/>
                  </a:lnTo>
                  <a:lnTo>
                    <a:pt x="1733092" y="359244"/>
                  </a:lnTo>
                  <a:lnTo>
                    <a:pt x="1706067" y="383908"/>
                  </a:lnTo>
                  <a:lnTo>
                    <a:pt x="1667687" y="392823"/>
                  </a:lnTo>
                  <a:lnTo>
                    <a:pt x="1629029" y="383908"/>
                  </a:lnTo>
                  <a:lnTo>
                    <a:pt x="1601978" y="359244"/>
                  </a:lnTo>
                  <a:lnTo>
                    <a:pt x="1584782" y="321995"/>
                  </a:lnTo>
                  <a:lnTo>
                    <a:pt x="1575727" y="275310"/>
                  </a:lnTo>
                  <a:lnTo>
                    <a:pt x="1573098" y="222326"/>
                  </a:lnTo>
                  <a:lnTo>
                    <a:pt x="1575727" y="169341"/>
                  </a:lnTo>
                  <a:lnTo>
                    <a:pt x="1584782" y="122656"/>
                  </a:lnTo>
                  <a:lnTo>
                    <a:pt x="1601978" y="85407"/>
                  </a:lnTo>
                  <a:lnTo>
                    <a:pt x="1629029" y="60744"/>
                  </a:lnTo>
                  <a:lnTo>
                    <a:pt x="1667687" y="51828"/>
                  </a:lnTo>
                  <a:lnTo>
                    <a:pt x="1706067" y="60744"/>
                  </a:lnTo>
                  <a:lnTo>
                    <a:pt x="1733092" y="85407"/>
                  </a:lnTo>
                  <a:lnTo>
                    <a:pt x="1750364" y="122656"/>
                  </a:lnTo>
                  <a:lnTo>
                    <a:pt x="1759534" y="169341"/>
                  </a:lnTo>
                  <a:lnTo>
                    <a:pt x="1762226" y="222326"/>
                  </a:lnTo>
                  <a:lnTo>
                    <a:pt x="1762226" y="22453"/>
                  </a:lnTo>
                  <a:lnTo>
                    <a:pt x="1761820" y="22123"/>
                  </a:lnTo>
                  <a:lnTo>
                    <a:pt x="1720100" y="5727"/>
                  </a:lnTo>
                  <a:lnTo>
                    <a:pt x="1667687" y="0"/>
                  </a:lnTo>
                  <a:lnTo>
                    <a:pt x="1615071" y="5727"/>
                  </a:lnTo>
                  <a:lnTo>
                    <a:pt x="1573263" y="22123"/>
                  </a:lnTo>
                  <a:lnTo>
                    <a:pt x="1541284" y="47980"/>
                  </a:lnTo>
                  <a:lnTo>
                    <a:pt x="1518132" y="82130"/>
                  </a:lnTo>
                  <a:lnTo>
                    <a:pt x="1502816" y="123355"/>
                  </a:lnTo>
                  <a:lnTo>
                    <a:pt x="1494358" y="170484"/>
                  </a:lnTo>
                  <a:lnTo>
                    <a:pt x="1491767" y="222326"/>
                  </a:lnTo>
                  <a:lnTo>
                    <a:pt x="1494358" y="274167"/>
                  </a:lnTo>
                  <a:lnTo>
                    <a:pt x="1502816" y="321297"/>
                  </a:lnTo>
                  <a:lnTo>
                    <a:pt x="1518132" y="362521"/>
                  </a:lnTo>
                  <a:lnTo>
                    <a:pt x="1541284" y="396671"/>
                  </a:lnTo>
                  <a:lnTo>
                    <a:pt x="1573263" y="422529"/>
                  </a:lnTo>
                  <a:lnTo>
                    <a:pt x="1615071" y="438924"/>
                  </a:lnTo>
                  <a:lnTo>
                    <a:pt x="1667687" y="444652"/>
                  </a:lnTo>
                  <a:lnTo>
                    <a:pt x="1720100" y="438924"/>
                  </a:lnTo>
                  <a:lnTo>
                    <a:pt x="1761820" y="422529"/>
                  </a:lnTo>
                  <a:lnTo>
                    <a:pt x="1793811" y="396671"/>
                  </a:lnTo>
                  <a:lnTo>
                    <a:pt x="1796415" y="392823"/>
                  </a:lnTo>
                  <a:lnTo>
                    <a:pt x="1817014" y="362521"/>
                  </a:lnTo>
                  <a:lnTo>
                    <a:pt x="1832406" y="321297"/>
                  </a:lnTo>
                  <a:lnTo>
                    <a:pt x="1840941" y="274167"/>
                  </a:lnTo>
                  <a:lnTo>
                    <a:pt x="1843570" y="222326"/>
                  </a:lnTo>
                  <a:close/>
                </a:path>
                <a:path w="3334385" h="874394">
                  <a:moveTo>
                    <a:pt x="2215515" y="6870"/>
                  </a:moveTo>
                  <a:lnTo>
                    <a:pt x="2141778" y="6870"/>
                  </a:lnTo>
                  <a:lnTo>
                    <a:pt x="2141778" y="306006"/>
                  </a:lnTo>
                  <a:lnTo>
                    <a:pt x="2137829" y="340385"/>
                  </a:lnTo>
                  <a:lnTo>
                    <a:pt x="2124824" y="367919"/>
                  </a:lnTo>
                  <a:lnTo>
                    <a:pt x="2101075" y="386207"/>
                  </a:lnTo>
                  <a:lnTo>
                    <a:pt x="2064867" y="392823"/>
                  </a:lnTo>
                  <a:lnTo>
                    <a:pt x="2028291" y="386207"/>
                  </a:lnTo>
                  <a:lnTo>
                    <a:pt x="2004352" y="367919"/>
                  </a:lnTo>
                  <a:lnTo>
                    <a:pt x="1991283" y="340385"/>
                  </a:lnTo>
                  <a:lnTo>
                    <a:pt x="1987334" y="306006"/>
                  </a:lnTo>
                  <a:lnTo>
                    <a:pt x="1987334" y="6870"/>
                  </a:lnTo>
                  <a:lnTo>
                    <a:pt x="1913547" y="6870"/>
                  </a:lnTo>
                  <a:lnTo>
                    <a:pt x="1913547" y="306006"/>
                  </a:lnTo>
                  <a:lnTo>
                    <a:pt x="1920697" y="356882"/>
                  </a:lnTo>
                  <a:lnTo>
                    <a:pt x="1941029" y="395820"/>
                  </a:lnTo>
                  <a:lnTo>
                    <a:pt x="1972932" y="423189"/>
                  </a:lnTo>
                  <a:lnTo>
                    <a:pt x="2014753" y="439343"/>
                  </a:lnTo>
                  <a:lnTo>
                    <a:pt x="2064867" y="444652"/>
                  </a:lnTo>
                  <a:lnTo>
                    <a:pt x="2116353" y="439343"/>
                  </a:lnTo>
                  <a:lnTo>
                    <a:pt x="2158200" y="423189"/>
                  </a:lnTo>
                  <a:lnTo>
                    <a:pt x="2189353" y="395820"/>
                  </a:lnTo>
                  <a:lnTo>
                    <a:pt x="2208809" y="356882"/>
                  </a:lnTo>
                  <a:lnTo>
                    <a:pt x="2215515" y="306006"/>
                  </a:lnTo>
                  <a:lnTo>
                    <a:pt x="2215515" y="6870"/>
                  </a:lnTo>
                  <a:close/>
                </a:path>
                <a:path w="3334385" h="874394">
                  <a:moveTo>
                    <a:pt x="2591905" y="437781"/>
                  </a:moveTo>
                  <a:lnTo>
                    <a:pt x="2565412" y="316611"/>
                  </a:lnTo>
                  <a:lnTo>
                    <a:pt x="2557551" y="284302"/>
                  </a:lnTo>
                  <a:lnTo>
                    <a:pt x="2545550" y="256667"/>
                  </a:lnTo>
                  <a:lnTo>
                    <a:pt x="2541803" y="252907"/>
                  </a:lnTo>
                  <a:lnTo>
                    <a:pt x="2524087" y="235115"/>
                  </a:lnTo>
                  <a:lnTo>
                    <a:pt x="2487866" y="221081"/>
                  </a:lnTo>
                  <a:lnTo>
                    <a:pt x="2487866" y="219849"/>
                  </a:lnTo>
                  <a:lnTo>
                    <a:pt x="2520238" y="209308"/>
                  </a:lnTo>
                  <a:lnTo>
                    <a:pt x="2532913" y="201091"/>
                  </a:lnTo>
                  <a:lnTo>
                    <a:pt x="2547823" y="191414"/>
                  </a:lnTo>
                  <a:lnTo>
                    <a:pt x="2567025" y="162737"/>
                  </a:lnTo>
                  <a:lnTo>
                    <a:pt x="2574226" y="119900"/>
                  </a:lnTo>
                  <a:lnTo>
                    <a:pt x="2567533" y="75780"/>
                  </a:lnTo>
                  <a:lnTo>
                    <a:pt x="2557437" y="58686"/>
                  </a:lnTo>
                  <a:lnTo>
                    <a:pt x="2548572" y="43700"/>
                  </a:lnTo>
                  <a:lnTo>
                    <a:pt x="2518956" y="22377"/>
                  </a:lnTo>
                  <a:lnTo>
                    <a:pt x="2499233" y="16344"/>
                  </a:lnTo>
                  <a:lnTo>
                    <a:pt x="2499233" y="128016"/>
                  </a:lnTo>
                  <a:lnTo>
                    <a:pt x="2491016" y="166306"/>
                  </a:lnTo>
                  <a:lnTo>
                    <a:pt x="2469502" y="188429"/>
                  </a:lnTo>
                  <a:lnTo>
                    <a:pt x="2439365" y="198628"/>
                  </a:lnTo>
                  <a:lnTo>
                    <a:pt x="2405278" y="201091"/>
                  </a:lnTo>
                  <a:lnTo>
                    <a:pt x="2376246" y="201091"/>
                  </a:lnTo>
                  <a:lnTo>
                    <a:pt x="2376246" y="58686"/>
                  </a:lnTo>
                  <a:lnTo>
                    <a:pt x="2434310" y="58686"/>
                  </a:lnTo>
                  <a:lnTo>
                    <a:pt x="2461996" y="63195"/>
                  </a:lnTo>
                  <a:lnTo>
                    <a:pt x="2482354" y="76492"/>
                  </a:lnTo>
                  <a:lnTo>
                    <a:pt x="2494927" y="98221"/>
                  </a:lnTo>
                  <a:lnTo>
                    <a:pt x="2499233" y="128016"/>
                  </a:lnTo>
                  <a:lnTo>
                    <a:pt x="2499233" y="16344"/>
                  </a:lnTo>
                  <a:lnTo>
                    <a:pt x="2480322" y="10541"/>
                  </a:lnTo>
                  <a:lnTo>
                    <a:pt x="2434310" y="6883"/>
                  </a:lnTo>
                  <a:lnTo>
                    <a:pt x="2302535" y="6883"/>
                  </a:lnTo>
                  <a:lnTo>
                    <a:pt x="2302535" y="437781"/>
                  </a:lnTo>
                  <a:lnTo>
                    <a:pt x="2376246" y="437781"/>
                  </a:lnTo>
                  <a:lnTo>
                    <a:pt x="2376246" y="252907"/>
                  </a:lnTo>
                  <a:lnTo>
                    <a:pt x="2405278" y="252907"/>
                  </a:lnTo>
                  <a:lnTo>
                    <a:pt x="2445893" y="257594"/>
                  </a:lnTo>
                  <a:lnTo>
                    <a:pt x="2485504" y="301409"/>
                  </a:lnTo>
                  <a:lnTo>
                    <a:pt x="2496693" y="344741"/>
                  </a:lnTo>
                  <a:lnTo>
                    <a:pt x="2516860" y="437781"/>
                  </a:lnTo>
                  <a:lnTo>
                    <a:pt x="2591905" y="437781"/>
                  </a:lnTo>
                  <a:close/>
                </a:path>
                <a:path w="3334385" h="874394">
                  <a:moveTo>
                    <a:pt x="2981515" y="6883"/>
                  </a:moveTo>
                  <a:lnTo>
                    <a:pt x="2914053" y="6883"/>
                  </a:lnTo>
                  <a:lnTo>
                    <a:pt x="2914053" y="324142"/>
                  </a:lnTo>
                  <a:lnTo>
                    <a:pt x="2912795" y="324142"/>
                  </a:lnTo>
                  <a:lnTo>
                    <a:pt x="2745092" y="6883"/>
                  </a:lnTo>
                  <a:lnTo>
                    <a:pt x="2654312" y="6883"/>
                  </a:lnTo>
                  <a:lnTo>
                    <a:pt x="2654312" y="437781"/>
                  </a:lnTo>
                  <a:lnTo>
                    <a:pt x="2721737" y="437781"/>
                  </a:lnTo>
                  <a:lnTo>
                    <a:pt x="2721737" y="104914"/>
                  </a:lnTo>
                  <a:lnTo>
                    <a:pt x="2723045" y="104914"/>
                  </a:lnTo>
                  <a:lnTo>
                    <a:pt x="2898876" y="437781"/>
                  </a:lnTo>
                  <a:lnTo>
                    <a:pt x="2981515" y="437781"/>
                  </a:lnTo>
                  <a:lnTo>
                    <a:pt x="2981515" y="6883"/>
                  </a:lnTo>
                  <a:close/>
                </a:path>
                <a:path w="3334385" h="874394">
                  <a:moveTo>
                    <a:pt x="3333877" y="382193"/>
                  </a:moveTo>
                  <a:lnTo>
                    <a:pt x="3148546" y="382193"/>
                  </a:lnTo>
                  <a:lnTo>
                    <a:pt x="3148546" y="242493"/>
                  </a:lnTo>
                  <a:lnTo>
                    <a:pt x="3319424" y="242493"/>
                  </a:lnTo>
                  <a:lnTo>
                    <a:pt x="3319424" y="186613"/>
                  </a:lnTo>
                  <a:lnTo>
                    <a:pt x="3148546" y="186613"/>
                  </a:lnTo>
                  <a:lnTo>
                    <a:pt x="3148546" y="62153"/>
                  </a:lnTo>
                  <a:lnTo>
                    <a:pt x="3328860" y="62153"/>
                  </a:lnTo>
                  <a:lnTo>
                    <a:pt x="3328860" y="6273"/>
                  </a:lnTo>
                  <a:lnTo>
                    <a:pt x="3074809" y="6273"/>
                  </a:lnTo>
                  <a:lnTo>
                    <a:pt x="3074809" y="62153"/>
                  </a:lnTo>
                  <a:lnTo>
                    <a:pt x="3074809" y="186613"/>
                  </a:lnTo>
                  <a:lnTo>
                    <a:pt x="3074809" y="242493"/>
                  </a:lnTo>
                  <a:lnTo>
                    <a:pt x="3074809" y="382193"/>
                  </a:lnTo>
                  <a:lnTo>
                    <a:pt x="3074809" y="438073"/>
                  </a:lnTo>
                  <a:lnTo>
                    <a:pt x="3333877" y="438073"/>
                  </a:lnTo>
                  <a:lnTo>
                    <a:pt x="3333877" y="382193"/>
                  </a:lnTo>
                  <a:close/>
                </a:path>
              </a:pathLst>
            </a:custGeom>
            <a:solidFill>
              <a:srgbClr val="E31837"/>
            </a:solidFill>
          </p:spPr>
          <p:txBody>
            <a:bodyPr wrap="square" lIns="0" tIns="0" rIns="0" bIns="0" rtlCol="0"/>
            <a:lstStyle/>
            <a:p>
              <a:endParaRPr sz="1013"/>
            </a:p>
          </p:txBody>
        </p:sp>
        <p:pic>
          <p:nvPicPr>
            <p:cNvPr id="36" name="object 7">
              <a:extLst>
                <a:ext uri="{FF2B5EF4-FFF2-40B4-BE49-F238E27FC236}">
                  <a16:creationId xmlns:a16="http://schemas.microsoft.com/office/drawing/2014/main" id="{6B328694-6CD4-85DB-E555-52983B9BC6CC}"/>
                </a:ext>
              </a:extLst>
            </p:cNvPr>
            <p:cNvPicPr/>
            <p:nvPr userDrawn="1"/>
          </p:nvPicPr>
          <p:blipFill>
            <a:blip r:embed="rId5" cstate="print"/>
            <a:stretch>
              <a:fillRect/>
            </a:stretch>
          </p:blipFill>
          <p:spPr>
            <a:xfrm>
              <a:off x="2599460" y="1767088"/>
              <a:ext cx="141367" cy="186182"/>
            </a:xfrm>
            <a:prstGeom prst="rect">
              <a:avLst/>
            </a:prstGeom>
          </p:spPr>
        </p:pic>
        <p:sp>
          <p:nvSpPr>
            <p:cNvPr id="37" name="object 8">
              <a:extLst>
                <a:ext uri="{FF2B5EF4-FFF2-40B4-BE49-F238E27FC236}">
                  <a16:creationId xmlns:a16="http://schemas.microsoft.com/office/drawing/2014/main" id="{24CAD459-E0DF-9B36-639D-E22E1216EBE1}"/>
                </a:ext>
              </a:extLst>
            </p:cNvPr>
            <p:cNvSpPr/>
            <p:nvPr userDrawn="1"/>
          </p:nvSpPr>
          <p:spPr>
            <a:xfrm>
              <a:off x="3440722" y="1766817"/>
              <a:ext cx="1375410" cy="187325"/>
            </a:xfrm>
            <a:custGeom>
              <a:avLst/>
              <a:gdLst/>
              <a:ahLst/>
              <a:cxnLst/>
              <a:rect l="l" t="t" r="r" b="b"/>
              <a:pathLst>
                <a:path w="1375410" h="187325">
                  <a:moveTo>
                    <a:pt x="126123" y="127"/>
                  </a:moveTo>
                  <a:lnTo>
                    <a:pt x="0" y="127"/>
                  </a:lnTo>
                  <a:lnTo>
                    <a:pt x="0" y="24257"/>
                  </a:lnTo>
                  <a:lnTo>
                    <a:pt x="47167" y="24257"/>
                  </a:lnTo>
                  <a:lnTo>
                    <a:pt x="47167" y="186817"/>
                  </a:lnTo>
                  <a:lnTo>
                    <a:pt x="78994" y="186817"/>
                  </a:lnTo>
                  <a:lnTo>
                    <a:pt x="78994" y="24257"/>
                  </a:lnTo>
                  <a:lnTo>
                    <a:pt x="126123" y="24257"/>
                  </a:lnTo>
                  <a:lnTo>
                    <a:pt x="126123" y="127"/>
                  </a:lnTo>
                  <a:close/>
                </a:path>
                <a:path w="1375410" h="187325">
                  <a:moveTo>
                    <a:pt x="1374952" y="0"/>
                  </a:moveTo>
                  <a:lnTo>
                    <a:pt x="1343139" y="0"/>
                  </a:lnTo>
                  <a:lnTo>
                    <a:pt x="1343139" y="77470"/>
                  </a:lnTo>
                  <a:lnTo>
                    <a:pt x="1275511" y="77470"/>
                  </a:lnTo>
                  <a:lnTo>
                    <a:pt x="1275511" y="0"/>
                  </a:lnTo>
                  <a:lnTo>
                    <a:pt x="1243660" y="0"/>
                  </a:lnTo>
                  <a:lnTo>
                    <a:pt x="1243660" y="77470"/>
                  </a:lnTo>
                  <a:lnTo>
                    <a:pt x="1243660" y="101600"/>
                  </a:lnTo>
                  <a:lnTo>
                    <a:pt x="1243660" y="186690"/>
                  </a:lnTo>
                  <a:lnTo>
                    <a:pt x="1275511" y="186690"/>
                  </a:lnTo>
                  <a:lnTo>
                    <a:pt x="1275511" y="101600"/>
                  </a:lnTo>
                  <a:lnTo>
                    <a:pt x="1343139" y="101600"/>
                  </a:lnTo>
                  <a:lnTo>
                    <a:pt x="1343139" y="186690"/>
                  </a:lnTo>
                  <a:lnTo>
                    <a:pt x="1374952" y="186690"/>
                  </a:lnTo>
                  <a:lnTo>
                    <a:pt x="1374952" y="101600"/>
                  </a:lnTo>
                  <a:lnTo>
                    <a:pt x="1374952" y="77470"/>
                  </a:lnTo>
                  <a:lnTo>
                    <a:pt x="1374952" y="0"/>
                  </a:lnTo>
                  <a:close/>
                </a:path>
              </a:pathLst>
            </a:custGeom>
            <a:solidFill>
              <a:srgbClr val="E31837"/>
            </a:solidFill>
          </p:spPr>
          <p:txBody>
            <a:bodyPr wrap="square" lIns="0" tIns="0" rIns="0" bIns="0" rtlCol="0"/>
            <a:lstStyle/>
            <a:p>
              <a:endParaRPr sz="1013"/>
            </a:p>
          </p:txBody>
        </p:sp>
        <p:pic>
          <p:nvPicPr>
            <p:cNvPr id="38" name="object 9">
              <a:extLst>
                <a:ext uri="{FF2B5EF4-FFF2-40B4-BE49-F238E27FC236}">
                  <a16:creationId xmlns:a16="http://schemas.microsoft.com/office/drawing/2014/main" id="{54536452-6336-125A-63AA-EF8CAC61F98E}"/>
                </a:ext>
              </a:extLst>
            </p:cNvPr>
            <p:cNvPicPr/>
            <p:nvPr userDrawn="1"/>
          </p:nvPicPr>
          <p:blipFill>
            <a:blip r:embed="rId6" cstate="print"/>
            <a:stretch>
              <a:fillRect/>
            </a:stretch>
          </p:blipFill>
          <p:spPr>
            <a:xfrm>
              <a:off x="4864229" y="1767088"/>
              <a:ext cx="141367" cy="186182"/>
            </a:xfrm>
            <a:prstGeom prst="rect">
              <a:avLst/>
            </a:prstGeom>
          </p:spPr>
        </p:pic>
        <p:pic>
          <p:nvPicPr>
            <p:cNvPr id="39" name="object 10">
              <a:extLst>
                <a:ext uri="{FF2B5EF4-FFF2-40B4-BE49-F238E27FC236}">
                  <a16:creationId xmlns:a16="http://schemas.microsoft.com/office/drawing/2014/main" id="{46EEBE56-3C69-E2AB-AE0B-1AA9DB14D68F}"/>
                </a:ext>
              </a:extLst>
            </p:cNvPr>
            <p:cNvPicPr/>
            <p:nvPr userDrawn="1"/>
          </p:nvPicPr>
          <p:blipFill>
            <a:blip r:embed="rId7" cstate="print"/>
            <a:stretch>
              <a:fillRect/>
            </a:stretch>
          </p:blipFill>
          <p:spPr>
            <a:xfrm>
              <a:off x="4516890" y="1764139"/>
              <a:ext cx="137252" cy="192119"/>
            </a:xfrm>
            <a:prstGeom prst="rect">
              <a:avLst/>
            </a:prstGeom>
          </p:spPr>
        </p:pic>
        <p:sp>
          <p:nvSpPr>
            <p:cNvPr id="40" name="object 11">
              <a:extLst>
                <a:ext uri="{FF2B5EF4-FFF2-40B4-BE49-F238E27FC236}">
                  <a16:creationId xmlns:a16="http://schemas.microsoft.com/office/drawing/2014/main" id="{26BD7887-0FC5-4329-889A-3C164B74E8AC}"/>
                </a:ext>
              </a:extLst>
            </p:cNvPr>
            <p:cNvSpPr/>
            <p:nvPr userDrawn="1"/>
          </p:nvSpPr>
          <p:spPr>
            <a:xfrm>
              <a:off x="4220705" y="1766944"/>
              <a:ext cx="126364"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sz="1013"/>
            </a:p>
          </p:txBody>
        </p:sp>
        <p:pic>
          <p:nvPicPr>
            <p:cNvPr id="41" name="object 12">
              <a:extLst>
                <a:ext uri="{FF2B5EF4-FFF2-40B4-BE49-F238E27FC236}">
                  <a16:creationId xmlns:a16="http://schemas.microsoft.com/office/drawing/2014/main" id="{B747E775-9BC1-19FD-7416-2538BA9D1297}"/>
                </a:ext>
              </a:extLst>
            </p:cNvPr>
            <p:cNvPicPr/>
            <p:nvPr userDrawn="1"/>
          </p:nvPicPr>
          <p:blipFill>
            <a:blip r:embed="rId8" cstate="print"/>
            <a:stretch>
              <a:fillRect/>
            </a:stretch>
          </p:blipFill>
          <p:spPr>
            <a:xfrm>
              <a:off x="5046193" y="1764136"/>
              <a:ext cx="152016" cy="192130"/>
            </a:xfrm>
            <a:prstGeom prst="rect">
              <a:avLst/>
            </a:prstGeom>
          </p:spPr>
        </p:pic>
        <p:sp>
          <p:nvSpPr>
            <p:cNvPr id="42" name="object 13">
              <a:extLst>
                <a:ext uri="{FF2B5EF4-FFF2-40B4-BE49-F238E27FC236}">
                  <a16:creationId xmlns:a16="http://schemas.microsoft.com/office/drawing/2014/main" id="{FC794EB0-8D97-4FC3-A4C9-EEB6E5E9D6E2}"/>
                </a:ext>
              </a:extLst>
            </p:cNvPr>
            <p:cNvSpPr/>
            <p:nvPr userDrawn="1"/>
          </p:nvSpPr>
          <p:spPr>
            <a:xfrm>
              <a:off x="4375201" y="1767223"/>
              <a:ext cx="11239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E31837"/>
            </a:solidFill>
          </p:spPr>
          <p:txBody>
            <a:bodyPr wrap="square" lIns="0" tIns="0" rIns="0" bIns="0" rtlCol="0"/>
            <a:lstStyle/>
            <a:p>
              <a:endParaRPr sz="1013"/>
            </a:p>
          </p:txBody>
        </p:sp>
        <p:pic>
          <p:nvPicPr>
            <p:cNvPr id="43" name="object 14">
              <a:extLst>
                <a:ext uri="{FF2B5EF4-FFF2-40B4-BE49-F238E27FC236}">
                  <a16:creationId xmlns:a16="http://schemas.microsoft.com/office/drawing/2014/main" id="{9D4A36C0-22C0-3B92-9062-17EFECC7D5BE}"/>
                </a:ext>
              </a:extLst>
            </p:cNvPr>
            <p:cNvPicPr/>
            <p:nvPr userDrawn="1"/>
          </p:nvPicPr>
          <p:blipFill>
            <a:blip r:embed="rId9" cstate="print"/>
            <a:stretch>
              <a:fillRect/>
            </a:stretch>
          </p:blipFill>
          <p:spPr>
            <a:xfrm>
              <a:off x="5539051" y="1764139"/>
              <a:ext cx="313532" cy="192119"/>
            </a:xfrm>
            <a:prstGeom prst="rect">
              <a:avLst/>
            </a:prstGeom>
          </p:spPr>
        </p:pic>
        <p:pic>
          <p:nvPicPr>
            <p:cNvPr id="44" name="object 15">
              <a:extLst>
                <a:ext uri="{FF2B5EF4-FFF2-40B4-BE49-F238E27FC236}">
                  <a16:creationId xmlns:a16="http://schemas.microsoft.com/office/drawing/2014/main" id="{03127218-CB3A-18B1-8710-71DF5FD13295}"/>
                </a:ext>
              </a:extLst>
            </p:cNvPr>
            <p:cNvPicPr/>
            <p:nvPr userDrawn="1"/>
          </p:nvPicPr>
          <p:blipFill>
            <a:blip r:embed="rId10" cstate="print"/>
            <a:stretch>
              <a:fillRect/>
            </a:stretch>
          </p:blipFill>
          <p:spPr>
            <a:xfrm>
              <a:off x="5239113" y="1764136"/>
              <a:ext cx="267220" cy="192130"/>
            </a:xfrm>
            <a:prstGeom prst="rect">
              <a:avLst/>
            </a:prstGeom>
          </p:spPr>
        </p:pic>
        <p:sp>
          <p:nvSpPr>
            <p:cNvPr id="45" name="object 16">
              <a:extLst>
                <a:ext uri="{FF2B5EF4-FFF2-40B4-BE49-F238E27FC236}">
                  <a16:creationId xmlns:a16="http://schemas.microsoft.com/office/drawing/2014/main" id="{D970208C-9D50-0ADD-2FB0-4A2E6E0AF5C6}"/>
                </a:ext>
              </a:extLst>
            </p:cNvPr>
            <p:cNvSpPr/>
            <p:nvPr userDrawn="1"/>
          </p:nvSpPr>
          <p:spPr>
            <a:xfrm>
              <a:off x="2778430" y="1764137"/>
              <a:ext cx="929005" cy="192405"/>
            </a:xfrm>
            <a:custGeom>
              <a:avLst/>
              <a:gdLst/>
              <a:ahLst/>
              <a:cxnLst/>
              <a:rect l="l" t="t" r="r" b="b"/>
              <a:pathLst>
                <a:path w="929004" h="192405">
                  <a:moveTo>
                    <a:pt x="124764" y="139230"/>
                  </a:moveTo>
                  <a:lnTo>
                    <a:pt x="110756" y="105498"/>
                  </a:lnTo>
                  <a:lnTo>
                    <a:pt x="79946" y="83553"/>
                  </a:lnTo>
                  <a:lnTo>
                    <a:pt x="49123" y="65963"/>
                  </a:lnTo>
                  <a:lnTo>
                    <a:pt x="35115" y="45300"/>
                  </a:lnTo>
                  <a:lnTo>
                    <a:pt x="37325" y="35001"/>
                  </a:lnTo>
                  <a:lnTo>
                    <a:pt x="43357" y="27863"/>
                  </a:lnTo>
                  <a:lnTo>
                    <a:pt x="52374" y="23710"/>
                  </a:lnTo>
                  <a:lnTo>
                    <a:pt x="63474" y="22364"/>
                  </a:lnTo>
                  <a:lnTo>
                    <a:pt x="77127" y="23533"/>
                  </a:lnTo>
                  <a:lnTo>
                    <a:pt x="89496" y="26479"/>
                  </a:lnTo>
                  <a:lnTo>
                    <a:pt x="100622" y="30327"/>
                  </a:lnTo>
                  <a:lnTo>
                    <a:pt x="110578" y="34226"/>
                  </a:lnTo>
                  <a:lnTo>
                    <a:pt x="110578" y="5118"/>
                  </a:lnTo>
                  <a:lnTo>
                    <a:pt x="103479" y="3759"/>
                  </a:lnTo>
                  <a:lnTo>
                    <a:pt x="92900" y="2057"/>
                  </a:lnTo>
                  <a:lnTo>
                    <a:pt x="79654" y="609"/>
                  </a:lnTo>
                  <a:lnTo>
                    <a:pt x="64579" y="0"/>
                  </a:lnTo>
                  <a:lnTo>
                    <a:pt x="39535" y="2844"/>
                  </a:lnTo>
                  <a:lnTo>
                    <a:pt x="18999" y="11569"/>
                  </a:lnTo>
                  <a:lnTo>
                    <a:pt x="5105" y="26517"/>
                  </a:lnTo>
                  <a:lnTo>
                    <a:pt x="0" y="48018"/>
                  </a:lnTo>
                  <a:lnTo>
                    <a:pt x="14008" y="79616"/>
                  </a:lnTo>
                  <a:lnTo>
                    <a:pt x="44831" y="100571"/>
                  </a:lnTo>
                  <a:lnTo>
                    <a:pt x="75653" y="119214"/>
                  </a:lnTo>
                  <a:lnTo>
                    <a:pt x="89662" y="143840"/>
                  </a:lnTo>
                  <a:lnTo>
                    <a:pt x="88023" y="153022"/>
                  </a:lnTo>
                  <a:lnTo>
                    <a:pt x="82562" y="161366"/>
                  </a:lnTo>
                  <a:lnTo>
                    <a:pt x="72402" y="167424"/>
                  </a:lnTo>
                  <a:lnTo>
                    <a:pt x="56667" y="169773"/>
                  </a:lnTo>
                  <a:lnTo>
                    <a:pt x="39916" y="167894"/>
                  </a:lnTo>
                  <a:lnTo>
                    <a:pt x="25400" y="163258"/>
                  </a:lnTo>
                  <a:lnTo>
                    <a:pt x="13246" y="157353"/>
                  </a:lnTo>
                  <a:lnTo>
                    <a:pt x="3581" y="151688"/>
                  </a:lnTo>
                  <a:lnTo>
                    <a:pt x="3581" y="184289"/>
                  </a:lnTo>
                  <a:lnTo>
                    <a:pt x="10680" y="186093"/>
                  </a:lnTo>
                  <a:lnTo>
                    <a:pt x="22606" y="188722"/>
                  </a:lnTo>
                  <a:lnTo>
                    <a:pt x="38011" y="191096"/>
                  </a:lnTo>
                  <a:lnTo>
                    <a:pt x="55562" y="192138"/>
                  </a:lnTo>
                  <a:lnTo>
                    <a:pt x="83616" y="188772"/>
                  </a:lnTo>
                  <a:lnTo>
                    <a:pt x="105486" y="178752"/>
                  </a:lnTo>
                  <a:lnTo>
                    <a:pt x="119697" y="162191"/>
                  </a:lnTo>
                  <a:lnTo>
                    <a:pt x="124764" y="139230"/>
                  </a:lnTo>
                  <a:close/>
                </a:path>
                <a:path w="929004" h="192405">
                  <a:moveTo>
                    <a:pt x="266407" y="2806"/>
                  </a:moveTo>
                  <a:lnTo>
                    <a:pt x="140322" y="2806"/>
                  </a:lnTo>
                  <a:lnTo>
                    <a:pt x="140322" y="26936"/>
                  </a:lnTo>
                  <a:lnTo>
                    <a:pt x="187452" y="26936"/>
                  </a:lnTo>
                  <a:lnTo>
                    <a:pt x="187452" y="189496"/>
                  </a:lnTo>
                  <a:lnTo>
                    <a:pt x="219303" y="189496"/>
                  </a:lnTo>
                  <a:lnTo>
                    <a:pt x="219303" y="26936"/>
                  </a:lnTo>
                  <a:lnTo>
                    <a:pt x="266407" y="26936"/>
                  </a:lnTo>
                  <a:lnTo>
                    <a:pt x="266407" y="2806"/>
                  </a:lnTo>
                  <a:close/>
                </a:path>
                <a:path w="929004" h="192405">
                  <a:moveTo>
                    <a:pt x="325831" y="2959"/>
                  </a:moveTo>
                  <a:lnTo>
                    <a:pt x="293979" y="2959"/>
                  </a:lnTo>
                  <a:lnTo>
                    <a:pt x="293979" y="189141"/>
                  </a:lnTo>
                  <a:lnTo>
                    <a:pt x="325831" y="189141"/>
                  </a:lnTo>
                  <a:lnTo>
                    <a:pt x="325831" y="2959"/>
                  </a:lnTo>
                  <a:close/>
                </a:path>
                <a:path w="929004" h="192405">
                  <a:moveTo>
                    <a:pt x="479475" y="2806"/>
                  </a:moveTo>
                  <a:lnTo>
                    <a:pt x="353390" y="2806"/>
                  </a:lnTo>
                  <a:lnTo>
                    <a:pt x="353390" y="26936"/>
                  </a:lnTo>
                  <a:lnTo>
                    <a:pt x="400481" y="26936"/>
                  </a:lnTo>
                  <a:lnTo>
                    <a:pt x="400481" y="189496"/>
                  </a:lnTo>
                  <a:lnTo>
                    <a:pt x="432333" y="189496"/>
                  </a:lnTo>
                  <a:lnTo>
                    <a:pt x="432333" y="26936"/>
                  </a:lnTo>
                  <a:lnTo>
                    <a:pt x="479475" y="26936"/>
                  </a:lnTo>
                  <a:lnTo>
                    <a:pt x="479475" y="2806"/>
                  </a:lnTo>
                  <a:close/>
                </a:path>
                <a:path w="929004" h="192405">
                  <a:moveTo>
                    <a:pt x="928725" y="165646"/>
                  </a:moveTo>
                  <a:lnTo>
                    <a:pt x="848601" y="165646"/>
                  </a:lnTo>
                  <a:lnTo>
                    <a:pt x="848601" y="104686"/>
                  </a:lnTo>
                  <a:lnTo>
                    <a:pt x="922464" y="104686"/>
                  </a:lnTo>
                  <a:lnTo>
                    <a:pt x="922464" y="80556"/>
                  </a:lnTo>
                  <a:lnTo>
                    <a:pt x="848601" y="80556"/>
                  </a:lnTo>
                  <a:lnTo>
                    <a:pt x="848601" y="27216"/>
                  </a:lnTo>
                  <a:lnTo>
                    <a:pt x="926528" y="27216"/>
                  </a:lnTo>
                  <a:lnTo>
                    <a:pt x="926528" y="3086"/>
                  </a:lnTo>
                  <a:lnTo>
                    <a:pt x="816749" y="3086"/>
                  </a:lnTo>
                  <a:lnTo>
                    <a:pt x="816749" y="27216"/>
                  </a:lnTo>
                  <a:lnTo>
                    <a:pt x="816749" y="80556"/>
                  </a:lnTo>
                  <a:lnTo>
                    <a:pt x="816749" y="104686"/>
                  </a:lnTo>
                  <a:lnTo>
                    <a:pt x="816749" y="165646"/>
                  </a:lnTo>
                  <a:lnTo>
                    <a:pt x="816749" y="189776"/>
                  </a:lnTo>
                  <a:lnTo>
                    <a:pt x="928725" y="189776"/>
                  </a:lnTo>
                  <a:lnTo>
                    <a:pt x="928725" y="165646"/>
                  </a:lnTo>
                  <a:close/>
                </a:path>
              </a:pathLst>
            </a:custGeom>
            <a:solidFill>
              <a:srgbClr val="E31837"/>
            </a:solidFill>
          </p:spPr>
          <p:txBody>
            <a:bodyPr wrap="square" lIns="0" tIns="0" rIns="0" bIns="0" rtlCol="0"/>
            <a:lstStyle/>
            <a:p>
              <a:endParaRPr sz="1013"/>
            </a:p>
          </p:txBody>
        </p:sp>
        <p:pic>
          <p:nvPicPr>
            <p:cNvPr id="46" name="object 17">
              <a:extLst>
                <a:ext uri="{FF2B5EF4-FFF2-40B4-BE49-F238E27FC236}">
                  <a16:creationId xmlns:a16="http://schemas.microsoft.com/office/drawing/2014/main" id="{5BC964EA-4E31-73E8-8A78-65302F44C288}"/>
                </a:ext>
              </a:extLst>
            </p:cNvPr>
            <p:cNvPicPr/>
            <p:nvPr userDrawn="1"/>
          </p:nvPicPr>
          <p:blipFill>
            <a:blip r:embed="rId11" cstate="print"/>
            <a:stretch>
              <a:fillRect/>
            </a:stretch>
          </p:blipFill>
          <p:spPr>
            <a:xfrm>
              <a:off x="3284086" y="1767088"/>
              <a:ext cx="130467" cy="189177"/>
            </a:xfrm>
            <a:prstGeom prst="rect">
              <a:avLst/>
            </a:prstGeom>
          </p:spPr>
        </p:pic>
        <p:sp>
          <p:nvSpPr>
            <p:cNvPr id="47" name="object 18">
              <a:extLst>
                <a:ext uri="{FF2B5EF4-FFF2-40B4-BE49-F238E27FC236}">
                  <a16:creationId xmlns:a16="http://schemas.microsoft.com/office/drawing/2014/main" id="{70D8A71D-326E-E07A-D7A8-5E13DB7DF757}"/>
                </a:ext>
              </a:extLst>
            </p:cNvPr>
            <p:cNvSpPr/>
            <p:nvPr userDrawn="1"/>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E31837"/>
            </a:solidFill>
          </p:spPr>
          <p:txBody>
            <a:bodyPr wrap="square" lIns="0" tIns="0" rIns="0" bIns="0" rtlCol="0"/>
            <a:lstStyle/>
            <a:p>
              <a:endParaRPr sz="1013"/>
            </a:p>
          </p:txBody>
        </p:sp>
        <p:pic>
          <p:nvPicPr>
            <p:cNvPr id="48" name="object 19">
              <a:extLst>
                <a:ext uri="{FF2B5EF4-FFF2-40B4-BE49-F238E27FC236}">
                  <a16:creationId xmlns:a16="http://schemas.microsoft.com/office/drawing/2014/main" id="{359AF733-51E9-5A89-073C-8EE2E1BA0399}"/>
                </a:ext>
              </a:extLst>
            </p:cNvPr>
            <p:cNvPicPr/>
            <p:nvPr userDrawn="1"/>
          </p:nvPicPr>
          <p:blipFill>
            <a:blip r:embed="rId12" cstate="print"/>
            <a:stretch>
              <a:fillRect/>
            </a:stretch>
          </p:blipFill>
          <p:spPr>
            <a:xfrm>
              <a:off x="3820237" y="1764136"/>
              <a:ext cx="151984" cy="192130"/>
            </a:xfrm>
            <a:prstGeom prst="rect">
              <a:avLst/>
            </a:prstGeom>
          </p:spPr>
        </p:pic>
        <p:sp>
          <p:nvSpPr>
            <p:cNvPr id="49" name="object 20">
              <a:extLst>
                <a:ext uri="{FF2B5EF4-FFF2-40B4-BE49-F238E27FC236}">
                  <a16:creationId xmlns:a16="http://schemas.microsoft.com/office/drawing/2014/main" id="{031D4199-8AED-5EEC-1B7A-FE2F983182F7}"/>
                </a:ext>
              </a:extLst>
            </p:cNvPr>
            <p:cNvSpPr/>
            <p:nvPr userDrawn="1"/>
          </p:nvSpPr>
          <p:spPr>
            <a:xfrm>
              <a:off x="2519912" y="1630913"/>
              <a:ext cx="3333115" cy="25400"/>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E31837"/>
            </a:solidFill>
          </p:spPr>
          <p:txBody>
            <a:bodyPr wrap="square" lIns="0" tIns="0" rIns="0" bIns="0" rtlCol="0"/>
            <a:lstStyle/>
            <a:p>
              <a:endParaRPr sz="1013"/>
            </a:p>
          </p:txBody>
        </p:sp>
        <p:pic>
          <p:nvPicPr>
            <p:cNvPr id="50" name="object 21">
              <a:extLst>
                <a:ext uri="{FF2B5EF4-FFF2-40B4-BE49-F238E27FC236}">
                  <a16:creationId xmlns:a16="http://schemas.microsoft.com/office/drawing/2014/main" id="{14EFB97D-2CBA-6156-D25E-ACE359FB705D}"/>
                </a:ext>
              </a:extLst>
            </p:cNvPr>
            <p:cNvPicPr/>
            <p:nvPr userDrawn="1"/>
          </p:nvPicPr>
          <p:blipFill>
            <a:blip r:embed="rId13" cstate="print"/>
            <a:stretch>
              <a:fillRect/>
            </a:stretch>
          </p:blipFill>
          <p:spPr>
            <a:xfrm>
              <a:off x="873663" y="691082"/>
              <a:ext cx="1476939" cy="1713220"/>
            </a:xfrm>
            <a:prstGeom prst="rect">
              <a:avLst/>
            </a:prstGeom>
          </p:spPr>
        </p:pic>
      </p:grpSp>
      <p:sp>
        <p:nvSpPr>
          <p:cNvPr id="55" name="bg object 16">
            <a:extLst>
              <a:ext uri="{FF2B5EF4-FFF2-40B4-BE49-F238E27FC236}">
                <a16:creationId xmlns:a16="http://schemas.microsoft.com/office/drawing/2014/main" id="{60A3B425-9739-5650-FBE0-446E20D51903}"/>
              </a:ext>
            </a:extLst>
          </p:cNvPr>
          <p:cNvSpPr/>
          <p:nvPr userDrawn="1"/>
        </p:nvSpPr>
        <p:spPr>
          <a:xfrm>
            <a:off x="0" y="10240532"/>
            <a:ext cx="15079663" cy="1068071"/>
          </a:xfrm>
          <a:custGeom>
            <a:avLst/>
            <a:gdLst/>
            <a:ahLst/>
            <a:cxnLst/>
            <a:rect l="l" t="t" r="r" b="b"/>
            <a:pathLst>
              <a:path w="20104100" h="1068070">
                <a:moveTo>
                  <a:pt x="20104099" y="0"/>
                </a:moveTo>
                <a:lnTo>
                  <a:pt x="0" y="0"/>
                </a:lnTo>
                <a:lnTo>
                  <a:pt x="0" y="1068030"/>
                </a:lnTo>
                <a:lnTo>
                  <a:pt x="20104099" y="1068030"/>
                </a:lnTo>
                <a:lnTo>
                  <a:pt x="20104099" y="0"/>
                </a:lnTo>
                <a:close/>
              </a:path>
            </a:pathLst>
          </a:custGeom>
          <a:solidFill>
            <a:srgbClr val="E41E35"/>
          </a:solidFill>
        </p:spPr>
        <p:txBody>
          <a:bodyPr wrap="square" lIns="0" tIns="0" rIns="0" bIns="0" rtlCol="0"/>
          <a:lstStyle/>
          <a:p>
            <a:endParaRPr sz="1013"/>
          </a:p>
        </p:txBody>
      </p:sp>
      <p:sp>
        <p:nvSpPr>
          <p:cNvPr id="53" name="object 25">
            <a:extLst>
              <a:ext uri="{FF2B5EF4-FFF2-40B4-BE49-F238E27FC236}">
                <a16:creationId xmlns:a16="http://schemas.microsoft.com/office/drawing/2014/main" id="{741453CF-5914-BABD-B4FA-2C45A596E6D6}"/>
              </a:ext>
            </a:extLst>
          </p:cNvPr>
          <p:cNvSpPr txBox="1"/>
          <p:nvPr userDrawn="1"/>
        </p:nvSpPr>
        <p:spPr>
          <a:xfrm>
            <a:off x="642355" y="10467660"/>
            <a:ext cx="2140016" cy="261996"/>
          </a:xfrm>
          <a:prstGeom prst="rect">
            <a:avLst/>
          </a:prstGeom>
        </p:spPr>
        <p:txBody>
          <a:bodyPr vert="horz" wrap="square" lIns="0" tIns="24292" rIns="0" bIns="0" rtlCol="0">
            <a:spAutoFit/>
          </a:bodyPr>
          <a:lstStyle/>
          <a:p>
            <a:pPr marL="7145">
              <a:lnSpc>
                <a:spcPct val="100000"/>
              </a:lnSpc>
              <a:spcBef>
                <a:spcPts val="192"/>
              </a:spcBef>
            </a:pPr>
            <a:r>
              <a:rPr sz="1490" b="1" spc="155" dirty="0">
                <a:solidFill>
                  <a:srgbClr val="FFFFFF"/>
                </a:solidFill>
                <a:latin typeface="Palatino Linotype"/>
                <a:cs typeface="Palatino Linotype"/>
              </a:rPr>
              <a:t>&gt;</a:t>
            </a:r>
            <a:r>
              <a:rPr sz="1490" b="1" spc="-68" dirty="0">
                <a:solidFill>
                  <a:srgbClr val="FFFFFF"/>
                </a:solidFill>
                <a:latin typeface="Palatino Linotype"/>
                <a:cs typeface="Palatino Linotype"/>
              </a:rPr>
              <a:t> </a:t>
            </a:r>
            <a:r>
              <a:rPr sz="1490" b="1" spc="-6" dirty="0">
                <a:solidFill>
                  <a:srgbClr val="FFFFFF"/>
                </a:solidFill>
                <a:latin typeface="Palatino Linotype"/>
                <a:cs typeface="Palatino Linotype"/>
              </a:rPr>
              <a:t>www.mit.edu.au</a:t>
            </a:r>
            <a:endParaRPr sz="1490" dirty="0">
              <a:latin typeface="Palatino Linotype"/>
              <a:cs typeface="Palatino Linotype"/>
            </a:endParaRPr>
          </a:p>
        </p:txBody>
      </p:sp>
      <p:sp>
        <p:nvSpPr>
          <p:cNvPr id="58" name="Text Placeholder 57">
            <a:extLst>
              <a:ext uri="{FF2B5EF4-FFF2-40B4-BE49-F238E27FC236}">
                <a16:creationId xmlns:a16="http://schemas.microsoft.com/office/drawing/2014/main" id="{A31AD4CA-FCF3-5106-3B69-A2C67C2768BA}"/>
              </a:ext>
            </a:extLst>
          </p:cNvPr>
          <p:cNvSpPr>
            <a:spLocks noGrp="1"/>
          </p:cNvSpPr>
          <p:nvPr>
            <p:ph type="body" sz="quarter" idx="10" hasCustomPrompt="1"/>
          </p:nvPr>
        </p:nvSpPr>
        <p:spPr>
          <a:xfrm>
            <a:off x="685662" y="5037864"/>
            <a:ext cx="7449646" cy="571567"/>
          </a:xfrm>
          <a:prstGeom prst="rect">
            <a:avLst/>
          </a:prstGeom>
        </p:spPr>
        <p:txBody>
          <a:bodyPr wrap="square" lIns="0" tIns="0" rIns="0" bIns="0">
            <a:spAutoFit/>
          </a:bodyPr>
          <a:lstStyle>
            <a:lvl1pPr>
              <a:defRPr sz="3714"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Sub heading</a:t>
            </a:r>
          </a:p>
        </p:txBody>
      </p:sp>
      <p:sp>
        <p:nvSpPr>
          <p:cNvPr id="59" name="Text Placeholder 57">
            <a:extLst>
              <a:ext uri="{FF2B5EF4-FFF2-40B4-BE49-F238E27FC236}">
                <a16:creationId xmlns:a16="http://schemas.microsoft.com/office/drawing/2014/main" id="{DE96F4EA-4BA6-B375-B65B-9FC43B9689CC}"/>
              </a:ext>
            </a:extLst>
          </p:cNvPr>
          <p:cNvSpPr>
            <a:spLocks noGrp="1"/>
          </p:cNvSpPr>
          <p:nvPr>
            <p:ph type="body" sz="quarter" idx="11" hasCustomPrompt="1"/>
          </p:nvPr>
        </p:nvSpPr>
        <p:spPr>
          <a:xfrm>
            <a:off x="685662" y="6416678"/>
            <a:ext cx="7449646" cy="1792157"/>
          </a:xfrm>
          <a:prstGeom prst="rect">
            <a:avLst/>
          </a:prstGeom>
        </p:spPr>
        <p:txBody>
          <a:bodyPr wrap="square" lIns="0" tIns="0" rIns="0" bIns="0">
            <a:spAutoFit/>
          </a:bodyPr>
          <a:lstStyle>
            <a:lvl1pPr>
              <a:lnSpc>
                <a:spcPct val="90000"/>
              </a:lnSpc>
              <a:defRPr sz="6470" b="1">
                <a:solidFill>
                  <a:srgbClr val="E31837"/>
                </a:solidFill>
                <a:latin typeface="Playfair Display"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Main title can</a:t>
            </a:r>
          </a:p>
          <a:p>
            <a:pPr lvl="0"/>
            <a:r>
              <a:rPr lang="en-US" dirty="0"/>
              <a:t>go in here</a:t>
            </a:r>
          </a:p>
        </p:txBody>
      </p:sp>
      <p:sp>
        <p:nvSpPr>
          <p:cNvPr id="4" name="object 24">
            <a:extLst>
              <a:ext uri="{FF2B5EF4-FFF2-40B4-BE49-F238E27FC236}">
                <a16:creationId xmlns:a16="http://schemas.microsoft.com/office/drawing/2014/main" id="{DBBB8701-F39E-A4A9-C5B8-526A53134FE0}"/>
              </a:ext>
            </a:extLst>
          </p:cNvPr>
          <p:cNvSpPr txBox="1"/>
          <p:nvPr userDrawn="1"/>
        </p:nvSpPr>
        <p:spPr>
          <a:xfrm>
            <a:off x="11872876" y="10566316"/>
            <a:ext cx="2839496" cy="416493"/>
          </a:xfrm>
          <a:prstGeom prst="rect">
            <a:avLst/>
          </a:prstGeom>
        </p:spPr>
        <p:txBody>
          <a:bodyPr vert="horz" wrap="none" lIns="0" tIns="1429" rIns="0" bIns="0" rtlCol="0" anchor="ctr">
            <a:spAutoFit/>
          </a:bodyPr>
          <a:lstStyle/>
          <a:p>
            <a:pPr marR="3572" algn="r">
              <a:lnSpc>
                <a:spcPct val="100000"/>
              </a:lnSpc>
              <a:spcBef>
                <a:spcPts val="11"/>
              </a:spcBef>
            </a:pPr>
            <a:r>
              <a:rPr sz="788" spc="-11" dirty="0">
                <a:solidFill>
                  <a:srgbClr val="FFFFFF"/>
                </a:solidFill>
                <a:latin typeface="Roboto" panose="02000000000000000000" pitchFamily="2" charset="0"/>
                <a:ea typeface="Roboto" panose="02000000000000000000" pitchFamily="2" charset="0"/>
                <a:cs typeface="Roboto" panose="02000000000000000000" pitchFamily="2" charset="0"/>
              </a:rPr>
              <a:t>CRICOS</a:t>
            </a:r>
            <a:r>
              <a:rPr sz="788" spc="3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Provider</a:t>
            </a:r>
            <a:r>
              <a:rPr sz="788" spc="3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Code</a:t>
            </a:r>
            <a:r>
              <a:rPr sz="788" spc="3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01545C</a:t>
            </a:r>
            <a:r>
              <a:rPr sz="788" spc="40"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spc="44" dirty="0">
                <a:solidFill>
                  <a:srgbClr val="FFFFFF"/>
                </a:solidFill>
                <a:latin typeface="Roboto" panose="02000000000000000000" pitchFamily="2" charset="0"/>
                <a:ea typeface="Roboto" panose="02000000000000000000" pitchFamily="2" charset="0"/>
                <a:cs typeface="Roboto" panose="02000000000000000000" pitchFamily="2" charset="0"/>
              </a:rPr>
              <a:t>and</a:t>
            </a:r>
            <a:r>
              <a:rPr sz="788" spc="3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03245K</a:t>
            </a:r>
            <a:r>
              <a:rPr sz="788" spc="3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spc="-14" dirty="0">
                <a:solidFill>
                  <a:srgbClr val="FFFFFF"/>
                </a:solidFill>
                <a:latin typeface="Roboto" panose="02000000000000000000" pitchFamily="2" charset="0"/>
                <a:ea typeface="Roboto" panose="02000000000000000000" pitchFamily="2" charset="0"/>
                <a:cs typeface="Roboto" panose="02000000000000000000" pitchFamily="2" charset="0"/>
              </a:rPr>
              <a:t>NSW</a:t>
            </a:r>
            <a:endParaRPr sz="788" dirty="0">
              <a:latin typeface="Roboto" panose="02000000000000000000" pitchFamily="2" charset="0"/>
              <a:ea typeface="Roboto" panose="02000000000000000000" pitchFamily="2" charset="0"/>
              <a:cs typeface="Roboto" panose="02000000000000000000" pitchFamily="2" charset="0"/>
            </a:endParaRPr>
          </a:p>
          <a:p>
            <a:pPr marR="3215" algn="r">
              <a:lnSpc>
                <a:spcPct val="100000"/>
              </a:lnSpc>
              <a:spcBef>
                <a:spcPts val="152"/>
              </a:spcBef>
            </a:pPr>
            <a:r>
              <a:rPr sz="788" dirty="0">
                <a:solidFill>
                  <a:srgbClr val="FFFFFF"/>
                </a:solidFill>
                <a:latin typeface="Roboto" panose="02000000000000000000" pitchFamily="2" charset="0"/>
                <a:ea typeface="Roboto" panose="02000000000000000000" pitchFamily="2" charset="0"/>
                <a:cs typeface="Roboto" panose="02000000000000000000" pitchFamily="2" charset="0"/>
              </a:rPr>
              <a:t>TEQSA</a:t>
            </a:r>
            <a:r>
              <a:rPr sz="788" spc="-6"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Provider</a:t>
            </a:r>
            <a:r>
              <a:rPr sz="788" spc="-6"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Code</a:t>
            </a:r>
            <a:r>
              <a:rPr sz="788" spc="-6"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spc="20" dirty="0">
                <a:solidFill>
                  <a:srgbClr val="FFFFFF"/>
                </a:solidFill>
                <a:latin typeface="Roboto" panose="02000000000000000000" pitchFamily="2" charset="0"/>
                <a:ea typeface="Roboto" panose="02000000000000000000" pitchFamily="2" charset="0"/>
                <a:cs typeface="Roboto" panose="02000000000000000000" pitchFamily="2" charset="0"/>
              </a:rPr>
              <a:t>12138</a:t>
            </a:r>
            <a:endParaRPr sz="788" dirty="0">
              <a:latin typeface="Roboto" panose="02000000000000000000" pitchFamily="2" charset="0"/>
              <a:ea typeface="Roboto" panose="02000000000000000000" pitchFamily="2" charset="0"/>
              <a:cs typeface="Roboto" panose="02000000000000000000" pitchFamily="2" charset="0"/>
            </a:endParaRPr>
          </a:p>
          <a:p>
            <a:pPr marL="7145" algn="r">
              <a:lnSpc>
                <a:spcPct val="100000"/>
              </a:lnSpc>
              <a:spcBef>
                <a:spcPts val="152"/>
              </a:spcBef>
            </a:pPr>
            <a:r>
              <a:rPr sz="788" spc="38" dirty="0">
                <a:solidFill>
                  <a:srgbClr val="FFFFFF"/>
                </a:solidFill>
                <a:latin typeface="Roboto" panose="02000000000000000000" pitchFamily="2" charset="0"/>
                <a:ea typeface="Roboto" panose="02000000000000000000" pitchFamily="2" charset="0"/>
                <a:cs typeface="Roboto" panose="02000000000000000000" pitchFamily="2" charset="0"/>
              </a:rPr>
              <a:t>©</a:t>
            </a:r>
            <a:r>
              <a:rPr sz="788" spc="5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spc="31" dirty="0">
                <a:solidFill>
                  <a:srgbClr val="FFFFFF"/>
                </a:solidFill>
                <a:latin typeface="Roboto" panose="02000000000000000000" pitchFamily="2" charset="0"/>
                <a:ea typeface="Roboto" panose="02000000000000000000" pitchFamily="2" charset="0"/>
                <a:cs typeface="Roboto" panose="02000000000000000000" pitchFamily="2" charset="0"/>
              </a:rPr>
              <a:t>2023</a:t>
            </a:r>
            <a:r>
              <a:rPr sz="788" spc="6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Melbourne</a:t>
            </a:r>
            <a:r>
              <a:rPr sz="788" spc="5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Institute</a:t>
            </a:r>
            <a:r>
              <a:rPr sz="788" spc="6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of</a:t>
            </a:r>
            <a:r>
              <a:rPr sz="788" spc="44"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Technology.</a:t>
            </a:r>
            <a:r>
              <a:rPr sz="788" spc="6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All</a:t>
            </a:r>
            <a:r>
              <a:rPr sz="788" spc="6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dirty="0">
                <a:solidFill>
                  <a:srgbClr val="FFFFFF"/>
                </a:solidFill>
                <a:latin typeface="Roboto" panose="02000000000000000000" pitchFamily="2" charset="0"/>
                <a:ea typeface="Roboto" panose="02000000000000000000" pitchFamily="2" charset="0"/>
                <a:cs typeface="Roboto" panose="02000000000000000000" pitchFamily="2" charset="0"/>
              </a:rPr>
              <a:t>rights</a:t>
            </a:r>
            <a:r>
              <a:rPr sz="788" spc="5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788" spc="-6" dirty="0">
                <a:solidFill>
                  <a:srgbClr val="FFFFFF"/>
                </a:solidFill>
                <a:latin typeface="Roboto" panose="02000000000000000000" pitchFamily="2" charset="0"/>
                <a:ea typeface="Roboto" panose="02000000000000000000" pitchFamily="2" charset="0"/>
                <a:cs typeface="Roboto" panose="02000000000000000000" pitchFamily="2" charset="0"/>
              </a:rPr>
              <a:t>reserved</a:t>
            </a:r>
            <a:endParaRPr sz="788"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504407055"/>
      </p:ext>
    </p:extLst>
  </p:cSld>
  <p:clrMapOvr>
    <a:masterClrMapping/>
  </p:clrMapOvr>
  <p:extLst>
    <p:ext uri="{DCECCB84-F9BA-43D5-87BE-67443E8EF086}">
      <p15:sldGuideLst xmlns:p15="http://schemas.microsoft.com/office/powerpoint/2012/main">
        <p15:guide id="1" orient="horz" pos="2672" userDrawn="1">
          <p15:clr>
            <a:srgbClr val="FBAE40"/>
          </p15:clr>
        </p15:guide>
        <p15:guide id="2" pos="475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3671264662"/>
              </p:ext>
            </p:extLst>
          </p:nvPr>
        </p:nvGraphicFramePr>
        <p:xfrm>
          <a:off x="1193" y="1592"/>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3" y="1592"/>
                        <a:ext cx="1191" cy="1588"/>
                      </a:xfrm>
                      <a:prstGeom prst="rect">
                        <a:avLst/>
                      </a:prstGeom>
                    </p:spPr>
                  </p:pic>
                </p:oleObj>
              </mc:Fallback>
            </mc:AlternateContent>
          </a:graphicData>
        </a:graphic>
      </p:graphicFrame>
      <p:sp>
        <p:nvSpPr>
          <p:cNvPr id="37" name="object 2">
            <a:extLst>
              <a:ext uri="{FF2B5EF4-FFF2-40B4-BE49-F238E27FC236}">
                <a16:creationId xmlns:a16="http://schemas.microsoft.com/office/drawing/2014/main" id="{AA7BE95D-6DCA-C163-5E8C-E1539A66F6C4}"/>
              </a:ext>
            </a:extLst>
          </p:cNvPr>
          <p:cNvSpPr/>
          <p:nvPr userDrawn="1"/>
        </p:nvSpPr>
        <p:spPr>
          <a:xfrm>
            <a:off x="13147001" y="4549672"/>
            <a:ext cx="1932825" cy="702946"/>
          </a:xfrm>
          <a:custGeom>
            <a:avLst/>
            <a:gdLst/>
            <a:ahLst/>
            <a:cxnLst/>
            <a:rect l="l" t="t" r="r" b="b"/>
            <a:pathLst>
              <a:path w="2576830" h="702945">
                <a:moveTo>
                  <a:pt x="2576602" y="0"/>
                </a:moveTo>
                <a:lnTo>
                  <a:pt x="0" y="0"/>
                </a:lnTo>
                <a:lnTo>
                  <a:pt x="0" y="702795"/>
                </a:lnTo>
                <a:lnTo>
                  <a:pt x="2576602" y="702795"/>
                </a:lnTo>
                <a:lnTo>
                  <a:pt x="2576602" y="0"/>
                </a:lnTo>
                <a:close/>
              </a:path>
            </a:pathLst>
          </a:custGeom>
          <a:solidFill>
            <a:srgbClr val="60C0C4"/>
          </a:solidFill>
        </p:spPr>
        <p:txBody>
          <a:bodyPr wrap="square" lIns="0" tIns="0" rIns="0" bIns="0" rtlCol="0"/>
          <a:lstStyle/>
          <a:p>
            <a:endParaRPr sz="1013"/>
          </a:p>
        </p:txBody>
      </p:sp>
      <p:sp>
        <p:nvSpPr>
          <p:cNvPr id="38" name="object 3">
            <a:extLst>
              <a:ext uri="{FF2B5EF4-FFF2-40B4-BE49-F238E27FC236}">
                <a16:creationId xmlns:a16="http://schemas.microsoft.com/office/drawing/2014/main" id="{A5890EEC-6B24-BE01-A55C-7F1626000B46}"/>
              </a:ext>
            </a:extLst>
          </p:cNvPr>
          <p:cNvSpPr/>
          <p:nvPr userDrawn="1"/>
        </p:nvSpPr>
        <p:spPr>
          <a:xfrm>
            <a:off x="13147001" y="3087265"/>
            <a:ext cx="1932825" cy="820419"/>
          </a:xfrm>
          <a:custGeom>
            <a:avLst/>
            <a:gdLst/>
            <a:ahLst/>
            <a:cxnLst/>
            <a:rect l="l" t="t" r="r" b="b"/>
            <a:pathLst>
              <a:path w="2576830" h="820420">
                <a:moveTo>
                  <a:pt x="2576602" y="0"/>
                </a:moveTo>
                <a:lnTo>
                  <a:pt x="0" y="0"/>
                </a:lnTo>
                <a:lnTo>
                  <a:pt x="0" y="819901"/>
                </a:lnTo>
                <a:lnTo>
                  <a:pt x="2576602" y="819901"/>
                </a:lnTo>
                <a:lnTo>
                  <a:pt x="2576602" y="0"/>
                </a:lnTo>
                <a:close/>
              </a:path>
            </a:pathLst>
          </a:custGeom>
          <a:solidFill>
            <a:srgbClr val="60C0C4"/>
          </a:solidFill>
        </p:spPr>
        <p:txBody>
          <a:bodyPr wrap="square" lIns="0" tIns="0" rIns="0" bIns="0" rtlCol="0"/>
          <a:lstStyle/>
          <a:p>
            <a:endParaRPr sz="1013"/>
          </a:p>
        </p:txBody>
      </p:sp>
      <p:sp>
        <p:nvSpPr>
          <p:cNvPr id="39" name="object 4">
            <a:extLst>
              <a:ext uri="{FF2B5EF4-FFF2-40B4-BE49-F238E27FC236}">
                <a16:creationId xmlns:a16="http://schemas.microsoft.com/office/drawing/2014/main" id="{B3AE07DF-EC48-CFB0-A004-C011BFACD612}"/>
              </a:ext>
            </a:extLst>
          </p:cNvPr>
          <p:cNvSpPr/>
          <p:nvPr userDrawn="1"/>
        </p:nvSpPr>
        <p:spPr>
          <a:xfrm>
            <a:off x="13147001" y="1640134"/>
            <a:ext cx="1932825" cy="972820"/>
          </a:xfrm>
          <a:custGeom>
            <a:avLst/>
            <a:gdLst/>
            <a:ahLst/>
            <a:cxnLst/>
            <a:rect l="l" t="t" r="r" b="b"/>
            <a:pathLst>
              <a:path w="2576830" h="972819">
                <a:moveTo>
                  <a:pt x="2576602" y="0"/>
                </a:moveTo>
                <a:lnTo>
                  <a:pt x="0" y="0"/>
                </a:lnTo>
                <a:lnTo>
                  <a:pt x="0" y="972630"/>
                </a:lnTo>
                <a:lnTo>
                  <a:pt x="2576602" y="972630"/>
                </a:lnTo>
                <a:lnTo>
                  <a:pt x="2576602" y="0"/>
                </a:lnTo>
                <a:close/>
              </a:path>
            </a:pathLst>
          </a:custGeom>
          <a:solidFill>
            <a:srgbClr val="60C0C4"/>
          </a:solidFill>
        </p:spPr>
        <p:txBody>
          <a:bodyPr wrap="square" lIns="0" tIns="0" rIns="0" bIns="0" rtlCol="0"/>
          <a:lstStyle/>
          <a:p>
            <a:endParaRPr sz="1013"/>
          </a:p>
        </p:txBody>
      </p:sp>
      <p:sp>
        <p:nvSpPr>
          <p:cNvPr id="40" name="object 5">
            <a:extLst>
              <a:ext uri="{FF2B5EF4-FFF2-40B4-BE49-F238E27FC236}">
                <a16:creationId xmlns:a16="http://schemas.microsoft.com/office/drawing/2014/main" id="{63788526-9F5C-2314-48CD-9B553257D233}"/>
              </a:ext>
            </a:extLst>
          </p:cNvPr>
          <p:cNvSpPr/>
          <p:nvPr userDrawn="1"/>
        </p:nvSpPr>
        <p:spPr>
          <a:xfrm>
            <a:off x="13147002" y="4"/>
            <a:ext cx="1932825" cy="1228725"/>
          </a:xfrm>
          <a:custGeom>
            <a:avLst/>
            <a:gdLst/>
            <a:ahLst/>
            <a:cxnLst/>
            <a:rect l="l" t="t" r="r" b="b"/>
            <a:pathLst>
              <a:path w="2576830" h="1228725">
                <a:moveTo>
                  <a:pt x="2576602" y="0"/>
                </a:moveTo>
                <a:lnTo>
                  <a:pt x="0" y="0"/>
                </a:lnTo>
                <a:lnTo>
                  <a:pt x="0" y="1216392"/>
                </a:lnTo>
                <a:lnTo>
                  <a:pt x="2576602" y="1228255"/>
                </a:lnTo>
                <a:lnTo>
                  <a:pt x="2576602" y="0"/>
                </a:lnTo>
                <a:close/>
              </a:path>
            </a:pathLst>
          </a:custGeom>
          <a:solidFill>
            <a:srgbClr val="60C0C4"/>
          </a:solidFill>
        </p:spPr>
        <p:txBody>
          <a:bodyPr wrap="square" lIns="0" tIns="0" rIns="0" bIns="0" rtlCol="0"/>
          <a:lstStyle/>
          <a:p>
            <a:endParaRPr sz="1013"/>
          </a:p>
        </p:txBody>
      </p:sp>
      <p:sp>
        <p:nvSpPr>
          <p:cNvPr id="41" name="object 6">
            <a:extLst>
              <a:ext uri="{FF2B5EF4-FFF2-40B4-BE49-F238E27FC236}">
                <a16:creationId xmlns:a16="http://schemas.microsoft.com/office/drawing/2014/main" id="{63465EA9-DC73-3492-AC25-0D82B7122439}"/>
              </a:ext>
            </a:extLst>
          </p:cNvPr>
          <p:cNvSpPr/>
          <p:nvPr userDrawn="1"/>
        </p:nvSpPr>
        <p:spPr>
          <a:xfrm>
            <a:off x="11294046" y="3778903"/>
            <a:ext cx="1853283" cy="1122681"/>
          </a:xfrm>
          <a:custGeom>
            <a:avLst/>
            <a:gdLst/>
            <a:ahLst/>
            <a:cxnLst/>
            <a:rect l="l" t="t" r="r" b="b"/>
            <a:pathLst>
              <a:path w="2470784" h="1122679">
                <a:moveTo>
                  <a:pt x="2470354" y="0"/>
                </a:moveTo>
                <a:lnTo>
                  <a:pt x="0" y="0"/>
                </a:lnTo>
                <a:lnTo>
                  <a:pt x="0" y="1122164"/>
                </a:lnTo>
                <a:lnTo>
                  <a:pt x="2470354" y="1122164"/>
                </a:lnTo>
                <a:lnTo>
                  <a:pt x="2470354" y="0"/>
                </a:lnTo>
                <a:close/>
              </a:path>
            </a:pathLst>
          </a:custGeom>
          <a:solidFill>
            <a:srgbClr val="60C0C4"/>
          </a:solidFill>
        </p:spPr>
        <p:txBody>
          <a:bodyPr wrap="square" lIns="0" tIns="0" rIns="0" bIns="0" rtlCol="0"/>
          <a:lstStyle/>
          <a:p>
            <a:endParaRPr sz="1013"/>
          </a:p>
        </p:txBody>
      </p:sp>
      <p:sp>
        <p:nvSpPr>
          <p:cNvPr id="42" name="object 7">
            <a:extLst>
              <a:ext uri="{FF2B5EF4-FFF2-40B4-BE49-F238E27FC236}">
                <a16:creationId xmlns:a16="http://schemas.microsoft.com/office/drawing/2014/main" id="{B81521D3-E3A5-4348-6B51-7DCBB6423D26}"/>
              </a:ext>
            </a:extLst>
          </p:cNvPr>
          <p:cNvSpPr/>
          <p:nvPr userDrawn="1"/>
        </p:nvSpPr>
        <p:spPr>
          <a:xfrm>
            <a:off x="11294046" y="2341148"/>
            <a:ext cx="1853283" cy="1003935"/>
          </a:xfrm>
          <a:custGeom>
            <a:avLst/>
            <a:gdLst/>
            <a:ahLst/>
            <a:cxnLst/>
            <a:rect l="l" t="t" r="r" b="b"/>
            <a:pathLst>
              <a:path w="2470784" h="1003935">
                <a:moveTo>
                  <a:pt x="2470354" y="0"/>
                </a:moveTo>
                <a:lnTo>
                  <a:pt x="0" y="0"/>
                </a:lnTo>
                <a:lnTo>
                  <a:pt x="0" y="1003445"/>
                </a:lnTo>
                <a:lnTo>
                  <a:pt x="2470354" y="1003445"/>
                </a:lnTo>
                <a:lnTo>
                  <a:pt x="2470354" y="0"/>
                </a:lnTo>
                <a:close/>
              </a:path>
            </a:pathLst>
          </a:custGeom>
          <a:solidFill>
            <a:srgbClr val="60C0C4"/>
          </a:solidFill>
        </p:spPr>
        <p:txBody>
          <a:bodyPr wrap="square" lIns="0" tIns="0" rIns="0" bIns="0" rtlCol="0"/>
          <a:lstStyle/>
          <a:p>
            <a:endParaRPr sz="1013"/>
          </a:p>
        </p:txBody>
      </p:sp>
      <p:sp>
        <p:nvSpPr>
          <p:cNvPr id="43" name="object 8">
            <a:extLst>
              <a:ext uri="{FF2B5EF4-FFF2-40B4-BE49-F238E27FC236}">
                <a16:creationId xmlns:a16="http://schemas.microsoft.com/office/drawing/2014/main" id="{4881C597-906C-1CFD-F885-1535C4F4B330}"/>
              </a:ext>
            </a:extLst>
          </p:cNvPr>
          <p:cNvSpPr/>
          <p:nvPr userDrawn="1"/>
        </p:nvSpPr>
        <p:spPr>
          <a:xfrm>
            <a:off x="11294046" y="872070"/>
            <a:ext cx="1853283" cy="886461"/>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rgbClr val="DB002E"/>
          </a:solidFill>
        </p:spPr>
        <p:txBody>
          <a:bodyPr wrap="square" lIns="0" tIns="0" rIns="0" bIns="0" rtlCol="0"/>
          <a:lstStyle/>
          <a:p>
            <a:endParaRPr sz="1013"/>
          </a:p>
        </p:txBody>
      </p:sp>
      <p:sp>
        <p:nvSpPr>
          <p:cNvPr id="44" name="object 9">
            <a:extLst>
              <a:ext uri="{FF2B5EF4-FFF2-40B4-BE49-F238E27FC236}">
                <a16:creationId xmlns:a16="http://schemas.microsoft.com/office/drawing/2014/main" id="{A8034A52-1F4B-EA27-E8D0-11073050292F}"/>
              </a:ext>
            </a:extLst>
          </p:cNvPr>
          <p:cNvSpPr/>
          <p:nvPr userDrawn="1"/>
        </p:nvSpPr>
        <p:spPr>
          <a:xfrm>
            <a:off x="2768410" y="1079110"/>
            <a:ext cx="504878" cy="445136"/>
          </a:xfrm>
          <a:custGeom>
            <a:avLst/>
            <a:gdLst/>
            <a:ahLst/>
            <a:cxnLst/>
            <a:rect l="l" t="t" r="r" b="b"/>
            <a:pathLst>
              <a:path w="673100" h="445134">
                <a:moveTo>
                  <a:pt x="278650" y="318503"/>
                </a:moveTo>
                <a:lnTo>
                  <a:pt x="269214" y="267081"/>
                </a:lnTo>
                <a:lnTo>
                  <a:pt x="246316" y="235445"/>
                </a:lnTo>
                <a:lnTo>
                  <a:pt x="245643" y="234505"/>
                </a:lnTo>
                <a:lnTo>
                  <a:pt x="215087" y="216458"/>
                </a:lnTo>
                <a:lnTo>
                  <a:pt x="203619" y="213499"/>
                </a:lnTo>
                <a:lnTo>
                  <a:pt x="203619" y="312254"/>
                </a:lnTo>
                <a:lnTo>
                  <a:pt x="194703" y="350901"/>
                </a:lnTo>
                <a:lnTo>
                  <a:pt x="171475" y="373227"/>
                </a:lnTo>
                <a:lnTo>
                  <a:pt x="139255" y="383489"/>
                </a:lnTo>
                <a:lnTo>
                  <a:pt x="103365" y="385965"/>
                </a:lnTo>
                <a:lnTo>
                  <a:pt x="73736" y="385965"/>
                </a:lnTo>
                <a:lnTo>
                  <a:pt x="73736" y="235445"/>
                </a:lnTo>
                <a:lnTo>
                  <a:pt x="103365" y="235445"/>
                </a:lnTo>
                <a:lnTo>
                  <a:pt x="144830" y="239458"/>
                </a:lnTo>
                <a:lnTo>
                  <a:pt x="176428" y="252539"/>
                </a:lnTo>
                <a:lnTo>
                  <a:pt x="196557" y="276275"/>
                </a:lnTo>
                <a:lnTo>
                  <a:pt x="203619" y="312254"/>
                </a:lnTo>
                <a:lnTo>
                  <a:pt x="203619" y="213499"/>
                </a:lnTo>
                <a:lnTo>
                  <a:pt x="184696" y="208584"/>
                </a:lnTo>
                <a:lnTo>
                  <a:pt x="184696" y="207352"/>
                </a:lnTo>
                <a:lnTo>
                  <a:pt x="206679" y="197434"/>
                </a:lnTo>
                <a:lnTo>
                  <a:pt x="225704" y="183591"/>
                </a:lnTo>
                <a:lnTo>
                  <a:pt x="230428" y="180162"/>
                </a:lnTo>
                <a:lnTo>
                  <a:pt x="249440" y="151638"/>
                </a:lnTo>
                <a:lnTo>
                  <a:pt x="257225" y="108026"/>
                </a:lnTo>
                <a:lnTo>
                  <a:pt x="245364" y="58699"/>
                </a:lnTo>
                <a:lnTo>
                  <a:pt x="244563" y="55346"/>
                </a:lnTo>
                <a:lnTo>
                  <a:pt x="213169" y="24676"/>
                </a:lnTo>
                <a:lnTo>
                  <a:pt x="182194" y="13690"/>
                </a:lnTo>
                <a:lnTo>
                  <a:pt x="182194" y="120523"/>
                </a:lnTo>
                <a:lnTo>
                  <a:pt x="176174" y="153822"/>
                </a:lnTo>
                <a:lnTo>
                  <a:pt x="159575" y="172897"/>
                </a:lnTo>
                <a:lnTo>
                  <a:pt x="134569" y="181546"/>
                </a:lnTo>
                <a:lnTo>
                  <a:pt x="103365" y="183591"/>
                </a:lnTo>
                <a:lnTo>
                  <a:pt x="73736" y="183591"/>
                </a:lnTo>
                <a:lnTo>
                  <a:pt x="73736" y="58699"/>
                </a:lnTo>
                <a:lnTo>
                  <a:pt x="103365" y="58699"/>
                </a:lnTo>
                <a:lnTo>
                  <a:pt x="135369" y="60794"/>
                </a:lnTo>
                <a:lnTo>
                  <a:pt x="160274" y="69456"/>
                </a:lnTo>
                <a:lnTo>
                  <a:pt x="176428" y="88201"/>
                </a:lnTo>
                <a:lnTo>
                  <a:pt x="182194" y="120523"/>
                </a:lnTo>
                <a:lnTo>
                  <a:pt x="182194" y="13690"/>
                </a:lnTo>
                <a:lnTo>
                  <a:pt x="172910" y="10388"/>
                </a:lnTo>
                <a:lnTo>
                  <a:pt x="133642" y="6870"/>
                </a:lnTo>
                <a:lnTo>
                  <a:pt x="0" y="6870"/>
                </a:lnTo>
                <a:lnTo>
                  <a:pt x="0" y="437781"/>
                </a:lnTo>
                <a:lnTo>
                  <a:pt x="133642" y="437781"/>
                </a:lnTo>
                <a:lnTo>
                  <a:pt x="172935" y="435571"/>
                </a:lnTo>
                <a:lnTo>
                  <a:pt x="211924" y="426364"/>
                </a:lnTo>
                <a:lnTo>
                  <a:pt x="245770" y="406349"/>
                </a:lnTo>
                <a:lnTo>
                  <a:pt x="269633" y="371678"/>
                </a:lnTo>
                <a:lnTo>
                  <a:pt x="278650" y="318503"/>
                </a:lnTo>
                <a:close/>
              </a:path>
              <a:path w="673100" h="445134">
                <a:moveTo>
                  <a:pt x="672668" y="222326"/>
                </a:moveTo>
                <a:lnTo>
                  <a:pt x="670039" y="170484"/>
                </a:lnTo>
                <a:lnTo>
                  <a:pt x="661504" y="123355"/>
                </a:lnTo>
                <a:lnTo>
                  <a:pt x="646112" y="82130"/>
                </a:lnTo>
                <a:lnTo>
                  <a:pt x="625513" y="51828"/>
                </a:lnTo>
                <a:lnTo>
                  <a:pt x="622909" y="47980"/>
                </a:lnTo>
                <a:lnTo>
                  <a:pt x="591324" y="22453"/>
                </a:lnTo>
                <a:lnTo>
                  <a:pt x="591324" y="222326"/>
                </a:lnTo>
                <a:lnTo>
                  <a:pt x="588632" y="275310"/>
                </a:lnTo>
                <a:lnTo>
                  <a:pt x="579462" y="321995"/>
                </a:lnTo>
                <a:lnTo>
                  <a:pt x="562190" y="359244"/>
                </a:lnTo>
                <a:lnTo>
                  <a:pt x="535165" y="383908"/>
                </a:lnTo>
                <a:lnTo>
                  <a:pt x="496785" y="392823"/>
                </a:lnTo>
                <a:lnTo>
                  <a:pt x="458127" y="383908"/>
                </a:lnTo>
                <a:lnTo>
                  <a:pt x="431076" y="359244"/>
                </a:lnTo>
                <a:lnTo>
                  <a:pt x="413880" y="321995"/>
                </a:lnTo>
                <a:lnTo>
                  <a:pt x="404825" y="275310"/>
                </a:lnTo>
                <a:lnTo>
                  <a:pt x="402196" y="222326"/>
                </a:lnTo>
                <a:lnTo>
                  <a:pt x="404825" y="169341"/>
                </a:lnTo>
                <a:lnTo>
                  <a:pt x="413880" y="122656"/>
                </a:lnTo>
                <a:lnTo>
                  <a:pt x="431076" y="85407"/>
                </a:lnTo>
                <a:lnTo>
                  <a:pt x="458127" y="60744"/>
                </a:lnTo>
                <a:lnTo>
                  <a:pt x="496785" y="51828"/>
                </a:lnTo>
                <a:lnTo>
                  <a:pt x="535165" y="60744"/>
                </a:lnTo>
                <a:lnTo>
                  <a:pt x="562190" y="85407"/>
                </a:lnTo>
                <a:lnTo>
                  <a:pt x="579462" y="122656"/>
                </a:lnTo>
                <a:lnTo>
                  <a:pt x="588632" y="169341"/>
                </a:lnTo>
                <a:lnTo>
                  <a:pt x="591324" y="222326"/>
                </a:lnTo>
                <a:lnTo>
                  <a:pt x="591324" y="22453"/>
                </a:lnTo>
                <a:lnTo>
                  <a:pt x="590918" y="22123"/>
                </a:lnTo>
                <a:lnTo>
                  <a:pt x="549198" y="5727"/>
                </a:lnTo>
                <a:lnTo>
                  <a:pt x="496785" y="0"/>
                </a:lnTo>
                <a:lnTo>
                  <a:pt x="444169" y="5727"/>
                </a:lnTo>
                <a:lnTo>
                  <a:pt x="402361" y="22123"/>
                </a:lnTo>
                <a:lnTo>
                  <a:pt x="370382" y="47980"/>
                </a:lnTo>
                <a:lnTo>
                  <a:pt x="347230" y="82130"/>
                </a:lnTo>
                <a:lnTo>
                  <a:pt x="331914" y="123355"/>
                </a:lnTo>
                <a:lnTo>
                  <a:pt x="323456" y="170484"/>
                </a:lnTo>
                <a:lnTo>
                  <a:pt x="320865" y="222326"/>
                </a:lnTo>
                <a:lnTo>
                  <a:pt x="323456" y="274167"/>
                </a:lnTo>
                <a:lnTo>
                  <a:pt x="331914" y="321297"/>
                </a:lnTo>
                <a:lnTo>
                  <a:pt x="347230" y="362521"/>
                </a:lnTo>
                <a:lnTo>
                  <a:pt x="370382" y="396671"/>
                </a:lnTo>
                <a:lnTo>
                  <a:pt x="402361" y="422529"/>
                </a:lnTo>
                <a:lnTo>
                  <a:pt x="444169" y="438924"/>
                </a:lnTo>
                <a:lnTo>
                  <a:pt x="496785" y="444652"/>
                </a:lnTo>
                <a:lnTo>
                  <a:pt x="549198" y="438924"/>
                </a:lnTo>
                <a:lnTo>
                  <a:pt x="590918" y="422529"/>
                </a:lnTo>
                <a:lnTo>
                  <a:pt x="622909" y="396671"/>
                </a:lnTo>
                <a:lnTo>
                  <a:pt x="625513" y="392823"/>
                </a:lnTo>
                <a:lnTo>
                  <a:pt x="646112" y="362521"/>
                </a:lnTo>
                <a:lnTo>
                  <a:pt x="661504" y="321297"/>
                </a:lnTo>
                <a:lnTo>
                  <a:pt x="670039" y="274167"/>
                </a:lnTo>
                <a:lnTo>
                  <a:pt x="672668" y="222326"/>
                </a:lnTo>
                <a:close/>
              </a:path>
            </a:pathLst>
          </a:custGeom>
          <a:solidFill>
            <a:srgbClr val="E31837"/>
          </a:solidFill>
        </p:spPr>
        <p:txBody>
          <a:bodyPr wrap="square" lIns="0" tIns="0" rIns="0" bIns="0" rtlCol="0"/>
          <a:lstStyle/>
          <a:p>
            <a:endParaRPr sz="1013"/>
          </a:p>
        </p:txBody>
      </p:sp>
      <p:sp>
        <p:nvSpPr>
          <p:cNvPr id="45" name="object 10">
            <a:extLst>
              <a:ext uri="{FF2B5EF4-FFF2-40B4-BE49-F238E27FC236}">
                <a16:creationId xmlns:a16="http://schemas.microsoft.com/office/drawing/2014/main" id="{C6B02596-B104-E63F-3F32-82A2881CDEDC}"/>
              </a:ext>
            </a:extLst>
          </p:cNvPr>
          <p:cNvSpPr/>
          <p:nvPr userDrawn="1"/>
        </p:nvSpPr>
        <p:spPr>
          <a:xfrm>
            <a:off x="1892175" y="1085991"/>
            <a:ext cx="333886" cy="431165"/>
          </a:xfrm>
          <a:custGeom>
            <a:avLst/>
            <a:gdLst/>
            <a:ahLst/>
            <a:cxnLst/>
            <a:rect l="l" t="t" r="r" b="b"/>
            <a:pathLst>
              <a:path w="445135" h="431165">
                <a:moveTo>
                  <a:pt x="445064" y="0"/>
                </a:moveTo>
                <a:lnTo>
                  <a:pt x="344837" y="0"/>
                </a:lnTo>
                <a:lnTo>
                  <a:pt x="223176" y="344115"/>
                </a:lnTo>
                <a:lnTo>
                  <a:pt x="221888" y="344115"/>
                </a:lnTo>
                <a:lnTo>
                  <a:pt x="100855" y="0"/>
                </a:lnTo>
                <a:lnTo>
                  <a:pt x="0" y="0"/>
                </a:lnTo>
                <a:lnTo>
                  <a:pt x="0" y="430897"/>
                </a:lnTo>
                <a:lnTo>
                  <a:pt x="67432" y="430897"/>
                </a:lnTo>
                <a:lnTo>
                  <a:pt x="67432" y="91169"/>
                </a:lnTo>
                <a:lnTo>
                  <a:pt x="68720" y="91169"/>
                </a:lnTo>
                <a:lnTo>
                  <a:pt x="188507" y="430897"/>
                </a:lnTo>
                <a:lnTo>
                  <a:pt x="256557" y="430897"/>
                </a:lnTo>
                <a:lnTo>
                  <a:pt x="376375" y="91169"/>
                </a:lnTo>
                <a:lnTo>
                  <a:pt x="377632" y="91169"/>
                </a:lnTo>
                <a:lnTo>
                  <a:pt x="377632" y="430897"/>
                </a:lnTo>
                <a:lnTo>
                  <a:pt x="445064" y="430897"/>
                </a:lnTo>
                <a:lnTo>
                  <a:pt x="445064" y="0"/>
                </a:lnTo>
                <a:close/>
              </a:path>
            </a:pathLst>
          </a:custGeom>
          <a:solidFill>
            <a:srgbClr val="E31837"/>
          </a:solidFill>
        </p:spPr>
        <p:txBody>
          <a:bodyPr wrap="square" lIns="0" tIns="0" rIns="0" bIns="0" rtlCol="0"/>
          <a:lstStyle/>
          <a:p>
            <a:endParaRPr sz="1013"/>
          </a:p>
        </p:txBody>
      </p:sp>
      <p:sp>
        <p:nvSpPr>
          <p:cNvPr id="46" name="object 11">
            <a:extLst>
              <a:ext uri="{FF2B5EF4-FFF2-40B4-BE49-F238E27FC236}">
                <a16:creationId xmlns:a16="http://schemas.microsoft.com/office/drawing/2014/main" id="{F77CF4D1-F51F-B9D1-81B9-E5745ED2672D}"/>
              </a:ext>
            </a:extLst>
          </p:cNvPr>
          <p:cNvSpPr/>
          <p:nvPr userDrawn="1"/>
        </p:nvSpPr>
        <p:spPr>
          <a:xfrm>
            <a:off x="2541434" y="1085386"/>
            <a:ext cx="183851" cy="431800"/>
          </a:xfrm>
          <a:custGeom>
            <a:avLst/>
            <a:gdLst/>
            <a:ahLst/>
            <a:cxnLst/>
            <a:rect l="l" t="t" r="r" b="b"/>
            <a:pathLst>
              <a:path w="245110" h="431800">
                <a:moveTo>
                  <a:pt x="244614" y="375920"/>
                </a:moveTo>
                <a:lnTo>
                  <a:pt x="73736" y="375920"/>
                </a:lnTo>
                <a:lnTo>
                  <a:pt x="73736" y="0"/>
                </a:lnTo>
                <a:lnTo>
                  <a:pt x="0" y="0"/>
                </a:lnTo>
                <a:lnTo>
                  <a:pt x="0" y="375920"/>
                </a:lnTo>
                <a:lnTo>
                  <a:pt x="0" y="431800"/>
                </a:lnTo>
                <a:lnTo>
                  <a:pt x="244614" y="431800"/>
                </a:lnTo>
                <a:lnTo>
                  <a:pt x="244614" y="375920"/>
                </a:lnTo>
                <a:close/>
              </a:path>
            </a:pathLst>
          </a:custGeom>
          <a:solidFill>
            <a:srgbClr val="E31837"/>
          </a:solidFill>
        </p:spPr>
        <p:txBody>
          <a:bodyPr wrap="square" lIns="0" tIns="0" rIns="0" bIns="0" rtlCol="0"/>
          <a:lstStyle/>
          <a:p>
            <a:endParaRPr sz="1013"/>
          </a:p>
        </p:txBody>
      </p:sp>
      <p:sp>
        <p:nvSpPr>
          <p:cNvPr id="47" name="object 12">
            <a:extLst>
              <a:ext uri="{FF2B5EF4-FFF2-40B4-BE49-F238E27FC236}">
                <a16:creationId xmlns:a16="http://schemas.microsoft.com/office/drawing/2014/main" id="{0BB4F3E1-349F-8BFF-62C0-80D700663AE8}"/>
              </a:ext>
            </a:extLst>
          </p:cNvPr>
          <p:cNvSpPr/>
          <p:nvPr userDrawn="1"/>
        </p:nvSpPr>
        <p:spPr>
          <a:xfrm>
            <a:off x="2295512" y="1085386"/>
            <a:ext cx="194805" cy="431800"/>
          </a:xfrm>
          <a:custGeom>
            <a:avLst/>
            <a:gdLst/>
            <a:ahLst/>
            <a:cxnLst/>
            <a:rect l="l" t="t" r="r" b="b"/>
            <a:pathLst>
              <a:path w="259714" h="431800">
                <a:moveTo>
                  <a:pt x="259143" y="375920"/>
                </a:moveTo>
                <a:lnTo>
                  <a:pt x="73774" y="375920"/>
                </a:lnTo>
                <a:lnTo>
                  <a:pt x="73774" y="236220"/>
                </a:lnTo>
                <a:lnTo>
                  <a:pt x="244640" y="236220"/>
                </a:lnTo>
                <a:lnTo>
                  <a:pt x="244640" y="180340"/>
                </a:lnTo>
                <a:lnTo>
                  <a:pt x="73774" y="180340"/>
                </a:lnTo>
                <a:lnTo>
                  <a:pt x="73774" y="55880"/>
                </a:lnTo>
                <a:lnTo>
                  <a:pt x="254088" y="55880"/>
                </a:lnTo>
                <a:lnTo>
                  <a:pt x="254088" y="0"/>
                </a:lnTo>
                <a:lnTo>
                  <a:pt x="0" y="0"/>
                </a:lnTo>
                <a:lnTo>
                  <a:pt x="0" y="55880"/>
                </a:lnTo>
                <a:lnTo>
                  <a:pt x="0" y="180340"/>
                </a:lnTo>
                <a:lnTo>
                  <a:pt x="0" y="236220"/>
                </a:lnTo>
                <a:lnTo>
                  <a:pt x="0" y="375920"/>
                </a:lnTo>
                <a:lnTo>
                  <a:pt x="0" y="431800"/>
                </a:lnTo>
                <a:lnTo>
                  <a:pt x="259143" y="431800"/>
                </a:lnTo>
                <a:lnTo>
                  <a:pt x="259143" y="375920"/>
                </a:lnTo>
                <a:close/>
              </a:path>
            </a:pathLst>
          </a:custGeom>
          <a:solidFill>
            <a:srgbClr val="E31837"/>
          </a:solidFill>
        </p:spPr>
        <p:txBody>
          <a:bodyPr wrap="square" lIns="0" tIns="0" rIns="0" bIns="0" rtlCol="0"/>
          <a:lstStyle/>
          <a:p>
            <a:endParaRPr sz="1013"/>
          </a:p>
        </p:txBody>
      </p:sp>
      <p:sp>
        <p:nvSpPr>
          <p:cNvPr id="48" name="object 13">
            <a:extLst>
              <a:ext uri="{FF2B5EF4-FFF2-40B4-BE49-F238E27FC236}">
                <a16:creationId xmlns:a16="http://schemas.microsoft.com/office/drawing/2014/main" id="{7027AD7E-7AAF-F0EB-9466-9F08A7BFA6D7}"/>
              </a:ext>
            </a:extLst>
          </p:cNvPr>
          <p:cNvSpPr/>
          <p:nvPr userDrawn="1"/>
        </p:nvSpPr>
        <p:spPr>
          <a:xfrm>
            <a:off x="4196491" y="1085386"/>
            <a:ext cx="194330" cy="431800"/>
          </a:xfrm>
          <a:custGeom>
            <a:avLst/>
            <a:gdLst/>
            <a:ahLst/>
            <a:cxnLst/>
            <a:rect l="l" t="t" r="r" b="b"/>
            <a:pathLst>
              <a:path w="259079" h="431800">
                <a:moveTo>
                  <a:pt x="259067" y="375920"/>
                </a:moveTo>
                <a:lnTo>
                  <a:pt x="73736" y="375920"/>
                </a:lnTo>
                <a:lnTo>
                  <a:pt x="73736" y="236220"/>
                </a:lnTo>
                <a:lnTo>
                  <a:pt x="244614" y="236220"/>
                </a:lnTo>
                <a:lnTo>
                  <a:pt x="244614" y="180340"/>
                </a:lnTo>
                <a:lnTo>
                  <a:pt x="73736" y="180340"/>
                </a:lnTo>
                <a:lnTo>
                  <a:pt x="73736" y="55880"/>
                </a:lnTo>
                <a:lnTo>
                  <a:pt x="254050" y="55880"/>
                </a:lnTo>
                <a:lnTo>
                  <a:pt x="254050" y="0"/>
                </a:lnTo>
                <a:lnTo>
                  <a:pt x="0" y="0"/>
                </a:lnTo>
                <a:lnTo>
                  <a:pt x="0" y="55880"/>
                </a:lnTo>
                <a:lnTo>
                  <a:pt x="0" y="180340"/>
                </a:lnTo>
                <a:lnTo>
                  <a:pt x="0" y="236220"/>
                </a:lnTo>
                <a:lnTo>
                  <a:pt x="0" y="375920"/>
                </a:lnTo>
                <a:lnTo>
                  <a:pt x="0" y="431800"/>
                </a:lnTo>
                <a:lnTo>
                  <a:pt x="259067" y="431800"/>
                </a:lnTo>
                <a:lnTo>
                  <a:pt x="259067" y="375920"/>
                </a:lnTo>
                <a:close/>
              </a:path>
            </a:pathLst>
          </a:custGeom>
          <a:solidFill>
            <a:srgbClr val="E31837"/>
          </a:solidFill>
        </p:spPr>
        <p:txBody>
          <a:bodyPr wrap="square" lIns="0" tIns="0" rIns="0" bIns="0" rtlCol="0"/>
          <a:lstStyle/>
          <a:p>
            <a:endParaRPr sz="1013"/>
          </a:p>
        </p:txBody>
      </p:sp>
      <p:sp>
        <p:nvSpPr>
          <p:cNvPr id="49" name="object 14">
            <a:extLst>
              <a:ext uri="{FF2B5EF4-FFF2-40B4-BE49-F238E27FC236}">
                <a16:creationId xmlns:a16="http://schemas.microsoft.com/office/drawing/2014/main" id="{18999DCB-81A1-85C5-D808-1675A103B705}"/>
              </a:ext>
            </a:extLst>
          </p:cNvPr>
          <p:cNvSpPr/>
          <p:nvPr userDrawn="1"/>
        </p:nvSpPr>
        <p:spPr>
          <a:xfrm>
            <a:off x="3881086" y="1085991"/>
            <a:ext cx="245771" cy="431165"/>
          </a:xfrm>
          <a:custGeom>
            <a:avLst/>
            <a:gdLst/>
            <a:ahLst/>
            <a:cxnLst/>
            <a:rect l="l" t="t" r="r" b="b"/>
            <a:pathLst>
              <a:path w="327660" h="431165">
                <a:moveTo>
                  <a:pt x="327204" y="0"/>
                </a:moveTo>
                <a:lnTo>
                  <a:pt x="259740" y="0"/>
                </a:lnTo>
                <a:lnTo>
                  <a:pt x="259740" y="317257"/>
                </a:lnTo>
                <a:lnTo>
                  <a:pt x="258484" y="317257"/>
                </a:lnTo>
                <a:lnTo>
                  <a:pt x="90782" y="0"/>
                </a:lnTo>
                <a:lnTo>
                  <a:pt x="0" y="0"/>
                </a:lnTo>
                <a:lnTo>
                  <a:pt x="0" y="430897"/>
                </a:lnTo>
                <a:lnTo>
                  <a:pt x="67432" y="430897"/>
                </a:lnTo>
                <a:lnTo>
                  <a:pt x="67432" y="98038"/>
                </a:lnTo>
                <a:lnTo>
                  <a:pt x="68730" y="98038"/>
                </a:lnTo>
                <a:lnTo>
                  <a:pt x="244568" y="430897"/>
                </a:lnTo>
                <a:lnTo>
                  <a:pt x="327204" y="430897"/>
                </a:lnTo>
                <a:lnTo>
                  <a:pt x="327204" y="0"/>
                </a:lnTo>
                <a:close/>
              </a:path>
            </a:pathLst>
          </a:custGeom>
          <a:solidFill>
            <a:srgbClr val="E31837"/>
          </a:solidFill>
        </p:spPr>
        <p:txBody>
          <a:bodyPr wrap="square" lIns="0" tIns="0" rIns="0" bIns="0" rtlCol="0"/>
          <a:lstStyle/>
          <a:p>
            <a:endParaRPr sz="1013"/>
          </a:p>
        </p:txBody>
      </p:sp>
      <p:sp>
        <p:nvSpPr>
          <p:cNvPr id="50" name="object 15">
            <a:extLst>
              <a:ext uri="{FF2B5EF4-FFF2-40B4-BE49-F238E27FC236}">
                <a16:creationId xmlns:a16="http://schemas.microsoft.com/office/drawing/2014/main" id="{68648315-7DDE-F34D-1ABA-3B5AEA6C5CD7}"/>
              </a:ext>
            </a:extLst>
          </p:cNvPr>
          <p:cNvSpPr/>
          <p:nvPr userDrawn="1"/>
        </p:nvSpPr>
        <p:spPr>
          <a:xfrm>
            <a:off x="3617236" y="1085991"/>
            <a:ext cx="217192" cy="431165"/>
          </a:xfrm>
          <a:custGeom>
            <a:avLst/>
            <a:gdLst/>
            <a:ahLst/>
            <a:cxnLst/>
            <a:rect l="l" t="t" r="r" b="b"/>
            <a:pathLst>
              <a:path w="289560" h="431165">
                <a:moveTo>
                  <a:pt x="131776" y="0"/>
                </a:moveTo>
                <a:lnTo>
                  <a:pt x="0" y="0"/>
                </a:lnTo>
                <a:lnTo>
                  <a:pt x="0" y="430897"/>
                </a:lnTo>
                <a:lnTo>
                  <a:pt x="73704" y="430897"/>
                </a:lnTo>
                <a:lnTo>
                  <a:pt x="73704" y="246034"/>
                </a:lnTo>
                <a:lnTo>
                  <a:pt x="239273" y="246034"/>
                </a:lnTo>
                <a:lnTo>
                  <a:pt x="221552" y="228242"/>
                </a:lnTo>
                <a:lnTo>
                  <a:pt x="185334" y="214202"/>
                </a:lnTo>
                <a:lnTo>
                  <a:pt x="185334" y="212967"/>
                </a:lnTo>
                <a:lnTo>
                  <a:pt x="217702" y="202435"/>
                </a:lnTo>
                <a:lnTo>
                  <a:pt x="230371" y="194213"/>
                </a:lnTo>
                <a:lnTo>
                  <a:pt x="73704" y="194213"/>
                </a:lnTo>
                <a:lnTo>
                  <a:pt x="73704" y="51809"/>
                </a:lnTo>
                <a:lnTo>
                  <a:pt x="254897" y="51809"/>
                </a:lnTo>
                <a:lnTo>
                  <a:pt x="246033" y="36820"/>
                </a:lnTo>
                <a:lnTo>
                  <a:pt x="216416" y="15505"/>
                </a:lnTo>
                <a:lnTo>
                  <a:pt x="177785" y="3661"/>
                </a:lnTo>
                <a:lnTo>
                  <a:pt x="131776" y="0"/>
                </a:lnTo>
                <a:close/>
              </a:path>
              <a:path w="289560" h="431165">
                <a:moveTo>
                  <a:pt x="239273" y="246034"/>
                </a:moveTo>
                <a:lnTo>
                  <a:pt x="102740" y="246034"/>
                </a:lnTo>
                <a:lnTo>
                  <a:pt x="143356" y="250721"/>
                </a:lnTo>
                <a:lnTo>
                  <a:pt x="168070" y="266186"/>
                </a:lnTo>
                <a:lnTo>
                  <a:pt x="182972" y="294533"/>
                </a:lnTo>
                <a:lnTo>
                  <a:pt x="194151" y="337864"/>
                </a:lnTo>
                <a:lnTo>
                  <a:pt x="214328" y="430897"/>
                </a:lnTo>
                <a:lnTo>
                  <a:pt x="289362" y="430897"/>
                </a:lnTo>
                <a:lnTo>
                  <a:pt x="262871" y="309728"/>
                </a:lnTo>
                <a:lnTo>
                  <a:pt x="255013" y="277418"/>
                </a:lnTo>
                <a:lnTo>
                  <a:pt x="243009" y="249785"/>
                </a:lnTo>
                <a:lnTo>
                  <a:pt x="239273" y="246034"/>
                </a:lnTo>
                <a:close/>
              </a:path>
              <a:path w="289560" h="431165">
                <a:moveTo>
                  <a:pt x="254897" y="51809"/>
                </a:moveTo>
                <a:lnTo>
                  <a:pt x="131776" y="51809"/>
                </a:lnTo>
                <a:lnTo>
                  <a:pt x="159456" y="56321"/>
                </a:lnTo>
                <a:lnTo>
                  <a:pt x="179824" y="69616"/>
                </a:lnTo>
                <a:lnTo>
                  <a:pt x="192397" y="91341"/>
                </a:lnTo>
                <a:lnTo>
                  <a:pt x="196695" y="121137"/>
                </a:lnTo>
                <a:lnTo>
                  <a:pt x="188483" y="159422"/>
                </a:lnTo>
                <a:lnTo>
                  <a:pt x="166967" y="181557"/>
                </a:lnTo>
                <a:lnTo>
                  <a:pt x="136826" y="191751"/>
                </a:lnTo>
                <a:lnTo>
                  <a:pt x="102740" y="194213"/>
                </a:lnTo>
                <a:lnTo>
                  <a:pt x="230371" y="194213"/>
                </a:lnTo>
                <a:lnTo>
                  <a:pt x="245289" y="184532"/>
                </a:lnTo>
                <a:lnTo>
                  <a:pt x="264487" y="155860"/>
                </a:lnTo>
                <a:lnTo>
                  <a:pt x="271688" y="113022"/>
                </a:lnTo>
                <a:lnTo>
                  <a:pt x="265001" y="68896"/>
                </a:lnTo>
                <a:lnTo>
                  <a:pt x="254897" y="51809"/>
                </a:lnTo>
                <a:close/>
              </a:path>
            </a:pathLst>
          </a:custGeom>
          <a:solidFill>
            <a:srgbClr val="E31837"/>
          </a:solidFill>
        </p:spPr>
        <p:txBody>
          <a:bodyPr wrap="square" lIns="0" tIns="0" rIns="0" bIns="0" rtlCol="0"/>
          <a:lstStyle/>
          <a:p>
            <a:endParaRPr sz="1013"/>
          </a:p>
        </p:txBody>
      </p:sp>
      <p:sp>
        <p:nvSpPr>
          <p:cNvPr id="51" name="object 16">
            <a:extLst>
              <a:ext uri="{FF2B5EF4-FFF2-40B4-BE49-F238E27FC236}">
                <a16:creationId xmlns:a16="http://schemas.microsoft.com/office/drawing/2014/main" id="{375795F0-8E30-DE55-4965-95B1C5380A7B}"/>
              </a:ext>
            </a:extLst>
          </p:cNvPr>
          <p:cNvSpPr/>
          <p:nvPr userDrawn="1"/>
        </p:nvSpPr>
        <p:spPr>
          <a:xfrm>
            <a:off x="3325460" y="1085986"/>
            <a:ext cx="226720" cy="438151"/>
          </a:xfrm>
          <a:custGeom>
            <a:avLst/>
            <a:gdLst/>
            <a:ahLst/>
            <a:cxnLst/>
            <a:rect l="l" t="t" r="r" b="b"/>
            <a:pathLst>
              <a:path w="302260" h="438150">
                <a:moveTo>
                  <a:pt x="301969" y="0"/>
                </a:moveTo>
                <a:lnTo>
                  <a:pt x="228223" y="0"/>
                </a:lnTo>
                <a:lnTo>
                  <a:pt x="228223" y="299132"/>
                </a:lnTo>
                <a:lnTo>
                  <a:pt x="224272" y="333513"/>
                </a:lnTo>
                <a:lnTo>
                  <a:pt x="211278" y="361046"/>
                </a:lnTo>
                <a:lnTo>
                  <a:pt x="187530" y="379328"/>
                </a:lnTo>
                <a:lnTo>
                  <a:pt x="151314" y="385956"/>
                </a:lnTo>
                <a:lnTo>
                  <a:pt x="114736" y="379328"/>
                </a:lnTo>
                <a:lnTo>
                  <a:pt x="90800" y="361046"/>
                </a:lnTo>
                <a:lnTo>
                  <a:pt x="77738" y="333513"/>
                </a:lnTo>
                <a:lnTo>
                  <a:pt x="73777" y="299132"/>
                </a:lnTo>
                <a:lnTo>
                  <a:pt x="73777" y="0"/>
                </a:lnTo>
                <a:lnTo>
                  <a:pt x="0" y="0"/>
                </a:lnTo>
                <a:lnTo>
                  <a:pt x="0" y="299132"/>
                </a:lnTo>
                <a:lnTo>
                  <a:pt x="7142" y="350008"/>
                </a:lnTo>
                <a:lnTo>
                  <a:pt x="27479" y="388949"/>
                </a:lnTo>
                <a:lnTo>
                  <a:pt x="59376" y="416316"/>
                </a:lnTo>
                <a:lnTo>
                  <a:pt x="101200" y="432472"/>
                </a:lnTo>
                <a:lnTo>
                  <a:pt x="151314" y="437777"/>
                </a:lnTo>
                <a:lnTo>
                  <a:pt x="202804" y="432472"/>
                </a:lnTo>
                <a:lnTo>
                  <a:pt x="244644" y="416316"/>
                </a:lnTo>
                <a:lnTo>
                  <a:pt x="275805" y="388949"/>
                </a:lnTo>
                <a:lnTo>
                  <a:pt x="295257" y="350008"/>
                </a:lnTo>
                <a:lnTo>
                  <a:pt x="301969" y="299132"/>
                </a:lnTo>
                <a:lnTo>
                  <a:pt x="301969" y="0"/>
                </a:lnTo>
                <a:close/>
              </a:path>
            </a:pathLst>
          </a:custGeom>
          <a:solidFill>
            <a:srgbClr val="E31837"/>
          </a:solidFill>
        </p:spPr>
        <p:txBody>
          <a:bodyPr wrap="square" lIns="0" tIns="0" rIns="0" bIns="0" rtlCol="0"/>
          <a:lstStyle/>
          <a:p>
            <a:endParaRPr sz="1013"/>
          </a:p>
        </p:txBody>
      </p:sp>
      <p:sp>
        <p:nvSpPr>
          <p:cNvPr id="54" name="object 17">
            <a:extLst>
              <a:ext uri="{FF2B5EF4-FFF2-40B4-BE49-F238E27FC236}">
                <a16:creationId xmlns:a16="http://schemas.microsoft.com/office/drawing/2014/main" id="{E615D77B-136D-8E79-CAA9-7090C1F902A8}"/>
              </a:ext>
            </a:extLst>
          </p:cNvPr>
          <p:cNvSpPr/>
          <p:nvPr userDrawn="1"/>
        </p:nvSpPr>
        <p:spPr>
          <a:xfrm>
            <a:off x="1890149" y="1767093"/>
            <a:ext cx="24291" cy="186690"/>
          </a:xfrm>
          <a:custGeom>
            <a:avLst/>
            <a:gdLst/>
            <a:ahLst/>
            <a:cxnLst/>
            <a:rect l="l" t="t" r="r" b="b"/>
            <a:pathLst>
              <a:path w="32385" h="186689">
                <a:moveTo>
                  <a:pt x="31852" y="0"/>
                </a:moveTo>
                <a:lnTo>
                  <a:pt x="0" y="0"/>
                </a:lnTo>
                <a:lnTo>
                  <a:pt x="0" y="186182"/>
                </a:lnTo>
                <a:lnTo>
                  <a:pt x="31852" y="186182"/>
                </a:lnTo>
                <a:lnTo>
                  <a:pt x="31852" y="0"/>
                </a:lnTo>
                <a:close/>
              </a:path>
            </a:pathLst>
          </a:custGeom>
          <a:solidFill>
            <a:srgbClr val="E31837"/>
          </a:solidFill>
        </p:spPr>
        <p:txBody>
          <a:bodyPr wrap="square" lIns="0" tIns="0" rIns="0" bIns="0" rtlCol="0"/>
          <a:lstStyle/>
          <a:p>
            <a:endParaRPr sz="1013"/>
          </a:p>
        </p:txBody>
      </p:sp>
      <p:pic>
        <p:nvPicPr>
          <p:cNvPr id="56" name="object 18">
            <a:extLst>
              <a:ext uri="{FF2B5EF4-FFF2-40B4-BE49-F238E27FC236}">
                <a16:creationId xmlns:a16="http://schemas.microsoft.com/office/drawing/2014/main" id="{B05954A8-91A0-60FB-BE8C-30A5A0135F10}"/>
              </a:ext>
            </a:extLst>
          </p:cNvPr>
          <p:cNvPicPr/>
          <p:nvPr userDrawn="1"/>
        </p:nvPicPr>
        <p:blipFill>
          <a:blip r:embed="rId5" cstate="print"/>
          <a:stretch>
            <a:fillRect/>
          </a:stretch>
        </p:blipFill>
        <p:spPr>
          <a:xfrm>
            <a:off x="1949803" y="1767089"/>
            <a:ext cx="106036" cy="186182"/>
          </a:xfrm>
          <a:prstGeom prst="rect">
            <a:avLst/>
          </a:prstGeom>
        </p:spPr>
      </p:pic>
      <p:sp>
        <p:nvSpPr>
          <p:cNvPr id="57" name="object 19">
            <a:extLst>
              <a:ext uri="{FF2B5EF4-FFF2-40B4-BE49-F238E27FC236}">
                <a16:creationId xmlns:a16="http://schemas.microsoft.com/office/drawing/2014/main" id="{2331BA3D-292B-0A54-85EA-5BA119A8412D}"/>
              </a:ext>
            </a:extLst>
          </p:cNvPr>
          <p:cNvSpPr/>
          <p:nvPr userDrawn="1"/>
        </p:nvSpPr>
        <p:spPr>
          <a:xfrm>
            <a:off x="2580821" y="1766947"/>
            <a:ext cx="94784" cy="186690"/>
          </a:xfrm>
          <a:custGeom>
            <a:avLst/>
            <a:gdLst/>
            <a:ahLst/>
            <a:cxnLst/>
            <a:rect l="l" t="t" r="r" b="b"/>
            <a:pathLst>
              <a:path w="126364" h="186689">
                <a:moveTo>
                  <a:pt x="126123" y="0"/>
                </a:moveTo>
                <a:lnTo>
                  <a:pt x="0" y="0"/>
                </a:lnTo>
                <a:lnTo>
                  <a:pt x="0" y="24130"/>
                </a:lnTo>
                <a:lnTo>
                  <a:pt x="47167" y="24130"/>
                </a:lnTo>
                <a:lnTo>
                  <a:pt x="47167"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sz="1013"/>
          </a:p>
        </p:txBody>
      </p:sp>
      <p:sp>
        <p:nvSpPr>
          <p:cNvPr id="60" name="object 20">
            <a:extLst>
              <a:ext uri="{FF2B5EF4-FFF2-40B4-BE49-F238E27FC236}">
                <a16:creationId xmlns:a16="http://schemas.microsoft.com/office/drawing/2014/main" id="{DC693907-9C15-AD16-84DD-DF8C4DCBD3D5}"/>
              </a:ext>
            </a:extLst>
          </p:cNvPr>
          <p:cNvSpPr/>
          <p:nvPr userDrawn="1"/>
        </p:nvSpPr>
        <p:spPr>
          <a:xfrm>
            <a:off x="3513667" y="1868426"/>
            <a:ext cx="24291" cy="85091"/>
          </a:xfrm>
          <a:custGeom>
            <a:avLst/>
            <a:gdLst/>
            <a:ahLst/>
            <a:cxnLst/>
            <a:rect l="l" t="t" r="r" b="b"/>
            <a:pathLst>
              <a:path w="32385" h="85089">
                <a:moveTo>
                  <a:pt x="0" y="85090"/>
                </a:moveTo>
                <a:lnTo>
                  <a:pt x="31852" y="85090"/>
                </a:lnTo>
                <a:lnTo>
                  <a:pt x="31852" y="0"/>
                </a:lnTo>
                <a:lnTo>
                  <a:pt x="0" y="0"/>
                </a:lnTo>
                <a:lnTo>
                  <a:pt x="0" y="85090"/>
                </a:lnTo>
                <a:close/>
              </a:path>
            </a:pathLst>
          </a:custGeom>
          <a:solidFill>
            <a:srgbClr val="E31837"/>
          </a:solidFill>
        </p:spPr>
        <p:txBody>
          <a:bodyPr wrap="square" lIns="0" tIns="0" rIns="0" bIns="0" rtlCol="0"/>
          <a:lstStyle/>
          <a:p>
            <a:endParaRPr sz="1013"/>
          </a:p>
        </p:txBody>
      </p:sp>
      <p:sp>
        <p:nvSpPr>
          <p:cNvPr id="61" name="object 21">
            <a:extLst>
              <a:ext uri="{FF2B5EF4-FFF2-40B4-BE49-F238E27FC236}">
                <a16:creationId xmlns:a16="http://schemas.microsoft.com/office/drawing/2014/main" id="{EA4D3534-56A8-1601-E14A-5D2E2C241650}"/>
              </a:ext>
            </a:extLst>
          </p:cNvPr>
          <p:cNvSpPr/>
          <p:nvPr userDrawn="1"/>
        </p:nvSpPr>
        <p:spPr>
          <a:xfrm>
            <a:off x="3513664" y="1766822"/>
            <a:ext cx="98593" cy="186690"/>
          </a:xfrm>
          <a:custGeom>
            <a:avLst/>
            <a:gdLst/>
            <a:ahLst/>
            <a:cxnLst/>
            <a:rect l="l" t="t" r="r" b="b"/>
            <a:pathLst>
              <a:path w="131445" h="186689">
                <a:moveTo>
                  <a:pt x="131292" y="0"/>
                </a:moveTo>
                <a:lnTo>
                  <a:pt x="99479" y="0"/>
                </a:lnTo>
                <a:lnTo>
                  <a:pt x="99479" y="77470"/>
                </a:lnTo>
                <a:lnTo>
                  <a:pt x="31851" y="77470"/>
                </a:lnTo>
                <a:lnTo>
                  <a:pt x="31851" y="0"/>
                </a:lnTo>
                <a:lnTo>
                  <a:pt x="0" y="0"/>
                </a:lnTo>
                <a:lnTo>
                  <a:pt x="0" y="77470"/>
                </a:lnTo>
                <a:lnTo>
                  <a:pt x="0" y="101600"/>
                </a:lnTo>
                <a:lnTo>
                  <a:pt x="99479" y="101600"/>
                </a:lnTo>
                <a:lnTo>
                  <a:pt x="99479" y="186690"/>
                </a:lnTo>
                <a:lnTo>
                  <a:pt x="131292" y="186690"/>
                </a:lnTo>
                <a:lnTo>
                  <a:pt x="131292" y="101600"/>
                </a:lnTo>
                <a:lnTo>
                  <a:pt x="131292" y="77470"/>
                </a:lnTo>
                <a:lnTo>
                  <a:pt x="131292" y="0"/>
                </a:lnTo>
                <a:close/>
              </a:path>
            </a:pathLst>
          </a:custGeom>
          <a:solidFill>
            <a:srgbClr val="E31837"/>
          </a:solidFill>
        </p:spPr>
        <p:txBody>
          <a:bodyPr wrap="square" lIns="0" tIns="0" rIns="0" bIns="0" rtlCol="0"/>
          <a:lstStyle/>
          <a:p>
            <a:endParaRPr sz="1013"/>
          </a:p>
        </p:txBody>
      </p:sp>
      <p:pic>
        <p:nvPicPr>
          <p:cNvPr id="62" name="object 22">
            <a:extLst>
              <a:ext uri="{FF2B5EF4-FFF2-40B4-BE49-F238E27FC236}">
                <a16:creationId xmlns:a16="http://schemas.microsoft.com/office/drawing/2014/main" id="{A6A36B37-6500-F5FF-07A9-CBF4B3CABFA5}"/>
              </a:ext>
            </a:extLst>
          </p:cNvPr>
          <p:cNvPicPr/>
          <p:nvPr userDrawn="1"/>
        </p:nvPicPr>
        <p:blipFill>
          <a:blip r:embed="rId6" cstate="print"/>
          <a:stretch>
            <a:fillRect/>
          </a:stretch>
        </p:blipFill>
        <p:spPr>
          <a:xfrm>
            <a:off x="3648559" y="1767089"/>
            <a:ext cx="106036" cy="186182"/>
          </a:xfrm>
          <a:prstGeom prst="rect">
            <a:avLst/>
          </a:prstGeom>
        </p:spPr>
      </p:pic>
      <p:pic>
        <p:nvPicPr>
          <p:cNvPr id="63" name="object 23">
            <a:extLst>
              <a:ext uri="{FF2B5EF4-FFF2-40B4-BE49-F238E27FC236}">
                <a16:creationId xmlns:a16="http://schemas.microsoft.com/office/drawing/2014/main" id="{33A0EB28-630F-A724-D2C0-9F170D9EBCE7}"/>
              </a:ext>
            </a:extLst>
          </p:cNvPr>
          <p:cNvPicPr/>
          <p:nvPr userDrawn="1"/>
        </p:nvPicPr>
        <p:blipFill>
          <a:blip r:embed="rId7" cstate="print"/>
          <a:stretch>
            <a:fillRect/>
          </a:stretch>
        </p:blipFill>
        <p:spPr>
          <a:xfrm>
            <a:off x="3388030" y="1764147"/>
            <a:ext cx="102951" cy="192119"/>
          </a:xfrm>
          <a:prstGeom prst="rect">
            <a:avLst/>
          </a:prstGeom>
        </p:spPr>
      </p:pic>
      <p:sp>
        <p:nvSpPr>
          <p:cNvPr id="64" name="object 24">
            <a:extLst>
              <a:ext uri="{FF2B5EF4-FFF2-40B4-BE49-F238E27FC236}">
                <a16:creationId xmlns:a16="http://schemas.microsoft.com/office/drawing/2014/main" id="{F4B04D11-F55F-6065-2182-466733034ED7}"/>
              </a:ext>
            </a:extLst>
          </p:cNvPr>
          <p:cNvSpPr/>
          <p:nvPr userDrawn="1"/>
        </p:nvSpPr>
        <p:spPr>
          <a:xfrm>
            <a:off x="3165871" y="1766947"/>
            <a:ext cx="94784"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sz="1013"/>
          </a:p>
        </p:txBody>
      </p:sp>
      <p:pic>
        <p:nvPicPr>
          <p:cNvPr id="65" name="object 25">
            <a:extLst>
              <a:ext uri="{FF2B5EF4-FFF2-40B4-BE49-F238E27FC236}">
                <a16:creationId xmlns:a16="http://schemas.microsoft.com/office/drawing/2014/main" id="{1BB3245F-E6FC-4F49-B104-62A814A67373}"/>
              </a:ext>
            </a:extLst>
          </p:cNvPr>
          <p:cNvPicPr/>
          <p:nvPr userDrawn="1"/>
        </p:nvPicPr>
        <p:blipFill>
          <a:blip r:embed="rId8" cstate="print"/>
          <a:stretch>
            <a:fillRect/>
          </a:stretch>
        </p:blipFill>
        <p:spPr>
          <a:xfrm>
            <a:off x="3785044" y="1764138"/>
            <a:ext cx="114024" cy="192130"/>
          </a:xfrm>
          <a:prstGeom prst="rect">
            <a:avLst/>
          </a:prstGeom>
        </p:spPr>
      </p:pic>
      <p:sp>
        <p:nvSpPr>
          <p:cNvPr id="66" name="object 26">
            <a:extLst>
              <a:ext uri="{FF2B5EF4-FFF2-40B4-BE49-F238E27FC236}">
                <a16:creationId xmlns:a16="http://schemas.microsoft.com/office/drawing/2014/main" id="{4E4B5C77-1035-80C1-3159-0A193969F3D4}"/>
              </a:ext>
            </a:extLst>
          </p:cNvPr>
          <p:cNvSpPr/>
          <p:nvPr userDrawn="1"/>
        </p:nvSpPr>
        <p:spPr>
          <a:xfrm>
            <a:off x="3281754" y="1767229"/>
            <a:ext cx="8430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E31837"/>
          </a:solidFill>
        </p:spPr>
        <p:txBody>
          <a:bodyPr wrap="square" lIns="0" tIns="0" rIns="0" bIns="0" rtlCol="0"/>
          <a:lstStyle/>
          <a:p>
            <a:endParaRPr sz="1013"/>
          </a:p>
        </p:txBody>
      </p:sp>
      <p:grpSp>
        <p:nvGrpSpPr>
          <p:cNvPr id="67" name="object 27">
            <a:extLst>
              <a:ext uri="{FF2B5EF4-FFF2-40B4-BE49-F238E27FC236}">
                <a16:creationId xmlns:a16="http://schemas.microsoft.com/office/drawing/2014/main" id="{2957D8E7-B066-B5C5-0831-9775D376B324}"/>
              </a:ext>
            </a:extLst>
          </p:cNvPr>
          <p:cNvGrpSpPr/>
          <p:nvPr userDrawn="1"/>
        </p:nvGrpSpPr>
        <p:grpSpPr>
          <a:xfrm>
            <a:off x="3929747" y="1764141"/>
            <a:ext cx="460583" cy="192406"/>
            <a:chOff x="5239113" y="1764136"/>
            <a:chExt cx="614045" cy="192405"/>
          </a:xfrm>
        </p:grpSpPr>
        <p:pic>
          <p:nvPicPr>
            <p:cNvPr id="68" name="object 28">
              <a:extLst>
                <a:ext uri="{FF2B5EF4-FFF2-40B4-BE49-F238E27FC236}">
                  <a16:creationId xmlns:a16="http://schemas.microsoft.com/office/drawing/2014/main" id="{E7C560C9-B0C6-6EC2-CE72-9C6797BCF902}"/>
                </a:ext>
              </a:extLst>
            </p:cNvPr>
            <p:cNvPicPr/>
            <p:nvPr/>
          </p:nvPicPr>
          <p:blipFill>
            <a:blip r:embed="rId9" cstate="print"/>
            <a:stretch>
              <a:fillRect/>
            </a:stretch>
          </p:blipFill>
          <p:spPr>
            <a:xfrm>
              <a:off x="5539051" y="1764140"/>
              <a:ext cx="313532" cy="192119"/>
            </a:xfrm>
            <a:prstGeom prst="rect">
              <a:avLst/>
            </a:prstGeom>
          </p:spPr>
        </p:pic>
        <p:pic>
          <p:nvPicPr>
            <p:cNvPr id="69" name="object 29">
              <a:extLst>
                <a:ext uri="{FF2B5EF4-FFF2-40B4-BE49-F238E27FC236}">
                  <a16:creationId xmlns:a16="http://schemas.microsoft.com/office/drawing/2014/main" id="{9029A703-E2AB-934B-92AE-034FC0D59977}"/>
                </a:ext>
              </a:extLst>
            </p:cNvPr>
            <p:cNvPicPr/>
            <p:nvPr/>
          </p:nvPicPr>
          <p:blipFill>
            <a:blip r:embed="rId10" cstate="print"/>
            <a:stretch>
              <a:fillRect/>
            </a:stretch>
          </p:blipFill>
          <p:spPr>
            <a:xfrm>
              <a:off x="5239113" y="1764136"/>
              <a:ext cx="267220" cy="192130"/>
            </a:xfrm>
            <a:prstGeom prst="rect">
              <a:avLst/>
            </a:prstGeom>
          </p:spPr>
        </p:pic>
      </p:grpSp>
      <p:sp>
        <p:nvSpPr>
          <p:cNvPr id="70" name="object 30">
            <a:extLst>
              <a:ext uri="{FF2B5EF4-FFF2-40B4-BE49-F238E27FC236}">
                <a16:creationId xmlns:a16="http://schemas.microsoft.com/office/drawing/2014/main" id="{20D0D220-6CE9-3869-58BD-2464DE191B27}"/>
              </a:ext>
            </a:extLst>
          </p:cNvPr>
          <p:cNvSpPr/>
          <p:nvPr userDrawn="1"/>
        </p:nvSpPr>
        <p:spPr>
          <a:xfrm>
            <a:off x="2189302" y="1766947"/>
            <a:ext cx="94784" cy="186690"/>
          </a:xfrm>
          <a:custGeom>
            <a:avLst/>
            <a:gdLst/>
            <a:ahLst/>
            <a:cxnLst/>
            <a:rect l="l" t="t" r="r" b="b"/>
            <a:pathLst>
              <a:path w="126364" h="186689">
                <a:moveTo>
                  <a:pt x="126085" y="0"/>
                </a:moveTo>
                <a:lnTo>
                  <a:pt x="0" y="0"/>
                </a:lnTo>
                <a:lnTo>
                  <a:pt x="0" y="24130"/>
                </a:lnTo>
                <a:lnTo>
                  <a:pt x="47129" y="24130"/>
                </a:lnTo>
                <a:lnTo>
                  <a:pt x="47129" y="186690"/>
                </a:lnTo>
                <a:lnTo>
                  <a:pt x="78981" y="186690"/>
                </a:lnTo>
                <a:lnTo>
                  <a:pt x="78981" y="24130"/>
                </a:lnTo>
                <a:lnTo>
                  <a:pt x="126085" y="24130"/>
                </a:lnTo>
                <a:lnTo>
                  <a:pt x="126085" y="0"/>
                </a:lnTo>
                <a:close/>
              </a:path>
            </a:pathLst>
          </a:custGeom>
          <a:solidFill>
            <a:srgbClr val="E31837"/>
          </a:solidFill>
        </p:spPr>
        <p:txBody>
          <a:bodyPr wrap="square" lIns="0" tIns="0" rIns="0" bIns="0" rtlCol="0"/>
          <a:lstStyle/>
          <a:p>
            <a:endParaRPr sz="1013"/>
          </a:p>
        </p:txBody>
      </p:sp>
      <p:sp>
        <p:nvSpPr>
          <p:cNvPr id="71" name="object 31">
            <a:extLst>
              <a:ext uri="{FF2B5EF4-FFF2-40B4-BE49-F238E27FC236}">
                <a16:creationId xmlns:a16="http://schemas.microsoft.com/office/drawing/2014/main" id="{8A6DB6F5-D1E6-06DA-DE02-98098B6B1595}"/>
              </a:ext>
            </a:extLst>
          </p:cNvPr>
          <p:cNvSpPr/>
          <p:nvPr userDrawn="1"/>
        </p:nvSpPr>
        <p:spPr>
          <a:xfrm>
            <a:off x="2304551" y="1766947"/>
            <a:ext cx="139556" cy="186690"/>
          </a:xfrm>
          <a:custGeom>
            <a:avLst/>
            <a:gdLst/>
            <a:ahLst/>
            <a:cxnLst/>
            <a:rect l="l" t="t" r="r" b="b"/>
            <a:pathLst>
              <a:path w="186054" h="186689">
                <a:moveTo>
                  <a:pt x="31851" y="152"/>
                </a:moveTo>
                <a:lnTo>
                  <a:pt x="0" y="152"/>
                </a:lnTo>
                <a:lnTo>
                  <a:pt x="0" y="186334"/>
                </a:lnTo>
                <a:lnTo>
                  <a:pt x="31851" y="186334"/>
                </a:lnTo>
                <a:lnTo>
                  <a:pt x="31851" y="152"/>
                </a:lnTo>
                <a:close/>
              </a:path>
              <a:path w="186054" h="186689">
                <a:moveTo>
                  <a:pt x="185496" y="0"/>
                </a:moveTo>
                <a:lnTo>
                  <a:pt x="59410" y="0"/>
                </a:lnTo>
                <a:lnTo>
                  <a:pt x="59410" y="24130"/>
                </a:lnTo>
                <a:lnTo>
                  <a:pt x="106502" y="24130"/>
                </a:lnTo>
                <a:lnTo>
                  <a:pt x="106502" y="186690"/>
                </a:lnTo>
                <a:lnTo>
                  <a:pt x="138353" y="186690"/>
                </a:lnTo>
                <a:lnTo>
                  <a:pt x="138353" y="24130"/>
                </a:lnTo>
                <a:lnTo>
                  <a:pt x="185496" y="24130"/>
                </a:lnTo>
                <a:lnTo>
                  <a:pt x="185496" y="0"/>
                </a:lnTo>
                <a:close/>
              </a:path>
            </a:pathLst>
          </a:custGeom>
          <a:solidFill>
            <a:srgbClr val="E31837"/>
          </a:solidFill>
        </p:spPr>
        <p:txBody>
          <a:bodyPr wrap="square" lIns="0" tIns="0" rIns="0" bIns="0" rtlCol="0"/>
          <a:lstStyle/>
          <a:p>
            <a:endParaRPr sz="1013"/>
          </a:p>
        </p:txBody>
      </p:sp>
      <p:sp>
        <p:nvSpPr>
          <p:cNvPr id="72" name="object 32">
            <a:extLst>
              <a:ext uri="{FF2B5EF4-FFF2-40B4-BE49-F238E27FC236}">
                <a16:creationId xmlns:a16="http://schemas.microsoft.com/office/drawing/2014/main" id="{4EDB0613-2892-FEF2-9DF4-21EB6135F909}"/>
              </a:ext>
            </a:extLst>
          </p:cNvPr>
          <p:cNvSpPr/>
          <p:nvPr userDrawn="1"/>
        </p:nvSpPr>
        <p:spPr>
          <a:xfrm>
            <a:off x="2696675" y="1767229"/>
            <a:ext cx="84305" cy="186690"/>
          </a:xfrm>
          <a:custGeom>
            <a:avLst/>
            <a:gdLst/>
            <a:ahLst/>
            <a:cxnLst/>
            <a:rect l="l" t="t" r="r" b="b"/>
            <a:pathLst>
              <a:path w="112395" h="186689">
                <a:moveTo>
                  <a:pt x="111975" y="162560"/>
                </a:moveTo>
                <a:lnTo>
                  <a:pt x="31851" y="162560"/>
                </a:lnTo>
                <a:lnTo>
                  <a:pt x="31851" y="101600"/>
                </a:lnTo>
                <a:lnTo>
                  <a:pt x="105714" y="101600"/>
                </a:lnTo>
                <a:lnTo>
                  <a:pt x="105714" y="77470"/>
                </a:lnTo>
                <a:lnTo>
                  <a:pt x="31851" y="77470"/>
                </a:lnTo>
                <a:lnTo>
                  <a:pt x="31851" y="24130"/>
                </a:lnTo>
                <a:lnTo>
                  <a:pt x="109778" y="24130"/>
                </a:lnTo>
                <a:lnTo>
                  <a:pt x="109778" y="0"/>
                </a:lnTo>
                <a:lnTo>
                  <a:pt x="0" y="0"/>
                </a:lnTo>
                <a:lnTo>
                  <a:pt x="0" y="24130"/>
                </a:lnTo>
                <a:lnTo>
                  <a:pt x="0" y="77470"/>
                </a:lnTo>
                <a:lnTo>
                  <a:pt x="0" y="101600"/>
                </a:lnTo>
                <a:lnTo>
                  <a:pt x="0" y="162560"/>
                </a:lnTo>
                <a:lnTo>
                  <a:pt x="0" y="186690"/>
                </a:lnTo>
                <a:lnTo>
                  <a:pt x="111975" y="186690"/>
                </a:lnTo>
                <a:lnTo>
                  <a:pt x="111975" y="162560"/>
                </a:lnTo>
                <a:close/>
              </a:path>
            </a:pathLst>
          </a:custGeom>
          <a:solidFill>
            <a:srgbClr val="E31837"/>
          </a:solidFill>
        </p:spPr>
        <p:txBody>
          <a:bodyPr wrap="square" lIns="0" tIns="0" rIns="0" bIns="0" rtlCol="0"/>
          <a:lstStyle/>
          <a:p>
            <a:endParaRPr sz="1013"/>
          </a:p>
        </p:txBody>
      </p:sp>
      <p:sp>
        <p:nvSpPr>
          <p:cNvPr id="73" name="object 33">
            <a:extLst>
              <a:ext uri="{FF2B5EF4-FFF2-40B4-BE49-F238E27FC236}">
                <a16:creationId xmlns:a16="http://schemas.microsoft.com/office/drawing/2014/main" id="{5FFA2732-4A5E-87EF-C732-1FC0C7640683}"/>
              </a:ext>
            </a:extLst>
          </p:cNvPr>
          <p:cNvSpPr/>
          <p:nvPr userDrawn="1"/>
        </p:nvSpPr>
        <p:spPr>
          <a:xfrm>
            <a:off x="2084060" y="1764141"/>
            <a:ext cx="93831" cy="192406"/>
          </a:xfrm>
          <a:custGeom>
            <a:avLst/>
            <a:gdLst/>
            <a:ahLst/>
            <a:cxnLst/>
            <a:rect l="l" t="t" r="r" b="b"/>
            <a:pathLst>
              <a:path w="125094" h="192405">
                <a:moveTo>
                  <a:pt x="64573" y="0"/>
                </a:moveTo>
                <a:lnTo>
                  <a:pt x="39526" y="2835"/>
                </a:lnTo>
                <a:lnTo>
                  <a:pt x="18991" y="11562"/>
                </a:lnTo>
                <a:lnTo>
                  <a:pt x="5103" y="26513"/>
                </a:lnTo>
                <a:lnTo>
                  <a:pt x="0" y="48019"/>
                </a:lnTo>
                <a:lnTo>
                  <a:pt x="14008" y="79610"/>
                </a:lnTo>
                <a:lnTo>
                  <a:pt x="44825" y="100574"/>
                </a:lnTo>
                <a:lnTo>
                  <a:pt x="75643" y="119214"/>
                </a:lnTo>
                <a:lnTo>
                  <a:pt x="89651" y="143838"/>
                </a:lnTo>
                <a:lnTo>
                  <a:pt x="88023" y="153018"/>
                </a:lnTo>
                <a:lnTo>
                  <a:pt x="82559" y="161360"/>
                </a:lnTo>
                <a:lnTo>
                  <a:pt x="72392" y="167423"/>
                </a:lnTo>
                <a:lnTo>
                  <a:pt x="56657" y="169764"/>
                </a:lnTo>
                <a:lnTo>
                  <a:pt x="39914" y="167888"/>
                </a:lnTo>
                <a:lnTo>
                  <a:pt x="25394" y="163255"/>
                </a:lnTo>
                <a:lnTo>
                  <a:pt x="13234" y="157355"/>
                </a:lnTo>
                <a:lnTo>
                  <a:pt x="3570" y="151681"/>
                </a:lnTo>
                <a:lnTo>
                  <a:pt x="3570" y="184287"/>
                </a:lnTo>
                <a:lnTo>
                  <a:pt x="10677" y="186087"/>
                </a:lnTo>
                <a:lnTo>
                  <a:pt x="22598" y="188719"/>
                </a:lnTo>
                <a:lnTo>
                  <a:pt x="38002" y="191096"/>
                </a:lnTo>
                <a:lnTo>
                  <a:pt x="55558" y="192130"/>
                </a:lnTo>
                <a:lnTo>
                  <a:pt x="83612" y="188765"/>
                </a:lnTo>
                <a:lnTo>
                  <a:pt x="105485" y="178747"/>
                </a:lnTo>
                <a:lnTo>
                  <a:pt x="119694" y="162193"/>
                </a:lnTo>
                <a:lnTo>
                  <a:pt x="124760" y="139220"/>
                </a:lnTo>
                <a:lnTo>
                  <a:pt x="110752" y="105495"/>
                </a:lnTo>
                <a:lnTo>
                  <a:pt x="79934" y="83553"/>
                </a:lnTo>
                <a:lnTo>
                  <a:pt x="49116" y="65964"/>
                </a:lnTo>
                <a:lnTo>
                  <a:pt x="35108" y="45297"/>
                </a:lnTo>
                <a:lnTo>
                  <a:pt x="37314" y="34997"/>
                </a:lnTo>
                <a:lnTo>
                  <a:pt x="43354" y="27857"/>
                </a:lnTo>
                <a:lnTo>
                  <a:pt x="52363" y="23701"/>
                </a:lnTo>
                <a:lnTo>
                  <a:pt x="63474" y="22355"/>
                </a:lnTo>
                <a:lnTo>
                  <a:pt x="77123" y="23528"/>
                </a:lnTo>
                <a:lnTo>
                  <a:pt x="89489" y="26474"/>
                </a:lnTo>
                <a:lnTo>
                  <a:pt x="100621" y="30328"/>
                </a:lnTo>
                <a:lnTo>
                  <a:pt x="110572" y="34229"/>
                </a:lnTo>
                <a:lnTo>
                  <a:pt x="110572" y="5120"/>
                </a:lnTo>
                <a:lnTo>
                  <a:pt x="103475" y="3750"/>
                </a:lnTo>
                <a:lnTo>
                  <a:pt x="92893" y="2053"/>
                </a:lnTo>
                <a:lnTo>
                  <a:pt x="79652" y="610"/>
                </a:lnTo>
                <a:lnTo>
                  <a:pt x="64573" y="0"/>
                </a:lnTo>
                <a:close/>
              </a:path>
            </a:pathLst>
          </a:custGeom>
          <a:solidFill>
            <a:srgbClr val="E31837"/>
          </a:solidFill>
        </p:spPr>
        <p:txBody>
          <a:bodyPr wrap="square" lIns="0" tIns="0" rIns="0" bIns="0" rtlCol="0"/>
          <a:lstStyle/>
          <a:p>
            <a:endParaRPr sz="1013"/>
          </a:p>
        </p:txBody>
      </p:sp>
      <p:pic>
        <p:nvPicPr>
          <p:cNvPr id="74" name="object 34">
            <a:extLst>
              <a:ext uri="{FF2B5EF4-FFF2-40B4-BE49-F238E27FC236}">
                <a16:creationId xmlns:a16="http://schemas.microsoft.com/office/drawing/2014/main" id="{30C9B50C-6E4B-6325-502E-60890340772E}"/>
              </a:ext>
            </a:extLst>
          </p:cNvPr>
          <p:cNvPicPr/>
          <p:nvPr userDrawn="1"/>
        </p:nvPicPr>
        <p:blipFill>
          <a:blip r:embed="rId11" cstate="print"/>
          <a:stretch>
            <a:fillRect/>
          </a:stretch>
        </p:blipFill>
        <p:spPr>
          <a:xfrm>
            <a:off x="2463332" y="1767095"/>
            <a:ext cx="97861" cy="189177"/>
          </a:xfrm>
          <a:prstGeom prst="rect">
            <a:avLst/>
          </a:prstGeom>
        </p:spPr>
      </p:pic>
      <p:grpSp>
        <p:nvGrpSpPr>
          <p:cNvPr id="75" name="object 35">
            <a:extLst>
              <a:ext uri="{FF2B5EF4-FFF2-40B4-BE49-F238E27FC236}">
                <a16:creationId xmlns:a16="http://schemas.microsoft.com/office/drawing/2014/main" id="{84CA7AF7-2CDE-F2B1-33B2-FF11F330BAA0}"/>
              </a:ext>
            </a:extLst>
          </p:cNvPr>
          <p:cNvGrpSpPr/>
          <p:nvPr userDrawn="1"/>
        </p:nvGrpSpPr>
        <p:grpSpPr>
          <a:xfrm>
            <a:off x="2865480" y="1764141"/>
            <a:ext cx="224338" cy="192406"/>
            <a:chOff x="3820237" y="1764136"/>
            <a:chExt cx="299085" cy="192405"/>
          </a:xfrm>
        </p:grpSpPr>
        <p:sp>
          <p:nvSpPr>
            <p:cNvPr id="76" name="object 36">
              <a:extLst>
                <a:ext uri="{FF2B5EF4-FFF2-40B4-BE49-F238E27FC236}">
                  <a16:creationId xmlns:a16="http://schemas.microsoft.com/office/drawing/2014/main" id="{FB641E01-385A-D168-2B34-70A87752E21C}"/>
                </a:ext>
              </a:extLst>
            </p:cNvPr>
            <p:cNvSpPr/>
            <p:nvPr/>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E31837"/>
            </a:solidFill>
          </p:spPr>
          <p:txBody>
            <a:bodyPr wrap="square" lIns="0" tIns="0" rIns="0" bIns="0" rtlCol="0"/>
            <a:lstStyle/>
            <a:p>
              <a:endParaRPr sz="1013"/>
            </a:p>
          </p:txBody>
        </p:sp>
        <p:pic>
          <p:nvPicPr>
            <p:cNvPr id="77" name="object 37">
              <a:extLst>
                <a:ext uri="{FF2B5EF4-FFF2-40B4-BE49-F238E27FC236}">
                  <a16:creationId xmlns:a16="http://schemas.microsoft.com/office/drawing/2014/main" id="{484C0C5B-7C66-9146-95E0-F6BCA2CE2850}"/>
                </a:ext>
              </a:extLst>
            </p:cNvPr>
            <p:cNvPicPr/>
            <p:nvPr/>
          </p:nvPicPr>
          <p:blipFill>
            <a:blip r:embed="rId12" cstate="print"/>
            <a:stretch>
              <a:fillRect/>
            </a:stretch>
          </p:blipFill>
          <p:spPr>
            <a:xfrm>
              <a:off x="3820237" y="1764136"/>
              <a:ext cx="151984" cy="192130"/>
            </a:xfrm>
            <a:prstGeom prst="rect">
              <a:avLst/>
            </a:prstGeom>
          </p:spPr>
        </p:pic>
      </p:grpSp>
      <p:sp>
        <p:nvSpPr>
          <p:cNvPr id="78" name="object 38">
            <a:extLst>
              <a:ext uri="{FF2B5EF4-FFF2-40B4-BE49-F238E27FC236}">
                <a16:creationId xmlns:a16="http://schemas.microsoft.com/office/drawing/2014/main" id="{0DE16108-5DA0-3719-3628-972B73419848}"/>
              </a:ext>
            </a:extLst>
          </p:cNvPr>
          <p:cNvSpPr/>
          <p:nvPr userDrawn="1"/>
        </p:nvSpPr>
        <p:spPr>
          <a:xfrm>
            <a:off x="1890140" y="1630918"/>
            <a:ext cx="2500099" cy="25401"/>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E31837"/>
          </a:solidFill>
        </p:spPr>
        <p:txBody>
          <a:bodyPr wrap="square" lIns="0" tIns="0" rIns="0" bIns="0" rtlCol="0"/>
          <a:lstStyle/>
          <a:p>
            <a:endParaRPr sz="1013"/>
          </a:p>
        </p:txBody>
      </p:sp>
      <p:pic>
        <p:nvPicPr>
          <p:cNvPr id="79" name="object 39">
            <a:extLst>
              <a:ext uri="{FF2B5EF4-FFF2-40B4-BE49-F238E27FC236}">
                <a16:creationId xmlns:a16="http://schemas.microsoft.com/office/drawing/2014/main" id="{034050E7-D26A-0571-4A3D-7881D49D8DE3}"/>
              </a:ext>
            </a:extLst>
          </p:cNvPr>
          <p:cNvPicPr/>
          <p:nvPr userDrawn="1"/>
        </p:nvPicPr>
        <p:blipFill>
          <a:blip r:embed="rId13" cstate="print"/>
          <a:stretch>
            <a:fillRect/>
          </a:stretch>
        </p:blipFill>
        <p:spPr>
          <a:xfrm>
            <a:off x="655317" y="691084"/>
            <a:ext cx="1107821" cy="1713221"/>
          </a:xfrm>
          <a:prstGeom prst="rect">
            <a:avLst/>
          </a:prstGeom>
        </p:spPr>
      </p:pic>
      <p:sp>
        <p:nvSpPr>
          <p:cNvPr id="86" name="object 24">
            <a:extLst>
              <a:ext uri="{FF2B5EF4-FFF2-40B4-BE49-F238E27FC236}">
                <a16:creationId xmlns:a16="http://schemas.microsoft.com/office/drawing/2014/main" id="{8FC14503-0F48-1333-657E-BB027689E9BE}"/>
              </a:ext>
            </a:extLst>
          </p:cNvPr>
          <p:cNvSpPr txBox="1"/>
          <p:nvPr userDrawn="1"/>
        </p:nvSpPr>
        <p:spPr>
          <a:xfrm>
            <a:off x="10927522" y="10748617"/>
            <a:ext cx="2839239" cy="122695"/>
          </a:xfrm>
          <a:prstGeom prst="rect">
            <a:avLst/>
          </a:prstGeom>
        </p:spPr>
        <p:txBody>
          <a:bodyPr vert="horz" wrap="none" lIns="0" tIns="1429" rIns="0" bIns="0" rtlCol="0">
            <a:spAutoFit/>
          </a:bodyPr>
          <a:lstStyle/>
          <a:p>
            <a:pPr marL="7145">
              <a:lnSpc>
                <a:spcPct val="100000"/>
              </a:lnSpc>
              <a:spcBef>
                <a:spcPts val="152"/>
              </a:spcBef>
            </a:pPr>
            <a:r>
              <a:rPr sz="788" spc="36"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a:t>
            </a:r>
            <a:r>
              <a:rPr sz="788" spc="5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788" spc="3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2023</a:t>
            </a:r>
            <a:r>
              <a:rPr sz="788" spc="6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788"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Melbourne</a:t>
            </a:r>
            <a:r>
              <a:rPr sz="788" spc="5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788"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Institute</a:t>
            </a:r>
            <a:r>
              <a:rPr sz="788" spc="6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788"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of</a:t>
            </a:r>
            <a:r>
              <a:rPr sz="788" spc="44"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788"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Technology.</a:t>
            </a:r>
            <a:r>
              <a:rPr sz="788" spc="6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788"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All</a:t>
            </a:r>
            <a:r>
              <a:rPr sz="788" spc="6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788"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rights</a:t>
            </a:r>
            <a:r>
              <a:rPr sz="788" spc="5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788" spc="-6"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reserved</a:t>
            </a:r>
            <a:endParaRPr sz="788"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2" name="object 24">
            <a:extLst>
              <a:ext uri="{FF2B5EF4-FFF2-40B4-BE49-F238E27FC236}">
                <a16:creationId xmlns:a16="http://schemas.microsoft.com/office/drawing/2014/main" id="{01261B00-9258-02F9-0BB8-531EF4DCF3EE}"/>
              </a:ext>
            </a:extLst>
          </p:cNvPr>
          <p:cNvSpPr txBox="1"/>
          <p:nvPr userDrawn="1"/>
        </p:nvSpPr>
        <p:spPr>
          <a:xfrm>
            <a:off x="661753" y="10533170"/>
            <a:ext cx="2948776" cy="243945"/>
          </a:xfrm>
          <a:prstGeom prst="rect">
            <a:avLst/>
          </a:prstGeom>
        </p:spPr>
        <p:txBody>
          <a:bodyPr vert="horz" wrap="square" lIns="0" tIns="1429" rIns="0" bIns="0" rtlCol="0">
            <a:spAutoFit/>
          </a:bodyPr>
          <a:lstStyle/>
          <a:p>
            <a:pPr marR="3572" algn="l">
              <a:lnSpc>
                <a:spcPct val="100000"/>
              </a:lnSpc>
              <a:spcBef>
                <a:spcPts val="11"/>
              </a:spcBef>
            </a:pPr>
            <a:r>
              <a:rPr lang="pt-BR" sz="788" spc="-1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CRICOS Provider Code 01545C and 03245K NSW TEQSA Provider Code 12138</a:t>
            </a:r>
          </a:p>
        </p:txBody>
      </p:sp>
      <p:sp>
        <p:nvSpPr>
          <p:cNvPr id="3" name="Text Placeholder 57">
            <a:extLst>
              <a:ext uri="{FF2B5EF4-FFF2-40B4-BE49-F238E27FC236}">
                <a16:creationId xmlns:a16="http://schemas.microsoft.com/office/drawing/2014/main" id="{899CD98D-3810-4B92-7862-E9C00BCB9562}"/>
              </a:ext>
            </a:extLst>
          </p:cNvPr>
          <p:cNvSpPr>
            <a:spLocks noGrp="1"/>
          </p:cNvSpPr>
          <p:nvPr>
            <p:ph type="body" sz="quarter" idx="10" hasCustomPrompt="1"/>
          </p:nvPr>
        </p:nvSpPr>
        <p:spPr>
          <a:xfrm>
            <a:off x="685663" y="5037870"/>
            <a:ext cx="7449646" cy="571247"/>
          </a:xfrm>
          <a:prstGeom prst="rect">
            <a:avLst/>
          </a:prstGeom>
        </p:spPr>
        <p:txBody>
          <a:bodyPr wrap="square" lIns="0" tIns="0" rIns="0" bIns="0">
            <a:spAutoFit/>
          </a:bodyPr>
          <a:lstStyle>
            <a:lvl1pPr>
              <a:defRPr sz="3712"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Sub heading</a:t>
            </a:r>
          </a:p>
        </p:txBody>
      </p:sp>
      <p:sp>
        <p:nvSpPr>
          <p:cNvPr id="4" name="Text Placeholder 57">
            <a:extLst>
              <a:ext uri="{FF2B5EF4-FFF2-40B4-BE49-F238E27FC236}">
                <a16:creationId xmlns:a16="http://schemas.microsoft.com/office/drawing/2014/main" id="{FE4E8B62-04EB-B1AF-C535-D34057C00B9F}"/>
              </a:ext>
            </a:extLst>
          </p:cNvPr>
          <p:cNvSpPr>
            <a:spLocks noGrp="1"/>
          </p:cNvSpPr>
          <p:nvPr>
            <p:ph type="body" sz="quarter" idx="11" hasCustomPrompt="1"/>
          </p:nvPr>
        </p:nvSpPr>
        <p:spPr>
          <a:xfrm>
            <a:off x="685663" y="6416680"/>
            <a:ext cx="7449646" cy="1792157"/>
          </a:xfrm>
          <a:prstGeom prst="rect">
            <a:avLst/>
          </a:prstGeom>
        </p:spPr>
        <p:txBody>
          <a:bodyPr wrap="square" lIns="0" tIns="0" rIns="0" bIns="0">
            <a:spAutoFit/>
          </a:bodyPr>
          <a:lstStyle>
            <a:lvl1pPr>
              <a:lnSpc>
                <a:spcPct val="90000"/>
              </a:lnSpc>
              <a:defRPr sz="6470" b="1">
                <a:solidFill>
                  <a:srgbClr val="E31837"/>
                </a:solidFill>
                <a:latin typeface="Playfair Display"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Main title can</a:t>
            </a:r>
          </a:p>
          <a:p>
            <a:pPr lvl="0"/>
            <a:r>
              <a:rPr lang="en-US" dirty="0"/>
              <a:t>go in here</a:t>
            </a:r>
          </a:p>
        </p:txBody>
      </p:sp>
    </p:spTree>
    <p:extLst>
      <p:ext uri="{BB962C8B-B14F-4D97-AF65-F5344CB8AC3E}">
        <p14:creationId xmlns:p14="http://schemas.microsoft.com/office/powerpoint/2010/main" val="2201940726"/>
      </p:ext>
    </p:extLst>
  </p:cSld>
  <p:clrMapOvr>
    <a:masterClrMapping/>
  </p:clrMapOvr>
  <p:extLst>
    <p:ext uri="{DCECCB84-F9BA-43D5-87BE-67443E8EF086}">
      <p15:sldGuideLst xmlns:p15="http://schemas.microsoft.com/office/powerpoint/2012/main">
        <p15:guide id="1" orient="horz" pos="2672" userDrawn="1">
          <p15:clr>
            <a:srgbClr val="FBAE40"/>
          </p15:clr>
        </p15:guide>
        <p15:guide id="2" pos="475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2530928857"/>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grpSp>
        <p:nvGrpSpPr>
          <p:cNvPr id="31" name="object 2">
            <a:extLst>
              <a:ext uri="{FF2B5EF4-FFF2-40B4-BE49-F238E27FC236}">
                <a16:creationId xmlns:a16="http://schemas.microsoft.com/office/drawing/2014/main" id="{D72D3777-D6CB-7282-D4F8-423BF130CF01}"/>
              </a:ext>
            </a:extLst>
          </p:cNvPr>
          <p:cNvGrpSpPr/>
          <p:nvPr userDrawn="1"/>
        </p:nvGrpSpPr>
        <p:grpSpPr>
          <a:xfrm>
            <a:off x="0" y="0"/>
            <a:ext cx="15079673" cy="10247630"/>
            <a:chOff x="0" y="0"/>
            <a:chExt cx="20104113" cy="10247630"/>
          </a:xfrm>
        </p:grpSpPr>
        <p:sp>
          <p:nvSpPr>
            <p:cNvPr id="32" name="object 3">
              <a:extLst>
                <a:ext uri="{FF2B5EF4-FFF2-40B4-BE49-F238E27FC236}">
                  <a16:creationId xmlns:a16="http://schemas.microsoft.com/office/drawing/2014/main" id="{434AAED9-B62B-B375-E14A-852E61CA9036}"/>
                </a:ext>
              </a:extLst>
            </p:cNvPr>
            <p:cNvSpPr/>
            <p:nvPr/>
          </p:nvSpPr>
          <p:spPr>
            <a:xfrm>
              <a:off x="0" y="0"/>
              <a:ext cx="20104100" cy="10247630"/>
            </a:xfrm>
            <a:custGeom>
              <a:avLst/>
              <a:gdLst/>
              <a:ahLst/>
              <a:cxnLst/>
              <a:rect l="l" t="t" r="r" b="b"/>
              <a:pathLst>
                <a:path w="20104100" h="10247630">
                  <a:moveTo>
                    <a:pt x="20104099" y="0"/>
                  </a:moveTo>
                  <a:lnTo>
                    <a:pt x="0" y="0"/>
                  </a:lnTo>
                  <a:lnTo>
                    <a:pt x="0" y="10247311"/>
                  </a:lnTo>
                  <a:lnTo>
                    <a:pt x="20104099" y="10247311"/>
                  </a:lnTo>
                  <a:lnTo>
                    <a:pt x="20104099" y="0"/>
                  </a:lnTo>
                  <a:close/>
                </a:path>
              </a:pathLst>
            </a:custGeom>
            <a:solidFill>
              <a:srgbClr val="60C0C4"/>
            </a:solidFill>
          </p:spPr>
          <p:txBody>
            <a:bodyPr wrap="square" lIns="0" tIns="0" rIns="0" bIns="0" rtlCol="0"/>
            <a:lstStyle/>
            <a:p>
              <a:endParaRPr/>
            </a:p>
          </p:txBody>
        </p:sp>
        <p:sp>
          <p:nvSpPr>
            <p:cNvPr id="33" name="object 4">
              <a:extLst>
                <a:ext uri="{FF2B5EF4-FFF2-40B4-BE49-F238E27FC236}">
                  <a16:creationId xmlns:a16="http://schemas.microsoft.com/office/drawing/2014/main" id="{0464F81E-0D94-7970-4586-7B2C50EA2ED6}"/>
                </a:ext>
              </a:extLst>
            </p:cNvPr>
            <p:cNvSpPr/>
            <p:nvPr/>
          </p:nvSpPr>
          <p:spPr>
            <a:xfrm>
              <a:off x="15057133" y="5"/>
              <a:ext cx="5046980" cy="5252720"/>
            </a:xfrm>
            <a:custGeom>
              <a:avLst/>
              <a:gdLst/>
              <a:ahLst/>
              <a:cxnLst/>
              <a:rect l="l" t="t" r="r" b="b"/>
              <a:pathLst>
                <a:path w="5046980" h="5252720">
                  <a:moveTo>
                    <a:pt x="5046954" y="1640128"/>
                  </a:moveTo>
                  <a:lnTo>
                    <a:pt x="2470353" y="1640128"/>
                  </a:lnTo>
                  <a:lnTo>
                    <a:pt x="2470353" y="2341143"/>
                  </a:lnTo>
                  <a:lnTo>
                    <a:pt x="0" y="2341143"/>
                  </a:lnTo>
                  <a:lnTo>
                    <a:pt x="0" y="3344583"/>
                  </a:lnTo>
                  <a:lnTo>
                    <a:pt x="2470353" y="3344583"/>
                  </a:lnTo>
                  <a:lnTo>
                    <a:pt x="2470353" y="3778897"/>
                  </a:lnTo>
                  <a:lnTo>
                    <a:pt x="0" y="3778897"/>
                  </a:lnTo>
                  <a:lnTo>
                    <a:pt x="0" y="4901069"/>
                  </a:lnTo>
                  <a:lnTo>
                    <a:pt x="2470353" y="4901069"/>
                  </a:lnTo>
                  <a:lnTo>
                    <a:pt x="2470353" y="5252466"/>
                  </a:lnTo>
                  <a:lnTo>
                    <a:pt x="5046954" y="5252466"/>
                  </a:lnTo>
                  <a:lnTo>
                    <a:pt x="5046954" y="4549673"/>
                  </a:lnTo>
                  <a:lnTo>
                    <a:pt x="2470353" y="4549673"/>
                  </a:lnTo>
                  <a:lnTo>
                    <a:pt x="2470353" y="3907155"/>
                  </a:lnTo>
                  <a:lnTo>
                    <a:pt x="5046954" y="3907155"/>
                  </a:lnTo>
                  <a:lnTo>
                    <a:pt x="5046954" y="3087255"/>
                  </a:lnTo>
                  <a:lnTo>
                    <a:pt x="2470353" y="3087255"/>
                  </a:lnTo>
                  <a:lnTo>
                    <a:pt x="2470353" y="2612758"/>
                  </a:lnTo>
                  <a:lnTo>
                    <a:pt x="5046954" y="2612758"/>
                  </a:lnTo>
                  <a:lnTo>
                    <a:pt x="5046954" y="1640128"/>
                  </a:lnTo>
                  <a:close/>
                </a:path>
                <a:path w="5046980" h="5252720">
                  <a:moveTo>
                    <a:pt x="5046954" y="0"/>
                  </a:moveTo>
                  <a:lnTo>
                    <a:pt x="2470353" y="0"/>
                  </a:lnTo>
                  <a:lnTo>
                    <a:pt x="2470353" y="1216393"/>
                  </a:lnTo>
                  <a:lnTo>
                    <a:pt x="5046954" y="1228255"/>
                  </a:lnTo>
                  <a:lnTo>
                    <a:pt x="5046954" y="0"/>
                  </a:lnTo>
                  <a:close/>
                </a:path>
              </a:pathLst>
            </a:custGeom>
            <a:solidFill>
              <a:srgbClr val="FFFFFF"/>
            </a:solidFill>
          </p:spPr>
          <p:txBody>
            <a:bodyPr wrap="square" lIns="0" tIns="0" rIns="0" bIns="0" rtlCol="0"/>
            <a:lstStyle/>
            <a:p>
              <a:endParaRPr/>
            </a:p>
          </p:txBody>
        </p:sp>
        <p:sp>
          <p:nvSpPr>
            <p:cNvPr id="34" name="object 5">
              <a:extLst>
                <a:ext uri="{FF2B5EF4-FFF2-40B4-BE49-F238E27FC236}">
                  <a16:creationId xmlns:a16="http://schemas.microsoft.com/office/drawing/2014/main" id="{1C38393B-1523-D866-7499-3E300AAD2F4E}"/>
                </a:ext>
              </a:extLst>
            </p:cNvPr>
            <p:cNvSpPr/>
            <p:nvPr/>
          </p:nvSpPr>
          <p:spPr>
            <a:xfrm>
              <a:off x="15057133" y="872067"/>
              <a:ext cx="2470785" cy="886460"/>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rgbClr val="DB002E"/>
            </a:solidFill>
          </p:spPr>
          <p:txBody>
            <a:bodyPr wrap="square" lIns="0" tIns="0" rIns="0" bIns="0" rtlCol="0"/>
            <a:lstStyle/>
            <a:p>
              <a:endParaRPr/>
            </a:p>
          </p:txBody>
        </p:sp>
        <p:sp>
          <p:nvSpPr>
            <p:cNvPr id="35" name="object 6">
              <a:extLst>
                <a:ext uri="{FF2B5EF4-FFF2-40B4-BE49-F238E27FC236}">
                  <a16:creationId xmlns:a16="http://schemas.microsoft.com/office/drawing/2014/main" id="{CC565CF2-8474-506E-1F08-D964565E55AF}"/>
                </a:ext>
              </a:extLst>
            </p:cNvPr>
            <p:cNvSpPr/>
            <p:nvPr userDrawn="1"/>
          </p:nvSpPr>
          <p:spPr>
            <a:xfrm>
              <a:off x="2519921" y="1079112"/>
              <a:ext cx="3334385" cy="874394"/>
            </a:xfrm>
            <a:custGeom>
              <a:avLst/>
              <a:gdLst/>
              <a:ahLst/>
              <a:cxnLst/>
              <a:rect l="l" t="t" r="r" b="b"/>
              <a:pathLst>
                <a:path w="3334385" h="874394">
                  <a:moveTo>
                    <a:pt x="31851" y="687984"/>
                  </a:moveTo>
                  <a:lnTo>
                    <a:pt x="0" y="687984"/>
                  </a:lnTo>
                  <a:lnTo>
                    <a:pt x="0" y="874166"/>
                  </a:lnTo>
                  <a:lnTo>
                    <a:pt x="31851" y="874166"/>
                  </a:lnTo>
                  <a:lnTo>
                    <a:pt x="31851" y="687984"/>
                  </a:lnTo>
                  <a:close/>
                </a:path>
                <a:path w="3334385" h="874394">
                  <a:moveTo>
                    <a:pt x="447763" y="6883"/>
                  </a:moveTo>
                  <a:lnTo>
                    <a:pt x="347548" y="6883"/>
                  </a:lnTo>
                  <a:lnTo>
                    <a:pt x="225882" y="350989"/>
                  </a:lnTo>
                  <a:lnTo>
                    <a:pt x="224586" y="350989"/>
                  </a:lnTo>
                  <a:lnTo>
                    <a:pt x="103555" y="6883"/>
                  </a:lnTo>
                  <a:lnTo>
                    <a:pt x="2705" y="6883"/>
                  </a:lnTo>
                  <a:lnTo>
                    <a:pt x="2705" y="437781"/>
                  </a:lnTo>
                  <a:lnTo>
                    <a:pt x="70142" y="437781"/>
                  </a:lnTo>
                  <a:lnTo>
                    <a:pt x="70142" y="98044"/>
                  </a:lnTo>
                  <a:lnTo>
                    <a:pt x="71424" y="98044"/>
                  </a:lnTo>
                  <a:lnTo>
                    <a:pt x="191211" y="437781"/>
                  </a:lnTo>
                  <a:lnTo>
                    <a:pt x="259257" y="437781"/>
                  </a:lnTo>
                  <a:lnTo>
                    <a:pt x="379082" y="98044"/>
                  </a:lnTo>
                  <a:lnTo>
                    <a:pt x="380339" y="98044"/>
                  </a:lnTo>
                  <a:lnTo>
                    <a:pt x="380339" y="437781"/>
                  </a:lnTo>
                  <a:lnTo>
                    <a:pt x="447763" y="437781"/>
                  </a:lnTo>
                  <a:lnTo>
                    <a:pt x="447763" y="6883"/>
                  </a:lnTo>
                  <a:close/>
                </a:path>
                <a:path w="3334385" h="874394">
                  <a:moveTo>
                    <a:pt x="799579" y="382193"/>
                  </a:moveTo>
                  <a:lnTo>
                    <a:pt x="614210" y="382193"/>
                  </a:lnTo>
                  <a:lnTo>
                    <a:pt x="614210" y="242493"/>
                  </a:lnTo>
                  <a:lnTo>
                    <a:pt x="785075" y="242493"/>
                  </a:lnTo>
                  <a:lnTo>
                    <a:pt x="785075" y="186613"/>
                  </a:lnTo>
                  <a:lnTo>
                    <a:pt x="614210" y="186613"/>
                  </a:lnTo>
                  <a:lnTo>
                    <a:pt x="614210" y="62153"/>
                  </a:lnTo>
                  <a:lnTo>
                    <a:pt x="794524" y="62153"/>
                  </a:lnTo>
                  <a:lnTo>
                    <a:pt x="794524" y="6273"/>
                  </a:lnTo>
                  <a:lnTo>
                    <a:pt x="540435" y="6273"/>
                  </a:lnTo>
                  <a:lnTo>
                    <a:pt x="540435" y="62153"/>
                  </a:lnTo>
                  <a:lnTo>
                    <a:pt x="540435" y="186613"/>
                  </a:lnTo>
                  <a:lnTo>
                    <a:pt x="540435" y="242493"/>
                  </a:lnTo>
                  <a:lnTo>
                    <a:pt x="540435" y="382193"/>
                  </a:lnTo>
                  <a:lnTo>
                    <a:pt x="540435" y="438073"/>
                  </a:lnTo>
                  <a:lnTo>
                    <a:pt x="799579" y="438073"/>
                  </a:lnTo>
                  <a:lnTo>
                    <a:pt x="799579" y="382193"/>
                  </a:lnTo>
                  <a:close/>
                </a:path>
                <a:path w="3334385" h="874394">
                  <a:moveTo>
                    <a:pt x="1112913" y="382193"/>
                  </a:moveTo>
                  <a:lnTo>
                    <a:pt x="942035" y="382193"/>
                  </a:lnTo>
                  <a:lnTo>
                    <a:pt x="942035" y="6273"/>
                  </a:lnTo>
                  <a:lnTo>
                    <a:pt x="868299" y="6273"/>
                  </a:lnTo>
                  <a:lnTo>
                    <a:pt x="868299" y="382193"/>
                  </a:lnTo>
                  <a:lnTo>
                    <a:pt x="868299" y="438073"/>
                  </a:lnTo>
                  <a:lnTo>
                    <a:pt x="1112913" y="438073"/>
                  </a:lnTo>
                  <a:lnTo>
                    <a:pt x="1112913" y="382193"/>
                  </a:lnTo>
                  <a:close/>
                </a:path>
                <a:path w="3334385" h="874394">
                  <a:moveTo>
                    <a:pt x="1449552" y="318503"/>
                  </a:moveTo>
                  <a:lnTo>
                    <a:pt x="1440116" y="267081"/>
                  </a:lnTo>
                  <a:lnTo>
                    <a:pt x="1417218" y="235445"/>
                  </a:lnTo>
                  <a:lnTo>
                    <a:pt x="1416545" y="234505"/>
                  </a:lnTo>
                  <a:lnTo>
                    <a:pt x="1385989" y="216458"/>
                  </a:lnTo>
                  <a:lnTo>
                    <a:pt x="1374521" y="213499"/>
                  </a:lnTo>
                  <a:lnTo>
                    <a:pt x="1374521" y="312254"/>
                  </a:lnTo>
                  <a:lnTo>
                    <a:pt x="1365605" y="350901"/>
                  </a:lnTo>
                  <a:lnTo>
                    <a:pt x="1342377" y="373227"/>
                  </a:lnTo>
                  <a:lnTo>
                    <a:pt x="1310157" y="383489"/>
                  </a:lnTo>
                  <a:lnTo>
                    <a:pt x="1274267" y="385965"/>
                  </a:lnTo>
                  <a:lnTo>
                    <a:pt x="1244638" y="385965"/>
                  </a:lnTo>
                  <a:lnTo>
                    <a:pt x="1244638" y="235445"/>
                  </a:lnTo>
                  <a:lnTo>
                    <a:pt x="1274267" y="235445"/>
                  </a:lnTo>
                  <a:lnTo>
                    <a:pt x="1315732" y="239458"/>
                  </a:lnTo>
                  <a:lnTo>
                    <a:pt x="1347330" y="252539"/>
                  </a:lnTo>
                  <a:lnTo>
                    <a:pt x="1367459" y="276275"/>
                  </a:lnTo>
                  <a:lnTo>
                    <a:pt x="1374521" y="312254"/>
                  </a:lnTo>
                  <a:lnTo>
                    <a:pt x="1374521" y="213499"/>
                  </a:lnTo>
                  <a:lnTo>
                    <a:pt x="1355598" y="208584"/>
                  </a:lnTo>
                  <a:lnTo>
                    <a:pt x="1355598" y="207352"/>
                  </a:lnTo>
                  <a:lnTo>
                    <a:pt x="1377581" y="197434"/>
                  </a:lnTo>
                  <a:lnTo>
                    <a:pt x="1396606" y="183591"/>
                  </a:lnTo>
                  <a:lnTo>
                    <a:pt x="1401330" y="180162"/>
                  </a:lnTo>
                  <a:lnTo>
                    <a:pt x="1420342" y="151638"/>
                  </a:lnTo>
                  <a:lnTo>
                    <a:pt x="1428127" y="108026"/>
                  </a:lnTo>
                  <a:lnTo>
                    <a:pt x="1416265" y="58699"/>
                  </a:lnTo>
                  <a:lnTo>
                    <a:pt x="1415465" y="55346"/>
                  </a:lnTo>
                  <a:lnTo>
                    <a:pt x="1384071" y="24676"/>
                  </a:lnTo>
                  <a:lnTo>
                    <a:pt x="1353096" y="13690"/>
                  </a:lnTo>
                  <a:lnTo>
                    <a:pt x="1353096" y="120523"/>
                  </a:lnTo>
                  <a:lnTo>
                    <a:pt x="1347076" y="153822"/>
                  </a:lnTo>
                  <a:lnTo>
                    <a:pt x="1330477" y="172897"/>
                  </a:lnTo>
                  <a:lnTo>
                    <a:pt x="1305471" y="181546"/>
                  </a:lnTo>
                  <a:lnTo>
                    <a:pt x="1274267" y="183591"/>
                  </a:lnTo>
                  <a:lnTo>
                    <a:pt x="1244638" y="183591"/>
                  </a:lnTo>
                  <a:lnTo>
                    <a:pt x="1244638" y="58699"/>
                  </a:lnTo>
                  <a:lnTo>
                    <a:pt x="1274267" y="58699"/>
                  </a:lnTo>
                  <a:lnTo>
                    <a:pt x="1306271" y="60794"/>
                  </a:lnTo>
                  <a:lnTo>
                    <a:pt x="1331175" y="69456"/>
                  </a:lnTo>
                  <a:lnTo>
                    <a:pt x="1347330" y="88201"/>
                  </a:lnTo>
                  <a:lnTo>
                    <a:pt x="1353096" y="120523"/>
                  </a:lnTo>
                  <a:lnTo>
                    <a:pt x="1353096" y="13690"/>
                  </a:lnTo>
                  <a:lnTo>
                    <a:pt x="1343812" y="10388"/>
                  </a:lnTo>
                  <a:lnTo>
                    <a:pt x="1304544" y="6870"/>
                  </a:lnTo>
                  <a:lnTo>
                    <a:pt x="1170901" y="6870"/>
                  </a:lnTo>
                  <a:lnTo>
                    <a:pt x="1170901" y="437781"/>
                  </a:lnTo>
                  <a:lnTo>
                    <a:pt x="1304544" y="437781"/>
                  </a:lnTo>
                  <a:lnTo>
                    <a:pt x="1343837" y="435571"/>
                  </a:lnTo>
                  <a:lnTo>
                    <a:pt x="1382826" y="426364"/>
                  </a:lnTo>
                  <a:lnTo>
                    <a:pt x="1416672" y="406349"/>
                  </a:lnTo>
                  <a:lnTo>
                    <a:pt x="1440535" y="371678"/>
                  </a:lnTo>
                  <a:lnTo>
                    <a:pt x="1449552" y="318503"/>
                  </a:lnTo>
                  <a:close/>
                </a:path>
                <a:path w="3334385" h="874394">
                  <a:moveTo>
                    <a:pt x="1843570" y="222326"/>
                  </a:moveTo>
                  <a:lnTo>
                    <a:pt x="1840941" y="170484"/>
                  </a:lnTo>
                  <a:lnTo>
                    <a:pt x="1832406" y="123355"/>
                  </a:lnTo>
                  <a:lnTo>
                    <a:pt x="1817014" y="82130"/>
                  </a:lnTo>
                  <a:lnTo>
                    <a:pt x="1796415" y="51828"/>
                  </a:lnTo>
                  <a:lnTo>
                    <a:pt x="1793811" y="47980"/>
                  </a:lnTo>
                  <a:lnTo>
                    <a:pt x="1762226" y="22453"/>
                  </a:lnTo>
                  <a:lnTo>
                    <a:pt x="1762226" y="222326"/>
                  </a:lnTo>
                  <a:lnTo>
                    <a:pt x="1759534" y="275310"/>
                  </a:lnTo>
                  <a:lnTo>
                    <a:pt x="1750364" y="321995"/>
                  </a:lnTo>
                  <a:lnTo>
                    <a:pt x="1733092" y="359244"/>
                  </a:lnTo>
                  <a:lnTo>
                    <a:pt x="1706067" y="383908"/>
                  </a:lnTo>
                  <a:lnTo>
                    <a:pt x="1667687" y="392823"/>
                  </a:lnTo>
                  <a:lnTo>
                    <a:pt x="1629029" y="383908"/>
                  </a:lnTo>
                  <a:lnTo>
                    <a:pt x="1601978" y="359244"/>
                  </a:lnTo>
                  <a:lnTo>
                    <a:pt x="1584782" y="321995"/>
                  </a:lnTo>
                  <a:lnTo>
                    <a:pt x="1575727" y="275310"/>
                  </a:lnTo>
                  <a:lnTo>
                    <a:pt x="1573098" y="222326"/>
                  </a:lnTo>
                  <a:lnTo>
                    <a:pt x="1575727" y="169341"/>
                  </a:lnTo>
                  <a:lnTo>
                    <a:pt x="1584782" y="122656"/>
                  </a:lnTo>
                  <a:lnTo>
                    <a:pt x="1601978" y="85407"/>
                  </a:lnTo>
                  <a:lnTo>
                    <a:pt x="1629029" y="60744"/>
                  </a:lnTo>
                  <a:lnTo>
                    <a:pt x="1667687" y="51828"/>
                  </a:lnTo>
                  <a:lnTo>
                    <a:pt x="1706067" y="60744"/>
                  </a:lnTo>
                  <a:lnTo>
                    <a:pt x="1733092" y="85407"/>
                  </a:lnTo>
                  <a:lnTo>
                    <a:pt x="1750364" y="122656"/>
                  </a:lnTo>
                  <a:lnTo>
                    <a:pt x="1759534" y="169341"/>
                  </a:lnTo>
                  <a:lnTo>
                    <a:pt x="1762226" y="222326"/>
                  </a:lnTo>
                  <a:lnTo>
                    <a:pt x="1762226" y="22453"/>
                  </a:lnTo>
                  <a:lnTo>
                    <a:pt x="1761820" y="22123"/>
                  </a:lnTo>
                  <a:lnTo>
                    <a:pt x="1720100" y="5727"/>
                  </a:lnTo>
                  <a:lnTo>
                    <a:pt x="1667687" y="0"/>
                  </a:lnTo>
                  <a:lnTo>
                    <a:pt x="1615071" y="5727"/>
                  </a:lnTo>
                  <a:lnTo>
                    <a:pt x="1573263" y="22123"/>
                  </a:lnTo>
                  <a:lnTo>
                    <a:pt x="1541284" y="47980"/>
                  </a:lnTo>
                  <a:lnTo>
                    <a:pt x="1518132" y="82130"/>
                  </a:lnTo>
                  <a:lnTo>
                    <a:pt x="1502816" y="123355"/>
                  </a:lnTo>
                  <a:lnTo>
                    <a:pt x="1494358" y="170484"/>
                  </a:lnTo>
                  <a:lnTo>
                    <a:pt x="1491767" y="222326"/>
                  </a:lnTo>
                  <a:lnTo>
                    <a:pt x="1494358" y="274167"/>
                  </a:lnTo>
                  <a:lnTo>
                    <a:pt x="1502816" y="321297"/>
                  </a:lnTo>
                  <a:lnTo>
                    <a:pt x="1518132" y="362521"/>
                  </a:lnTo>
                  <a:lnTo>
                    <a:pt x="1541284" y="396671"/>
                  </a:lnTo>
                  <a:lnTo>
                    <a:pt x="1573263" y="422529"/>
                  </a:lnTo>
                  <a:lnTo>
                    <a:pt x="1615071" y="438924"/>
                  </a:lnTo>
                  <a:lnTo>
                    <a:pt x="1667687" y="444652"/>
                  </a:lnTo>
                  <a:lnTo>
                    <a:pt x="1720100" y="438924"/>
                  </a:lnTo>
                  <a:lnTo>
                    <a:pt x="1761820" y="422529"/>
                  </a:lnTo>
                  <a:lnTo>
                    <a:pt x="1793811" y="396671"/>
                  </a:lnTo>
                  <a:lnTo>
                    <a:pt x="1796415" y="392823"/>
                  </a:lnTo>
                  <a:lnTo>
                    <a:pt x="1817014" y="362521"/>
                  </a:lnTo>
                  <a:lnTo>
                    <a:pt x="1832406" y="321297"/>
                  </a:lnTo>
                  <a:lnTo>
                    <a:pt x="1840941" y="274167"/>
                  </a:lnTo>
                  <a:lnTo>
                    <a:pt x="1843570" y="222326"/>
                  </a:lnTo>
                  <a:close/>
                </a:path>
                <a:path w="3334385" h="874394">
                  <a:moveTo>
                    <a:pt x="2215515" y="6870"/>
                  </a:moveTo>
                  <a:lnTo>
                    <a:pt x="2141778" y="6870"/>
                  </a:lnTo>
                  <a:lnTo>
                    <a:pt x="2141778" y="306006"/>
                  </a:lnTo>
                  <a:lnTo>
                    <a:pt x="2137829" y="340385"/>
                  </a:lnTo>
                  <a:lnTo>
                    <a:pt x="2124824" y="367919"/>
                  </a:lnTo>
                  <a:lnTo>
                    <a:pt x="2101075" y="386207"/>
                  </a:lnTo>
                  <a:lnTo>
                    <a:pt x="2064867" y="392823"/>
                  </a:lnTo>
                  <a:lnTo>
                    <a:pt x="2028291" y="386207"/>
                  </a:lnTo>
                  <a:lnTo>
                    <a:pt x="2004352" y="367919"/>
                  </a:lnTo>
                  <a:lnTo>
                    <a:pt x="1991283" y="340385"/>
                  </a:lnTo>
                  <a:lnTo>
                    <a:pt x="1987334" y="306006"/>
                  </a:lnTo>
                  <a:lnTo>
                    <a:pt x="1987334" y="6870"/>
                  </a:lnTo>
                  <a:lnTo>
                    <a:pt x="1913547" y="6870"/>
                  </a:lnTo>
                  <a:lnTo>
                    <a:pt x="1913547" y="306006"/>
                  </a:lnTo>
                  <a:lnTo>
                    <a:pt x="1920697" y="356882"/>
                  </a:lnTo>
                  <a:lnTo>
                    <a:pt x="1941029" y="395820"/>
                  </a:lnTo>
                  <a:lnTo>
                    <a:pt x="1972932" y="423189"/>
                  </a:lnTo>
                  <a:lnTo>
                    <a:pt x="2014753" y="439343"/>
                  </a:lnTo>
                  <a:lnTo>
                    <a:pt x="2064867" y="444652"/>
                  </a:lnTo>
                  <a:lnTo>
                    <a:pt x="2116353" y="439343"/>
                  </a:lnTo>
                  <a:lnTo>
                    <a:pt x="2158200" y="423189"/>
                  </a:lnTo>
                  <a:lnTo>
                    <a:pt x="2189353" y="395820"/>
                  </a:lnTo>
                  <a:lnTo>
                    <a:pt x="2208809" y="356882"/>
                  </a:lnTo>
                  <a:lnTo>
                    <a:pt x="2215515" y="306006"/>
                  </a:lnTo>
                  <a:lnTo>
                    <a:pt x="2215515" y="6870"/>
                  </a:lnTo>
                  <a:close/>
                </a:path>
                <a:path w="3334385" h="874394">
                  <a:moveTo>
                    <a:pt x="2591905" y="437781"/>
                  </a:moveTo>
                  <a:lnTo>
                    <a:pt x="2565412" y="316611"/>
                  </a:lnTo>
                  <a:lnTo>
                    <a:pt x="2557551" y="284302"/>
                  </a:lnTo>
                  <a:lnTo>
                    <a:pt x="2545550" y="256667"/>
                  </a:lnTo>
                  <a:lnTo>
                    <a:pt x="2541803" y="252907"/>
                  </a:lnTo>
                  <a:lnTo>
                    <a:pt x="2524087" y="235115"/>
                  </a:lnTo>
                  <a:lnTo>
                    <a:pt x="2487866" y="221081"/>
                  </a:lnTo>
                  <a:lnTo>
                    <a:pt x="2487866" y="219849"/>
                  </a:lnTo>
                  <a:lnTo>
                    <a:pt x="2520238" y="209308"/>
                  </a:lnTo>
                  <a:lnTo>
                    <a:pt x="2532913" y="201091"/>
                  </a:lnTo>
                  <a:lnTo>
                    <a:pt x="2547823" y="191414"/>
                  </a:lnTo>
                  <a:lnTo>
                    <a:pt x="2567025" y="162737"/>
                  </a:lnTo>
                  <a:lnTo>
                    <a:pt x="2574226" y="119900"/>
                  </a:lnTo>
                  <a:lnTo>
                    <a:pt x="2567533" y="75780"/>
                  </a:lnTo>
                  <a:lnTo>
                    <a:pt x="2557437" y="58686"/>
                  </a:lnTo>
                  <a:lnTo>
                    <a:pt x="2548572" y="43700"/>
                  </a:lnTo>
                  <a:lnTo>
                    <a:pt x="2518956" y="22377"/>
                  </a:lnTo>
                  <a:lnTo>
                    <a:pt x="2499233" y="16344"/>
                  </a:lnTo>
                  <a:lnTo>
                    <a:pt x="2499233" y="128016"/>
                  </a:lnTo>
                  <a:lnTo>
                    <a:pt x="2491016" y="166306"/>
                  </a:lnTo>
                  <a:lnTo>
                    <a:pt x="2469502" y="188429"/>
                  </a:lnTo>
                  <a:lnTo>
                    <a:pt x="2439365" y="198628"/>
                  </a:lnTo>
                  <a:lnTo>
                    <a:pt x="2405278" y="201091"/>
                  </a:lnTo>
                  <a:lnTo>
                    <a:pt x="2376246" y="201091"/>
                  </a:lnTo>
                  <a:lnTo>
                    <a:pt x="2376246" y="58686"/>
                  </a:lnTo>
                  <a:lnTo>
                    <a:pt x="2434310" y="58686"/>
                  </a:lnTo>
                  <a:lnTo>
                    <a:pt x="2461996" y="63195"/>
                  </a:lnTo>
                  <a:lnTo>
                    <a:pt x="2482354" y="76492"/>
                  </a:lnTo>
                  <a:lnTo>
                    <a:pt x="2494927" y="98221"/>
                  </a:lnTo>
                  <a:lnTo>
                    <a:pt x="2499233" y="128016"/>
                  </a:lnTo>
                  <a:lnTo>
                    <a:pt x="2499233" y="16344"/>
                  </a:lnTo>
                  <a:lnTo>
                    <a:pt x="2480322" y="10541"/>
                  </a:lnTo>
                  <a:lnTo>
                    <a:pt x="2434310" y="6883"/>
                  </a:lnTo>
                  <a:lnTo>
                    <a:pt x="2302535" y="6883"/>
                  </a:lnTo>
                  <a:lnTo>
                    <a:pt x="2302535" y="437781"/>
                  </a:lnTo>
                  <a:lnTo>
                    <a:pt x="2376246" y="437781"/>
                  </a:lnTo>
                  <a:lnTo>
                    <a:pt x="2376246" y="252907"/>
                  </a:lnTo>
                  <a:lnTo>
                    <a:pt x="2405278" y="252907"/>
                  </a:lnTo>
                  <a:lnTo>
                    <a:pt x="2445893" y="257594"/>
                  </a:lnTo>
                  <a:lnTo>
                    <a:pt x="2485504" y="301409"/>
                  </a:lnTo>
                  <a:lnTo>
                    <a:pt x="2496693" y="344741"/>
                  </a:lnTo>
                  <a:lnTo>
                    <a:pt x="2516860" y="437781"/>
                  </a:lnTo>
                  <a:lnTo>
                    <a:pt x="2591905" y="437781"/>
                  </a:lnTo>
                  <a:close/>
                </a:path>
                <a:path w="3334385" h="874394">
                  <a:moveTo>
                    <a:pt x="2981515" y="6883"/>
                  </a:moveTo>
                  <a:lnTo>
                    <a:pt x="2914053" y="6883"/>
                  </a:lnTo>
                  <a:lnTo>
                    <a:pt x="2914053" y="324142"/>
                  </a:lnTo>
                  <a:lnTo>
                    <a:pt x="2912795" y="324142"/>
                  </a:lnTo>
                  <a:lnTo>
                    <a:pt x="2745092" y="6883"/>
                  </a:lnTo>
                  <a:lnTo>
                    <a:pt x="2654312" y="6883"/>
                  </a:lnTo>
                  <a:lnTo>
                    <a:pt x="2654312" y="437781"/>
                  </a:lnTo>
                  <a:lnTo>
                    <a:pt x="2721737" y="437781"/>
                  </a:lnTo>
                  <a:lnTo>
                    <a:pt x="2721737" y="104914"/>
                  </a:lnTo>
                  <a:lnTo>
                    <a:pt x="2723045" y="104914"/>
                  </a:lnTo>
                  <a:lnTo>
                    <a:pt x="2898876" y="437781"/>
                  </a:lnTo>
                  <a:lnTo>
                    <a:pt x="2981515" y="437781"/>
                  </a:lnTo>
                  <a:lnTo>
                    <a:pt x="2981515" y="6883"/>
                  </a:lnTo>
                  <a:close/>
                </a:path>
                <a:path w="3334385" h="874394">
                  <a:moveTo>
                    <a:pt x="3333877" y="382193"/>
                  </a:moveTo>
                  <a:lnTo>
                    <a:pt x="3148546" y="382193"/>
                  </a:lnTo>
                  <a:lnTo>
                    <a:pt x="3148546" y="242493"/>
                  </a:lnTo>
                  <a:lnTo>
                    <a:pt x="3319424" y="242493"/>
                  </a:lnTo>
                  <a:lnTo>
                    <a:pt x="3319424" y="186613"/>
                  </a:lnTo>
                  <a:lnTo>
                    <a:pt x="3148546" y="186613"/>
                  </a:lnTo>
                  <a:lnTo>
                    <a:pt x="3148546" y="62153"/>
                  </a:lnTo>
                  <a:lnTo>
                    <a:pt x="3328860" y="62153"/>
                  </a:lnTo>
                  <a:lnTo>
                    <a:pt x="3328860" y="6273"/>
                  </a:lnTo>
                  <a:lnTo>
                    <a:pt x="3074809" y="6273"/>
                  </a:lnTo>
                  <a:lnTo>
                    <a:pt x="3074809" y="62153"/>
                  </a:lnTo>
                  <a:lnTo>
                    <a:pt x="3074809" y="186613"/>
                  </a:lnTo>
                  <a:lnTo>
                    <a:pt x="3074809" y="242493"/>
                  </a:lnTo>
                  <a:lnTo>
                    <a:pt x="3074809" y="382193"/>
                  </a:lnTo>
                  <a:lnTo>
                    <a:pt x="3074809" y="438073"/>
                  </a:lnTo>
                  <a:lnTo>
                    <a:pt x="3333877" y="438073"/>
                  </a:lnTo>
                  <a:lnTo>
                    <a:pt x="3333877" y="382193"/>
                  </a:lnTo>
                  <a:close/>
                </a:path>
              </a:pathLst>
            </a:custGeom>
            <a:solidFill>
              <a:srgbClr val="E31837"/>
            </a:solidFill>
          </p:spPr>
          <p:txBody>
            <a:bodyPr wrap="square" lIns="0" tIns="0" rIns="0" bIns="0" rtlCol="0"/>
            <a:lstStyle/>
            <a:p>
              <a:endParaRPr/>
            </a:p>
          </p:txBody>
        </p:sp>
        <p:pic>
          <p:nvPicPr>
            <p:cNvPr id="36" name="object 7">
              <a:extLst>
                <a:ext uri="{FF2B5EF4-FFF2-40B4-BE49-F238E27FC236}">
                  <a16:creationId xmlns:a16="http://schemas.microsoft.com/office/drawing/2014/main" id="{6B328694-6CD4-85DB-E555-52983B9BC6CC}"/>
                </a:ext>
              </a:extLst>
            </p:cNvPr>
            <p:cNvPicPr/>
            <p:nvPr userDrawn="1"/>
          </p:nvPicPr>
          <p:blipFill>
            <a:blip r:embed="rId5" cstate="print"/>
            <a:stretch>
              <a:fillRect/>
            </a:stretch>
          </p:blipFill>
          <p:spPr>
            <a:xfrm>
              <a:off x="2599460" y="1767088"/>
              <a:ext cx="141367" cy="186182"/>
            </a:xfrm>
            <a:prstGeom prst="rect">
              <a:avLst/>
            </a:prstGeom>
          </p:spPr>
        </p:pic>
        <p:sp>
          <p:nvSpPr>
            <p:cNvPr id="37" name="object 8">
              <a:extLst>
                <a:ext uri="{FF2B5EF4-FFF2-40B4-BE49-F238E27FC236}">
                  <a16:creationId xmlns:a16="http://schemas.microsoft.com/office/drawing/2014/main" id="{24CAD459-E0DF-9B36-639D-E22E1216EBE1}"/>
                </a:ext>
              </a:extLst>
            </p:cNvPr>
            <p:cNvSpPr/>
            <p:nvPr userDrawn="1"/>
          </p:nvSpPr>
          <p:spPr>
            <a:xfrm>
              <a:off x="3440722" y="1766817"/>
              <a:ext cx="1375410" cy="187325"/>
            </a:xfrm>
            <a:custGeom>
              <a:avLst/>
              <a:gdLst/>
              <a:ahLst/>
              <a:cxnLst/>
              <a:rect l="l" t="t" r="r" b="b"/>
              <a:pathLst>
                <a:path w="1375410" h="187325">
                  <a:moveTo>
                    <a:pt x="126123" y="127"/>
                  </a:moveTo>
                  <a:lnTo>
                    <a:pt x="0" y="127"/>
                  </a:lnTo>
                  <a:lnTo>
                    <a:pt x="0" y="24257"/>
                  </a:lnTo>
                  <a:lnTo>
                    <a:pt x="47167" y="24257"/>
                  </a:lnTo>
                  <a:lnTo>
                    <a:pt x="47167" y="186817"/>
                  </a:lnTo>
                  <a:lnTo>
                    <a:pt x="78994" y="186817"/>
                  </a:lnTo>
                  <a:lnTo>
                    <a:pt x="78994" y="24257"/>
                  </a:lnTo>
                  <a:lnTo>
                    <a:pt x="126123" y="24257"/>
                  </a:lnTo>
                  <a:lnTo>
                    <a:pt x="126123" y="127"/>
                  </a:lnTo>
                  <a:close/>
                </a:path>
                <a:path w="1375410" h="187325">
                  <a:moveTo>
                    <a:pt x="1374952" y="0"/>
                  </a:moveTo>
                  <a:lnTo>
                    <a:pt x="1343139" y="0"/>
                  </a:lnTo>
                  <a:lnTo>
                    <a:pt x="1343139" y="77470"/>
                  </a:lnTo>
                  <a:lnTo>
                    <a:pt x="1275511" y="77470"/>
                  </a:lnTo>
                  <a:lnTo>
                    <a:pt x="1275511" y="0"/>
                  </a:lnTo>
                  <a:lnTo>
                    <a:pt x="1243660" y="0"/>
                  </a:lnTo>
                  <a:lnTo>
                    <a:pt x="1243660" y="77470"/>
                  </a:lnTo>
                  <a:lnTo>
                    <a:pt x="1243660" y="101600"/>
                  </a:lnTo>
                  <a:lnTo>
                    <a:pt x="1243660" y="186690"/>
                  </a:lnTo>
                  <a:lnTo>
                    <a:pt x="1275511" y="186690"/>
                  </a:lnTo>
                  <a:lnTo>
                    <a:pt x="1275511" y="101600"/>
                  </a:lnTo>
                  <a:lnTo>
                    <a:pt x="1343139" y="101600"/>
                  </a:lnTo>
                  <a:lnTo>
                    <a:pt x="1343139" y="186690"/>
                  </a:lnTo>
                  <a:lnTo>
                    <a:pt x="1374952" y="186690"/>
                  </a:lnTo>
                  <a:lnTo>
                    <a:pt x="1374952" y="101600"/>
                  </a:lnTo>
                  <a:lnTo>
                    <a:pt x="1374952" y="77470"/>
                  </a:lnTo>
                  <a:lnTo>
                    <a:pt x="1374952" y="0"/>
                  </a:lnTo>
                  <a:close/>
                </a:path>
              </a:pathLst>
            </a:custGeom>
            <a:solidFill>
              <a:srgbClr val="E31837"/>
            </a:solidFill>
          </p:spPr>
          <p:txBody>
            <a:bodyPr wrap="square" lIns="0" tIns="0" rIns="0" bIns="0" rtlCol="0"/>
            <a:lstStyle/>
            <a:p>
              <a:endParaRPr/>
            </a:p>
          </p:txBody>
        </p:sp>
        <p:pic>
          <p:nvPicPr>
            <p:cNvPr id="38" name="object 9">
              <a:extLst>
                <a:ext uri="{FF2B5EF4-FFF2-40B4-BE49-F238E27FC236}">
                  <a16:creationId xmlns:a16="http://schemas.microsoft.com/office/drawing/2014/main" id="{54536452-6336-125A-63AA-EF8CAC61F98E}"/>
                </a:ext>
              </a:extLst>
            </p:cNvPr>
            <p:cNvPicPr/>
            <p:nvPr userDrawn="1"/>
          </p:nvPicPr>
          <p:blipFill>
            <a:blip r:embed="rId6" cstate="print"/>
            <a:stretch>
              <a:fillRect/>
            </a:stretch>
          </p:blipFill>
          <p:spPr>
            <a:xfrm>
              <a:off x="4864229" y="1767088"/>
              <a:ext cx="141367" cy="186182"/>
            </a:xfrm>
            <a:prstGeom prst="rect">
              <a:avLst/>
            </a:prstGeom>
          </p:spPr>
        </p:pic>
        <p:pic>
          <p:nvPicPr>
            <p:cNvPr id="39" name="object 10">
              <a:extLst>
                <a:ext uri="{FF2B5EF4-FFF2-40B4-BE49-F238E27FC236}">
                  <a16:creationId xmlns:a16="http://schemas.microsoft.com/office/drawing/2014/main" id="{46EEBE56-3C69-E2AB-AE0B-1AA9DB14D68F}"/>
                </a:ext>
              </a:extLst>
            </p:cNvPr>
            <p:cNvPicPr/>
            <p:nvPr userDrawn="1"/>
          </p:nvPicPr>
          <p:blipFill>
            <a:blip r:embed="rId7" cstate="print"/>
            <a:stretch>
              <a:fillRect/>
            </a:stretch>
          </p:blipFill>
          <p:spPr>
            <a:xfrm>
              <a:off x="4516890" y="1764139"/>
              <a:ext cx="137252" cy="192119"/>
            </a:xfrm>
            <a:prstGeom prst="rect">
              <a:avLst/>
            </a:prstGeom>
          </p:spPr>
        </p:pic>
        <p:sp>
          <p:nvSpPr>
            <p:cNvPr id="40" name="object 11">
              <a:extLst>
                <a:ext uri="{FF2B5EF4-FFF2-40B4-BE49-F238E27FC236}">
                  <a16:creationId xmlns:a16="http://schemas.microsoft.com/office/drawing/2014/main" id="{26BD7887-0FC5-4329-889A-3C164B74E8AC}"/>
                </a:ext>
              </a:extLst>
            </p:cNvPr>
            <p:cNvSpPr/>
            <p:nvPr userDrawn="1"/>
          </p:nvSpPr>
          <p:spPr>
            <a:xfrm>
              <a:off x="4220705" y="1766944"/>
              <a:ext cx="126364"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a:p>
          </p:txBody>
        </p:sp>
        <p:pic>
          <p:nvPicPr>
            <p:cNvPr id="41" name="object 12">
              <a:extLst>
                <a:ext uri="{FF2B5EF4-FFF2-40B4-BE49-F238E27FC236}">
                  <a16:creationId xmlns:a16="http://schemas.microsoft.com/office/drawing/2014/main" id="{B747E775-9BC1-19FD-7416-2538BA9D1297}"/>
                </a:ext>
              </a:extLst>
            </p:cNvPr>
            <p:cNvPicPr/>
            <p:nvPr userDrawn="1"/>
          </p:nvPicPr>
          <p:blipFill>
            <a:blip r:embed="rId8" cstate="print"/>
            <a:stretch>
              <a:fillRect/>
            </a:stretch>
          </p:blipFill>
          <p:spPr>
            <a:xfrm>
              <a:off x="5046193" y="1764136"/>
              <a:ext cx="152016" cy="192130"/>
            </a:xfrm>
            <a:prstGeom prst="rect">
              <a:avLst/>
            </a:prstGeom>
          </p:spPr>
        </p:pic>
        <p:sp>
          <p:nvSpPr>
            <p:cNvPr id="42" name="object 13">
              <a:extLst>
                <a:ext uri="{FF2B5EF4-FFF2-40B4-BE49-F238E27FC236}">
                  <a16:creationId xmlns:a16="http://schemas.microsoft.com/office/drawing/2014/main" id="{FC794EB0-8D97-4FC3-A4C9-EEB6E5E9D6E2}"/>
                </a:ext>
              </a:extLst>
            </p:cNvPr>
            <p:cNvSpPr/>
            <p:nvPr userDrawn="1"/>
          </p:nvSpPr>
          <p:spPr>
            <a:xfrm>
              <a:off x="4375201" y="1767223"/>
              <a:ext cx="11239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E31837"/>
            </a:solidFill>
          </p:spPr>
          <p:txBody>
            <a:bodyPr wrap="square" lIns="0" tIns="0" rIns="0" bIns="0" rtlCol="0"/>
            <a:lstStyle/>
            <a:p>
              <a:endParaRPr/>
            </a:p>
          </p:txBody>
        </p:sp>
        <p:pic>
          <p:nvPicPr>
            <p:cNvPr id="43" name="object 14">
              <a:extLst>
                <a:ext uri="{FF2B5EF4-FFF2-40B4-BE49-F238E27FC236}">
                  <a16:creationId xmlns:a16="http://schemas.microsoft.com/office/drawing/2014/main" id="{9D4A36C0-22C0-3B92-9062-17EFECC7D5BE}"/>
                </a:ext>
              </a:extLst>
            </p:cNvPr>
            <p:cNvPicPr/>
            <p:nvPr userDrawn="1"/>
          </p:nvPicPr>
          <p:blipFill>
            <a:blip r:embed="rId9" cstate="print"/>
            <a:stretch>
              <a:fillRect/>
            </a:stretch>
          </p:blipFill>
          <p:spPr>
            <a:xfrm>
              <a:off x="5539051" y="1764139"/>
              <a:ext cx="313532" cy="192119"/>
            </a:xfrm>
            <a:prstGeom prst="rect">
              <a:avLst/>
            </a:prstGeom>
          </p:spPr>
        </p:pic>
        <p:pic>
          <p:nvPicPr>
            <p:cNvPr id="44" name="object 15">
              <a:extLst>
                <a:ext uri="{FF2B5EF4-FFF2-40B4-BE49-F238E27FC236}">
                  <a16:creationId xmlns:a16="http://schemas.microsoft.com/office/drawing/2014/main" id="{03127218-CB3A-18B1-8710-71DF5FD13295}"/>
                </a:ext>
              </a:extLst>
            </p:cNvPr>
            <p:cNvPicPr/>
            <p:nvPr userDrawn="1"/>
          </p:nvPicPr>
          <p:blipFill>
            <a:blip r:embed="rId10" cstate="print"/>
            <a:stretch>
              <a:fillRect/>
            </a:stretch>
          </p:blipFill>
          <p:spPr>
            <a:xfrm>
              <a:off x="5239113" y="1764136"/>
              <a:ext cx="267220" cy="192130"/>
            </a:xfrm>
            <a:prstGeom prst="rect">
              <a:avLst/>
            </a:prstGeom>
          </p:spPr>
        </p:pic>
        <p:sp>
          <p:nvSpPr>
            <p:cNvPr id="45" name="object 16">
              <a:extLst>
                <a:ext uri="{FF2B5EF4-FFF2-40B4-BE49-F238E27FC236}">
                  <a16:creationId xmlns:a16="http://schemas.microsoft.com/office/drawing/2014/main" id="{D970208C-9D50-0ADD-2FB0-4A2E6E0AF5C6}"/>
                </a:ext>
              </a:extLst>
            </p:cNvPr>
            <p:cNvSpPr/>
            <p:nvPr userDrawn="1"/>
          </p:nvSpPr>
          <p:spPr>
            <a:xfrm>
              <a:off x="2778430" y="1764137"/>
              <a:ext cx="929005" cy="192405"/>
            </a:xfrm>
            <a:custGeom>
              <a:avLst/>
              <a:gdLst/>
              <a:ahLst/>
              <a:cxnLst/>
              <a:rect l="l" t="t" r="r" b="b"/>
              <a:pathLst>
                <a:path w="929004" h="192405">
                  <a:moveTo>
                    <a:pt x="124764" y="139230"/>
                  </a:moveTo>
                  <a:lnTo>
                    <a:pt x="110756" y="105498"/>
                  </a:lnTo>
                  <a:lnTo>
                    <a:pt x="79946" y="83553"/>
                  </a:lnTo>
                  <a:lnTo>
                    <a:pt x="49123" y="65963"/>
                  </a:lnTo>
                  <a:lnTo>
                    <a:pt x="35115" y="45300"/>
                  </a:lnTo>
                  <a:lnTo>
                    <a:pt x="37325" y="35001"/>
                  </a:lnTo>
                  <a:lnTo>
                    <a:pt x="43357" y="27863"/>
                  </a:lnTo>
                  <a:lnTo>
                    <a:pt x="52374" y="23710"/>
                  </a:lnTo>
                  <a:lnTo>
                    <a:pt x="63474" y="22364"/>
                  </a:lnTo>
                  <a:lnTo>
                    <a:pt x="77127" y="23533"/>
                  </a:lnTo>
                  <a:lnTo>
                    <a:pt x="89496" y="26479"/>
                  </a:lnTo>
                  <a:lnTo>
                    <a:pt x="100622" y="30327"/>
                  </a:lnTo>
                  <a:lnTo>
                    <a:pt x="110578" y="34226"/>
                  </a:lnTo>
                  <a:lnTo>
                    <a:pt x="110578" y="5118"/>
                  </a:lnTo>
                  <a:lnTo>
                    <a:pt x="103479" y="3759"/>
                  </a:lnTo>
                  <a:lnTo>
                    <a:pt x="92900" y="2057"/>
                  </a:lnTo>
                  <a:lnTo>
                    <a:pt x="79654" y="609"/>
                  </a:lnTo>
                  <a:lnTo>
                    <a:pt x="64579" y="0"/>
                  </a:lnTo>
                  <a:lnTo>
                    <a:pt x="39535" y="2844"/>
                  </a:lnTo>
                  <a:lnTo>
                    <a:pt x="18999" y="11569"/>
                  </a:lnTo>
                  <a:lnTo>
                    <a:pt x="5105" y="26517"/>
                  </a:lnTo>
                  <a:lnTo>
                    <a:pt x="0" y="48018"/>
                  </a:lnTo>
                  <a:lnTo>
                    <a:pt x="14008" y="79616"/>
                  </a:lnTo>
                  <a:lnTo>
                    <a:pt x="44831" y="100571"/>
                  </a:lnTo>
                  <a:lnTo>
                    <a:pt x="75653" y="119214"/>
                  </a:lnTo>
                  <a:lnTo>
                    <a:pt x="89662" y="143840"/>
                  </a:lnTo>
                  <a:lnTo>
                    <a:pt x="88023" y="153022"/>
                  </a:lnTo>
                  <a:lnTo>
                    <a:pt x="82562" y="161366"/>
                  </a:lnTo>
                  <a:lnTo>
                    <a:pt x="72402" y="167424"/>
                  </a:lnTo>
                  <a:lnTo>
                    <a:pt x="56667" y="169773"/>
                  </a:lnTo>
                  <a:lnTo>
                    <a:pt x="39916" y="167894"/>
                  </a:lnTo>
                  <a:lnTo>
                    <a:pt x="25400" y="163258"/>
                  </a:lnTo>
                  <a:lnTo>
                    <a:pt x="13246" y="157353"/>
                  </a:lnTo>
                  <a:lnTo>
                    <a:pt x="3581" y="151688"/>
                  </a:lnTo>
                  <a:lnTo>
                    <a:pt x="3581" y="184289"/>
                  </a:lnTo>
                  <a:lnTo>
                    <a:pt x="10680" y="186093"/>
                  </a:lnTo>
                  <a:lnTo>
                    <a:pt x="22606" y="188722"/>
                  </a:lnTo>
                  <a:lnTo>
                    <a:pt x="38011" y="191096"/>
                  </a:lnTo>
                  <a:lnTo>
                    <a:pt x="55562" y="192138"/>
                  </a:lnTo>
                  <a:lnTo>
                    <a:pt x="83616" y="188772"/>
                  </a:lnTo>
                  <a:lnTo>
                    <a:pt x="105486" y="178752"/>
                  </a:lnTo>
                  <a:lnTo>
                    <a:pt x="119697" y="162191"/>
                  </a:lnTo>
                  <a:lnTo>
                    <a:pt x="124764" y="139230"/>
                  </a:lnTo>
                  <a:close/>
                </a:path>
                <a:path w="929004" h="192405">
                  <a:moveTo>
                    <a:pt x="266407" y="2806"/>
                  </a:moveTo>
                  <a:lnTo>
                    <a:pt x="140322" y="2806"/>
                  </a:lnTo>
                  <a:lnTo>
                    <a:pt x="140322" y="26936"/>
                  </a:lnTo>
                  <a:lnTo>
                    <a:pt x="187452" y="26936"/>
                  </a:lnTo>
                  <a:lnTo>
                    <a:pt x="187452" y="189496"/>
                  </a:lnTo>
                  <a:lnTo>
                    <a:pt x="219303" y="189496"/>
                  </a:lnTo>
                  <a:lnTo>
                    <a:pt x="219303" y="26936"/>
                  </a:lnTo>
                  <a:lnTo>
                    <a:pt x="266407" y="26936"/>
                  </a:lnTo>
                  <a:lnTo>
                    <a:pt x="266407" y="2806"/>
                  </a:lnTo>
                  <a:close/>
                </a:path>
                <a:path w="929004" h="192405">
                  <a:moveTo>
                    <a:pt x="325831" y="2959"/>
                  </a:moveTo>
                  <a:lnTo>
                    <a:pt x="293979" y="2959"/>
                  </a:lnTo>
                  <a:lnTo>
                    <a:pt x="293979" y="189141"/>
                  </a:lnTo>
                  <a:lnTo>
                    <a:pt x="325831" y="189141"/>
                  </a:lnTo>
                  <a:lnTo>
                    <a:pt x="325831" y="2959"/>
                  </a:lnTo>
                  <a:close/>
                </a:path>
                <a:path w="929004" h="192405">
                  <a:moveTo>
                    <a:pt x="479475" y="2806"/>
                  </a:moveTo>
                  <a:lnTo>
                    <a:pt x="353390" y="2806"/>
                  </a:lnTo>
                  <a:lnTo>
                    <a:pt x="353390" y="26936"/>
                  </a:lnTo>
                  <a:lnTo>
                    <a:pt x="400481" y="26936"/>
                  </a:lnTo>
                  <a:lnTo>
                    <a:pt x="400481" y="189496"/>
                  </a:lnTo>
                  <a:lnTo>
                    <a:pt x="432333" y="189496"/>
                  </a:lnTo>
                  <a:lnTo>
                    <a:pt x="432333" y="26936"/>
                  </a:lnTo>
                  <a:lnTo>
                    <a:pt x="479475" y="26936"/>
                  </a:lnTo>
                  <a:lnTo>
                    <a:pt x="479475" y="2806"/>
                  </a:lnTo>
                  <a:close/>
                </a:path>
                <a:path w="929004" h="192405">
                  <a:moveTo>
                    <a:pt x="928725" y="165646"/>
                  </a:moveTo>
                  <a:lnTo>
                    <a:pt x="848601" y="165646"/>
                  </a:lnTo>
                  <a:lnTo>
                    <a:pt x="848601" y="104686"/>
                  </a:lnTo>
                  <a:lnTo>
                    <a:pt x="922464" y="104686"/>
                  </a:lnTo>
                  <a:lnTo>
                    <a:pt x="922464" y="80556"/>
                  </a:lnTo>
                  <a:lnTo>
                    <a:pt x="848601" y="80556"/>
                  </a:lnTo>
                  <a:lnTo>
                    <a:pt x="848601" y="27216"/>
                  </a:lnTo>
                  <a:lnTo>
                    <a:pt x="926528" y="27216"/>
                  </a:lnTo>
                  <a:lnTo>
                    <a:pt x="926528" y="3086"/>
                  </a:lnTo>
                  <a:lnTo>
                    <a:pt x="816749" y="3086"/>
                  </a:lnTo>
                  <a:lnTo>
                    <a:pt x="816749" y="27216"/>
                  </a:lnTo>
                  <a:lnTo>
                    <a:pt x="816749" y="80556"/>
                  </a:lnTo>
                  <a:lnTo>
                    <a:pt x="816749" y="104686"/>
                  </a:lnTo>
                  <a:lnTo>
                    <a:pt x="816749" y="165646"/>
                  </a:lnTo>
                  <a:lnTo>
                    <a:pt x="816749" y="189776"/>
                  </a:lnTo>
                  <a:lnTo>
                    <a:pt x="928725" y="189776"/>
                  </a:lnTo>
                  <a:lnTo>
                    <a:pt x="928725" y="165646"/>
                  </a:lnTo>
                  <a:close/>
                </a:path>
              </a:pathLst>
            </a:custGeom>
            <a:solidFill>
              <a:srgbClr val="E31837"/>
            </a:solidFill>
          </p:spPr>
          <p:txBody>
            <a:bodyPr wrap="square" lIns="0" tIns="0" rIns="0" bIns="0" rtlCol="0"/>
            <a:lstStyle/>
            <a:p>
              <a:endParaRPr/>
            </a:p>
          </p:txBody>
        </p:sp>
        <p:pic>
          <p:nvPicPr>
            <p:cNvPr id="46" name="object 17">
              <a:extLst>
                <a:ext uri="{FF2B5EF4-FFF2-40B4-BE49-F238E27FC236}">
                  <a16:creationId xmlns:a16="http://schemas.microsoft.com/office/drawing/2014/main" id="{5BC964EA-4E31-73E8-8A78-65302F44C288}"/>
                </a:ext>
              </a:extLst>
            </p:cNvPr>
            <p:cNvPicPr/>
            <p:nvPr userDrawn="1"/>
          </p:nvPicPr>
          <p:blipFill>
            <a:blip r:embed="rId11" cstate="print"/>
            <a:stretch>
              <a:fillRect/>
            </a:stretch>
          </p:blipFill>
          <p:spPr>
            <a:xfrm>
              <a:off x="3284086" y="1767088"/>
              <a:ext cx="130467" cy="189177"/>
            </a:xfrm>
            <a:prstGeom prst="rect">
              <a:avLst/>
            </a:prstGeom>
          </p:spPr>
        </p:pic>
        <p:sp>
          <p:nvSpPr>
            <p:cNvPr id="47" name="object 18">
              <a:extLst>
                <a:ext uri="{FF2B5EF4-FFF2-40B4-BE49-F238E27FC236}">
                  <a16:creationId xmlns:a16="http://schemas.microsoft.com/office/drawing/2014/main" id="{70D8A71D-326E-E07A-D7A8-5E13DB7DF757}"/>
                </a:ext>
              </a:extLst>
            </p:cNvPr>
            <p:cNvSpPr/>
            <p:nvPr userDrawn="1"/>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E31837"/>
            </a:solidFill>
          </p:spPr>
          <p:txBody>
            <a:bodyPr wrap="square" lIns="0" tIns="0" rIns="0" bIns="0" rtlCol="0"/>
            <a:lstStyle/>
            <a:p>
              <a:endParaRPr/>
            </a:p>
          </p:txBody>
        </p:sp>
        <p:pic>
          <p:nvPicPr>
            <p:cNvPr id="48" name="object 19">
              <a:extLst>
                <a:ext uri="{FF2B5EF4-FFF2-40B4-BE49-F238E27FC236}">
                  <a16:creationId xmlns:a16="http://schemas.microsoft.com/office/drawing/2014/main" id="{359AF733-51E9-5A89-073C-8EE2E1BA0399}"/>
                </a:ext>
              </a:extLst>
            </p:cNvPr>
            <p:cNvPicPr/>
            <p:nvPr userDrawn="1"/>
          </p:nvPicPr>
          <p:blipFill>
            <a:blip r:embed="rId12" cstate="print"/>
            <a:stretch>
              <a:fillRect/>
            </a:stretch>
          </p:blipFill>
          <p:spPr>
            <a:xfrm>
              <a:off x="3820237" y="1764136"/>
              <a:ext cx="151984" cy="192130"/>
            </a:xfrm>
            <a:prstGeom prst="rect">
              <a:avLst/>
            </a:prstGeom>
          </p:spPr>
        </p:pic>
        <p:sp>
          <p:nvSpPr>
            <p:cNvPr id="49" name="object 20">
              <a:extLst>
                <a:ext uri="{FF2B5EF4-FFF2-40B4-BE49-F238E27FC236}">
                  <a16:creationId xmlns:a16="http://schemas.microsoft.com/office/drawing/2014/main" id="{031D4199-8AED-5EEC-1B7A-FE2F983182F7}"/>
                </a:ext>
              </a:extLst>
            </p:cNvPr>
            <p:cNvSpPr/>
            <p:nvPr userDrawn="1"/>
          </p:nvSpPr>
          <p:spPr>
            <a:xfrm>
              <a:off x="2519912" y="1630913"/>
              <a:ext cx="3333115" cy="25400"/>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E31837"/>
            </a:solidFill>
          </p:spPr>
          <p:txBody>
            <a:bodyPr wrap="square" lIns="0" tIns="0" rIns="0" bIns="0" rtlCol="0"/>
            <a:lstStyle/>
            <a:p>
              <a:endParaRPr/>
            </a:p>
          </p:txBody>
        </p:sp>
        <p:pic>
          <p:nvPicPr>
            <p:cNvPr id="50" name="object 21">
              <a:extLst>
                <a:ext uri="{FF2B5EF4-FFF2-40B4-BE49-F238E27FC236}">
                  <a16:creationId xmlns:a16="http://schemas.microsoft.com/office/drawing/2014/main" id="{14EFB97D-2CBA-6156-D25E-ACE359FB705D}"/>
                </a:ext>
              </a:extLst>
            </p:cNvPr>
            <p:cNvPicPr/>
            <p:nvPr userDrawn="1"/>
          </p:nvPicPr>
          <p:blipFill>
            <a:blip r:embed="rId13" cstate="print"/>
            <a:stretch>
              <a:fillRect/>
            </a:stretch>
          </p:blipFill>
          <p:spPr>
            <a:xfrm>
              <a:off x="873663" y="691082"/>
              <a:ext cx="1476939" cy="1713220"/>
            </a:xfrm>
            <a:prstGeom prst="rect">
              <a:avLst/>
            </a:prstGeom>
          </p:spPr>
        </p:pic>
      </p:grpSp>
      <p:sp>
        <p:nvSpPr>
          <p:cNvPr id="55" name="bg object 16">
            <a:extLst>
              <a:ext uri="{FF2B5EF4-FFF2-40B4-BE49-F238E27FC236}">
                <a16:creationId xmlns:a16="http://schemas.microsoft.com/office/drawing/2014/main" id="{60A3B425-9739-5650-FBE0-446E20D51903}"/>
              </a:ext>
            </a:extLst>
          </p:cNvPr>
          <p:cNvSpPr/>
          <p:nvPr userDrawn="1"/>
        </p:nvSpPr>
        <p:spPr>
          <a:xfrm>
            <a:off x="0" y="10240526"/>
            <a:ext cx="15079663" cy="1068070"/>
          </a:xfrm>
          <a:custGeom>
            <a:avLst/>
            <a:gdLst/>
            <a:ahLst/>
            <a:cxnLst/>
            <a:rect l="l" t="t" r="r" b="b"/>
            <a:pathLst>
              <a:path w="20104100" h="1068070">
                <a:moveTo>
                  <a:pt x="20104099" y="0"/>
                </a:moveTo>
                <a:lnTo>
                  <a:pt x="0" y="0"/>
                </a:lnTo>
                <a:lnTo>
                  <a:pt x="0" y="1068030"/>
                </a:lnTo>
                <a:lnTo>
                  <a:pt x="20104099" y="1068030"/>
                </a:lnTo>
                <a:lnTo>
                  <a:pt x="20104099" y="0"/>
                </a:lnTo>
                <a:close/>
              </a:path>
            </a:pathLst>
          </a:custGeom>
          <a:solidFill>
            <a:srgbClr val="E41E35"/>
          </a:solidFill>
        </p:spPr>
        <p:txBody>
          <a:bodyPr wrap="square" lIns="0" tIns="0" rIns="0" bIns="0" rtlCol="0"/>
          <a:lstStyle/>
          <a:p>
            <a:endParaRPr/>
          </a:p>
        </p:txBody>
      </p:sp>
      <p:sp>
        <p:nvSpPr>
          <p:cNvPr id="53" name="object 25">
            <a:extLst>
              <a:ext uri="{FF2B5EF4-FFF2-40B4-BE49-F238E27FC236}">
                <a16:creationId xmlns:a16="http://schemas.microsoft.com/office/drawing/2014/main" id="{741453CF-5914-BABD-B4FA-2C45A596E6D6}"/>
              </a:ext>
            </a:extLst>
          </p:cNvPr>
          <p:cNvSpPr txBox="1"/>
          <p:nvPr userDrawn="1"/>
        </p:nvSpPr>
        <p:spPr>
          <a:xfrm>
            <a:off x="642355" y="10467654"/>
            <a:ext cx="2140017" cy="349519"/>
          </a:xfrm>
          <a:prstGeom prst="rect">
            <a:avLst/>
          </a:prstGeom>
        </p:spPr>
        <p:txBody>
          <a:bodyPr vert="horz" wrap="square" lIns="0" tIns="32388" rIns="0" bIns="0" rtlCol="0">
            <a:spAutoFit/>
          </a:bodyPr>
          <a:lstStyle/>
          <a:p>
            <a:pPr marL="9526">
              <a:lnSpc>
                <a:spcPct val="100000"/>
              </a:lnSpc>
              <a:spcBef>
                <a:spcPts val="255"/>
              </a:spcBef>
            </a:pPr>
            <a:r>
              <a:rPr sz="1988" b="1" spc="206" dirty="0">
                <a:solidFill>
                  <a:srgbClr val="FFFFFF"/>
                </a:solidFill>
                <a:latin typeface="Palatino Linotype"/>
                <a:cs typeface="Palatino Linotype"/>
              </a:rPr>
              <a:t>&gt;</a:t>
            </a:r>
            <a:r>
              <a:rPr sz="1988" b="1" spc="-90" dirty="0">
                <a:solidFill>
                  <a:srgbClr val="FFFFFF"/>
                </a:solidFill>
                <a:latin typeface="Palatino Linotype"/>
                <a:cs typeface="Palatino Linotype"/>
              </a:rPr>
              <a:t> </a:t>
            </a:r>
            <a:r>
              <a:rPr sz="1988" b="1" spc="-8" dirty="0">
                <a:solidFill>
                  <a:srgbClr val="FFFFFF"/>
                </a:solidFill>
                <a:latin typeface="Palatino Linotype"/>
                <a:cs typeface="Palatino Linotype"/>
              </a:rPr>
              <a:t>www.mit.edu.au</a:t>
            </a:r>
            <a:endParaRPr sz="1988" dirty="0">
              <a:latin typeface="Palatino Linotype"/>
              <a:cs typeface="Palatino Linotype"/>
            </a:endParaRPr>
          </a:p>
        </p:txBody>
      </p:sp>
      <p:sp>
        <p:nvSpPr>
          <p:cNvPr id="58" name="Text Placeholder 57">
            <a:extLst>
              <a:ext uri="{FF2B5EF4-FFF2-40B4-BE49-F238E27FC236}">
                <a16:creationId xmlns:a16="http://schemas.microsoft.com/office/drawing/2014/main" id="{A31AD4CA-FCF3-5106-3B69-A2C67C2768BA}"/>
              </a:ext>
            </a:extLst>
          </p:cNvPr>
          <p:cNvSpPr>
            <a:spLocks noGrp="1"/>
          </p:cNvSpPr>
          <p:nvPr>
            <p:ph type="body" sz="quarter" idx="10" hasCustomPrompt="1"/>
          </p:nvPr>
        </p:nvSpPr>
        <p:spPr>
          <a:xfrm>
            <a:off x="685656" y="5037862"/>
            <a:ext cx="7449646" cy="761875"/>
          </a:xfrm>
          <a:prstGeom prst="rect">
            <a:avLst/>
          </a:prstGeom>
        </p:spPr>
        <p:txBody>
          <a:bodyPr wrap="square" lIns="0" tIns="0" rIns="0" bIns="0">
            <a:spAutoFit/>
          </a:bodyPr>
          <a:lstStyle>
            <a:lvl1pPr>
              <a:defRPr sz="4951"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Sub heading</a:t>
            </a:r>
          </a:p>
        </p:txBody>
      </p:sp>
      <p:sp>
        <p:nvSpPr>
          <p:cNvPr id="59" name="Text Placeholder 57">
            <a:extLst>
              <a:ext uri="{FF2B5EF4-FFF2-40B4-BE49-F238E27FC236}">
                <a16:creationId xmlns:a16="http://schemas.microsoft.com/office/drawing/2014/main" id="{DE96F4EA-4BA6-B375-B65B-9FC43B9689CC}"/>
              </a:ext>
            </a:extLst>
          </p:cNvPr>
          <p:cNvSpPr>
            <a:spLocks noGrp="1"/>
          </p:cNvSpPr>
          <p:nvPr>
            <p:ph type="body" sz="quarter" idx="11" hasCustomPrompt="1"/>
          </p:nvPr>
        </p:nvSpPr>
        <p:spPr>
          <a:xfrm>
            <a:off x="685656" y="6416675"/>
            <a:ext cx="7449646" cy="2389372"/>
          </a:xfrm>
          <a:prstGeom prst="rect">
            <a:avLst/>
          </a:prstGeom>
        </p:spPr>
        <p:txBody>
          <a:bodyPr wrap="square" lIns="0" tIns="0" rIns="0" bIns="0">
            <a:spAutoFit/>
          </a:bodyPr>
          <a:lstStyle>
            <a:lvl1pPr>
              <a:lnSpc>
                <a:spcPct val="90000"/>
              </a:lnSpc>
              <a:defRPr sz="8626" b="1">
                <a:solidFill>
                  <a:srgbClr val="E31837"/>
                </a:solidFill>
                <a:latin typeface="Playfair Display"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Main title can</a:t>
            </a:r>
          </a:p>
          <a:p>
            <a:pPr lvl="0"/>
            <a:r>
              <a:rPr lang="en-US" dirty="0"/>
              <a:t>go in here</a:t>
            </a:r>
          </a:p>
        </p:txBody>
      </p:sp>
      <p:sp>
        <p:nvSpPr>
          <p:cNvPr id="4" name="object 24">
            <a:extLst>
              <a:ext uri="{FF2B5EF4-FFF2-40B4-BE49-F238E27FC236}">
                <a16:creationId xmlns:a16="http://schemas.microsoft.com/office/drawing/2014/main" id="{DBBB8701-F39E-A4A9-C5B8-526A53134FE0}"/>
              </a:ext>
            </a:extLst>
          </p:cNvPr>
          <p:cNvSpPr txBox="1"/>
          <p:nvPr userDrawn="1"/>
        </p:nvSpPr>
        <p:spPr>
          <a:xfrm>
            <a:off x="10940629" y="10505577"/>
            <a:ext cx="3771738" cy="537968"/>
          </a:xfrm>
          <a:prstGeom prst="rect">
            <a:avLst/>
          </a:prstGeom>
        </p:spPr>
        <p:txBody>
          <a:bodyPr vert="horz" wrap="none" lIns="0" tIns="1905" rIns="0" bIns="0" rtlCol="0" anchor="ctr">
            <a:spAutoFit/>
          </a:bodyPr>
          <a:lstStyle/>
          <a:p>
            <a:pPr marR="4763" algn="r">
              <a:lnSpc>
                <a:spcPct val="100000"/>
              </a:lnSpc>
              <a:spcBef>
                <a:spcPts val="15"/>
              </a:spcBef>
            </a:pPr>
            <a:r>
              <a:rPr sz="1050" spc="-15" dirty="0">
                <a:solidFill>
                  <a:srgbClr val="FFFFFF"/>
                </a:solidFill>
                <a:latin typeface="Roboto" panose="02000000000000000000" pitchFamily="2" charset="0"/>
                <a:ea typeface="Roboto" panose="02000000000000000000" pitchFamily="2" charset="0"/>
                <a:cs typeface="Roboto" panose="02000000000000000000" pitchFamily="2" charset="0"/>
              </a:rPr>
              <a:t>CRICOS</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Provider</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Code</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01545C</a:t>
            </a:r>
            <a:r>
              <a:rPr sz="1050" spc="5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56" dirty="0">
                <a:solidFill>
                  <a:srgbClr val="FFFFFF"/>
                </a:solidFill>
                <a:latin typeface="Roboto" panose="02000000000000000000" pitchFamily="2" charset="0"/>
                <a:ea typeface="Roboto" panose="02000000000000000000" pitchFamily="2" charset="0"/>
                <a:cs typeface="Roboto" panose="02000000000000000000" pitchFamily="2" charset="0"/>
              </a:rPr>
              <a:t>and</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03245K</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19" dirty="0">
                <a:solidFill>
                  <a:srgbClr val="FFFFFF"/>
                </a:solidFill>
                <a:latin typeface="Roboto" panose="02000000000000000000" pitchFamily="2" charset="0"/>
                <a:ea typeface="Roboto" panose="02000000000000000000" pitchFamily="2" charset="0"/>
                <a:cs typeface="Roboto" panose="02000000000000000000" pitchFamily="2" charset="0"/>
              </a:rPr>
              <a:t>NSW</a:t>
            </a:r>
            <a:endParaRPr sz="1050" dirty="0">
              <a:latin typeface="Roboto" panose="02000000000000000000" pitchFamily="2" charset="0"/>
              <a:ea typeface="Roboto" panose="02000000000000000000" pitchFamily="2" charset="0"/>
              <a:cs typeface="Roboto" panose="02000000000000000000" pitchFamily="2" charset="0"/>
            </a:endParaRPr>
          </a:p>
          <a:p>
            <a:pPr marR="4287" algn="r">
              <a:lnSpc>
                <a:spcPct val="100000"/>
              </a:lnSpc>
              <a:spcBef>
                <a:spcPts val="203"/>
              </a:spcBef>
            </a:pPr>
            <a:r>
              <a:rPr sz="1050" dirty="0">
                <a:solidFill>
                  <a:srgbClr val="FFFFFF"/>
                </a:solidFill>
                <a:latin typeface="Roboto" panose="02000000000000000000" pitchFamily="2" charset="0"/>
                <a:ea typeface="Roboto" panose="02000000000000000000" pitchFamily="2" charset="0"/>
                <a:cs typeface="Roboto" panose="02000000000000000000" pitchFamily="2" charset="0"/>
              </a:rPr>
              <a:t>TEQSA</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Provider</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Code</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26" dirty="0">
                <a:solidFill>
                  <a:srgbClr val="FFFFFF"/>
                </a:solidFill>
                <a:latin typeface="Roboto" panose="02000000000000000000" pitchFamily="2" charset="0"/>
                <a:ea typeface="Roboto" panose="02000000000000000000" pitchFamily="2" charset="0"/>
                <a:cs typeface="Roboto" panose="02000000000000000000" pitchFamily="2" charset="0"/>
              </a:rPr>
              <a:t>12138</a:t>
            </a:r>
            <a:endParaRPr sz="1050" dirty="0">
              <a:latin typeface="Roboto" panose="02000000000000000000" pitchFamily="2" charset="0"/>
              <a:ea typeface="Roboto" panose="02000000000000000000" pitchFamily="2" charset="0"/>
              <a:cs typeface="Roboto" panose="02000000000000000000" pitchFamily="2" charset="0"/>
            </a:endParaRPr>
          </a:p>
          <a:p>
            <a:pPr marL="9526" algn="r">
              <a:lnSpc>
                <a:spcPct val="100000"/>
              </a:lnSpc>
              <a:spcBef>
                <a:spcPts val="203"/>
              </a:spcBef>
            </a:pP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41" dirty="0">
                <a:solidFill>
                  <a:srgbClr val="FFFFFF"/>
                </a:solidFill>
                <a:latin typeface="Roboto" panose="02000000000000000000" pitchFamily="2" charset="0"/>
                <a:ea typeface="Roboto" panose="02000000000000000000" pitchFamily="2" charset="0"/>
                <a:cs typeface="Roboto" panose="02000000000000000000" pitchFamily="2" charset="0"/>
              </a:rPr>
              <a:t>2023</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Melbourne</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Institute</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of</a:t>
            </a:r>
            <a:r>
              <a:rPr sz="1050" spc="56"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Technology.</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All</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rights</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reserved</a:t>
            </a:r>
            <a:endParaRPr sz="105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682109379"/>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3851405142"/>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32" name="object 3">
            <a:extLst>
              <a:ext uri="{FF2B5EF4-FFF2-40B4-BE49-F238E27FC236}">
                <a16:creationId xmlns:a16="http://schemas.microsoft.com/office/drawing/2014/main" id="{434AAED9-B62B-B375-E14A-852E61CA9036}"/>
              </a:ext>
            </a:extLst>
          </p:cNvPr>
          <p:cNvSpPr/>
          <p:nvPr/>
        </p:nvSpPr>
        <p:spPr>
          <a:xfrm>
            <a:off x="0" y="-1"/>
            <a:ext cx="15079663" cy="11309345"/>
          </a:xfrm>
          <a:custGeom>
            <a:avLst/>
            <a:gdLst/>
            <a:ahLst/>
            <a:cxnLst/>
            <a:rect l="l" t="t" r="r" b="b"/>
            <a:pathLst>
              <a:path w="20104100" h="10247630">
                <a:moveTo>
                  <a:pt x="20104099" y="0"/>
                </a:moveTo>
                <a:lnTo>
                  <a:pt x="0" y="0"/>
                </a:lnTo>
                <a:lnTo>
                  <a:pt x="0" y="10247311"/>
                </a:lnTo>
                <a:lnTo>
                  <a:pt x="20104099" y="10247311"/>
                </a:lnTo>
                <a:lnTo>
                  <a:pt x="20104099" y="0"/>
                </a:lnTo>
                <a:close/>
              </a:path>
            </a:pathLst>
          </a:custGeom>
          <a:solidFill>
            <a:srgbClr val="E31837"/>
          </a:solidFill>
        </p:spPr>
        <p:txBody>
          <a:bodyPr wrap="square" lIns="0" tIns="0" rIns="0" bIns="0" rtlCol="0"/>
          <a:lstStyle/>
          <a:p>
            <a:endParaRPr/>
          </a:p>
        </p:txBody>
      </p:sp>
      <p:sp>
        <p:nvSpPr>
          <p:cNvPr id="33" name="object 4">
            <a:extLst>
              <a:ext uri="{FF2B5EF4-FFF2-40B4-BE49-F238E27FC236}">
                <a16:creationId xmlns:a16="http://schemas.microsoft.com/office/drawing/2014/main" id="{0464F81E-0D94-7970-4586-7B2C50EA2ED6}"/>
              </a:ext>
            </a:extLst>
          </p:cNvPr>
          <p:cNvSpPr/>
          <p:nvPr/>
        </p:nvSpPr>
        <p:spPr>
          <a:xfrm>
            <a:off x="11294039" y="5"/>
            <a:ext cx="3785634" cy="5252720"/>
          </a:xfrm>
          <a:custGeom>
            <a:avLst/>
            <a:gdLst/>
            <a:ahLst/>
            <a:cxnLst/>
            <a:rect l="l" t="t" r="r" b="b"/>
            <a:pathLst>
              <a:path w="5046980" h="5252720">
                <a:moveTo>
                  <a:pt x="5046954" y="1640128"/>
                </a:moveTo>
                <a:lnTo>
                  <a:pt x="2470353" y="1640128"/>
                </a:lnTo>
                <a:lnTo>
                  <a:pt x="2470353" y="2341143"/>
                </a:lnTo>
                <a:lnTo>
                  <a:pt x="0" y="2341143"/>
                </a:lnTo>
                <a:lnTo>
                  <a:pt x="0" y="3344583"/>
                </a:lnTo>
                <a:lnTo>
                  <a:pt x="2470353" y="3344583"/>
                </a:lnTo>
                <a:lnTo>
                  <a:pt x="2470353" y="3778897"/>
                </a:lnTo>
                <a:lnTo>
                  <a:pt x="0" y="3778897"/>
                </a:lnTo>
                <a:lnTo>
                  <a:pt x="0" y="4901069"/>
                </a:lnTo>
                <a:lnTo>
                  <a:pt x="2470353" y="4901069"/>
                </a:lnTo>
                <a:lnTo>
                  <a:pt x="2470353" y="5252466"/>
                </a:lnTo>
                <a:lnTo>
                  <a:pt x="5046954" y="5252466"/>
                </a:lnTo>
                <a:lnTo>
                  <a:pt x="5046954" y="4549673"/>
                </a:lnTo>
                <a:lnTo>
                  <a:pt x="2470353" y="4549673"/>
                </a:lnTo>
                <a:lnTo>
                  <a:pt x="2470353" y="3907155"/>
                </a:lnTo>
                <a:lnTo>
                  <a:pt x="5046954" y="3907155"/>
                </a:lnTo>
                <a:lnTo>
                  <a:pt x="5046954" y="3087255"/>
                </a:lnTo>
                <a:lnTo>
                  <a:pt x="2470353" y="3087255"/>
                </a:lnTo>
                <a:lnTo>
                  <a:pt x="2470353" y="2612758"/>
                </a:lnTo>
                <a:lnTo>
                  <a:pt x="5046954" y="2612758"/>
                </a:lnTo>
                <a:lnTo>
                  <a:pt x="5046954" y="1640128"/>
                </a:lnTo>
                <a:close/>
              </a:path>
              <a:path w="5046980" h="5252720">
                <a:moveTo>
                  <a:pt x="5046954" y="0"/>
                </a:moveTo>
                <a:lnTo>
                  <a:pt x="2470353" y="0"/>
                </a:lnTo>
                <a:lnTo>
                  <a:pt x="2470353" y="1216393"/>
                </a:lnTo>
                <a:lnTo>
                  <a:pt x="5046954" y="1228255"/>
                </a:lnTo>
                <a:lnTo>
                  <a:pt x="5046954" y="0"/>
                </a:lnTo>
                <a:close/>
              </a:path>
            </a:pathLst>
          </a:custGeom>
          <a:solidFill>
            <a:schemeClr val="bg1"/>
          </a:solidFill>
        </p:spPr>
        <p:txBody>
          <a:bodyPr wrap="square" lIns="0" tIns="0" rIns="0" bIns="0" rtlCol="0"/>
          <a:lstStyle/>
          <a:p>
            <a:endParaRPr/>
          </a:p>
        </p:txBody>
      </p:sp>
      <p:sp>
        <p:nvSpPr>
          <p:cNvPr id="34" name="object 5">
            <a:extLst>
              <a:ext uri="{FF2B5EF4-FFF2-40B4-BE49-F238E27FC236}">
                <a16:creationId xmlns:a16="http://schemas.microsoft.com/office/drawing/2014/main" id="{1C38393B-1523-D866-7499-3E300AAD2F4E}"/>
              </a:ext>
            </a:extLst>
          </p:cNvPr>
          <p:cNvSpPr/>
          <p:nvPr/>
        </p:nvSpPr>
        <p:spPr>
          <a:xfrm>
            <a:off x="11294039" y="872067"/>
            <a:ext cx="1853284" cy="886460"/>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chemeClr val="bg1"/>
          </a:solidFill>
        </p:spPr>
        <p:txBody>
          <a:bodyPr wrap="square" lIns="0" tIns="0" rIns="0" bIns="0" rtlCol="0"/>
          <a:lstStyle/>
          <a:p>
            <a:endParaRPr/>
          </a:p>
        </p:txBody>
      </p:sp>
      <p:sp>
        <p:nvSpPr>
          <p:cNvPr id="2" name="object 10">
            <a:extLst>
              <a:ext uri="{FF2B5EF4-FFF2-40B4-BE49-F238E27FC236}">
                <a16:creationId xmlns:a16="http://schemas.microsoft.com/office/drawing/2014/main" id="{A400DA45-2E67-3D14-CE64-DE1F8AC11B23}"/>
              </a:ext>
            </a:extLst>
          </p:cNvPr>
          <p:cNvSpPr/>
          <p:nvPr userDrawn="1"/>
        </p:nvSpPr>
        <p:spPr>
          <a:xfrm>
            <a:off x="2768409" y="1079112"/>
            <a:ext cx="504878" cy="445134"/>
          </a:xfrm>
          <a:custGeom>
            <a:avLst/>
            <a:gdLst/>
            <a:ahLst/>
            <a:cxnLst/>
            <a:rect l="l" t="t" r="r" b="b"/>
            <a:pathLst>
              <a:path w="673100" h="445134">
                <a:moveTo>
                  <a:pt x="278650" y="318503"/>
                </a:moveTo>
                <a:lnTo>
                  <a:pt x="269214" y="267081"/>
                </a:lnTo>
                <a:lnTo>
                  <a:pt x="246316" y="235445"/>
                </a:lnTo>
                <a:lnTo>
                  <a:pt x="245643" y="234505"/>
                </a:lnTo>
                <a:lnTo>
                  <a:pt x="215087" y="216458"/>
                </a:lnTo>
                <a:lnTo>
                  <a:pt x="203619" y="213499"/>
                </a:lnTo>
                <a:lnTo>
                  <a:pt x="203619" y="312254"/>
                </a:lnTo>
                <a:lnTo>
                  <a:pt x="194703" y="350901"/>
                </a:lnTo>
                <a:lnTo>
                  <a:pt x="171475" y="373227"/>
                </a:lnTo>
                <a:lnTo>
                  <a:pt x="139255" y="383489"/>
                </a:lnTo>
                <a:lnTo>
                  <a:pt x="103365" y="385965"/>
                </a:lnTo>
                <a:lnTo>
                  <a:pt x="73736" y="385965"/>
                </a:lnTo>
                <a:lnTo>
                  <a:pt x="73736" y="235445"/>
                </a:lnTo>
                <a:lnTo>
                  <a:pt x="103365" y="235445"/>
                </a:lnTo>
                <a:lnTo>
                  <a:pt x="144830" y="239458"/>
                </a:lnTo>
                <a:lnTo>
                  <a:pt x="176428" y="252539"/>
                </a:lnTo>
                <a:lnTo>
                  <a:pt x="196557" y="276275"/>
                </a:lnTo>
                <a:lnTo>
                  <a:pt x="203619" y="312254"/>
                </a:lnTo>
                <a:lnTo>
                  <a:pt x="203619" y="213499"/>
                </a:lnTo>
                <a:lnTo>
                  <a:pt x="184696" y="208584"/>
                </a:lnTo>
                <a:lnTo>
                  <a:pt x="184696" y="207352"/>
                </a:lnTo>
                <a:lnTo>
                  <a:pt x="206679" y="197434"/>
                </a:lnTo>
                <a:lnTo>
                  <a:pt x="225704" y="183591"/>
                </a:lnTo>
                <a:lnTo>
                  <a:pt x="230428" y="180162"/>
                </a:lnTo>
                <a:lnTo>
                  <a:pt x="249440" y="151638"/>
                </a:lnTo>
                <a:lnTo>
                  <a:pt x="257225" y="108026"/>
                </a:lnTo>
                <a:lnTo>
                  <a:pt x="245364" y="58699"/>
                </a:lnTo>
                <a:lnTo>
                  <a:pt x="244563" y="55346"/>
                </a:lnTo>
                <a:lnTo>
                  <a:pt x="213169" y="24676"/>
                </a:lnTo>
                <a:lnTo>
                  <a:pt x="182194" y="13690"/>
                </a:lnTo>
                <a:lnTo>
                  <a:pt x="182194" y="120523"/>
                </a:lnTo>
                <a:lnTo>
                  <a:pt x="176174" y="153822"/>
                </a:lnTo>
                <a:lnTo>
                  <a:pt x="159575" y="172897"/>
                </a:lnTo>
                <a:lnTo>
                  <a:pt x="134569" y="181546"/>
                </a:lnTo>
                <a:lnTo>
                  <a:pt x="103365" y="183591"/>
                </a:lnTo>
                <a:lnTo>
                  <a:pt x="73736" y="183591"/>
                </a:lnTo>
                <a:lnTo>
                  <a:pt x="73736" y="58699"/>
                </a:lnTo>
                <a:lnTo>
                  <a:pt x="103365" y="58699"/>
                </a:lnTo>
                <a:lnTo>
                  <a:pt x="135369" y="60794"/>
                </a:lnTo>
                <a:lnTo>
                  <a:pt x="160274" y="69456"/>
                </a:lnTo>
                <a:lnTo>
                  <a:pt x="176428" y="88201"/>
                </a:lnTo>
                <a:lnTo>
                  <a:pt x="182194" y="120523"/>
                </a:lnTo>
                <a:lnTo>
                  <a:pt x="182194" y="13690"/>
                </a:lnTo>
                <a:lnTo>
                  <a:pt x="172910" y="10388"/>
                </a:lnTo>
                <a:lnTo>
                  <a:pt x="133642" y="6870"/>
                </a:lnTo>
                <a:lnTo>
                  <a:pt x="0" y="6870"/>
                </a:lnTo>
                <a:lnTo>
                  <a:pt x="0" y="437781"/>
                </a:lnTo>
                <a:lnTo>
                  <a:pt x="133642" y="437781"/>
                </a:lnTo>
                <a:lnTo>
                  <a:pt x="172935" y="435571"/>
                </a:lnTo>
                <a:lnTo>
                  <a:pt x="211924" y="426364"/>
                </a:lnTo>
                <a:lnTo>
                  <a:pt x="245770" y="406349"/>
                </a:lnTo>
                <a:lnTo>
                  <a:pt x="269633" y="371678"/>
                </a:lnTo>
                <a:lnTo>
                  <a:pt x="278650" y="318503"/>
                </a:lnTo>
                <a:close/>
              </a:path>
              <a:path w="673100" h="445134">
                <a:moveTo>
                  <a:pt x="672668" y="222326"/>
                </a:moveTo>
                <a:lnTo>
                  <a:pt x="670039" y="170484"/>
                </a:lnTo>
                <a:lnTo>
                  <a:pt x="661504" y="123355"/>
                </a:lnTo>
                <a:lnTo>
                  <a:pt x="646112" y="82130"/>
                </a:lnTo>
                <a:lnTo>
                  <a:pt x="625513" y="51828"/>
                </a:lnTo>
                <a:lnTo>
                  <a:pt x="622909" y="47980"/>
                </a:lnTo>
                <a:lnTo>
                  <a:pt x="591324" y="22453"/>
                </a:lnTo>
                <a:lnTo>
                  <a:pt x="591324" y="222326"/>
                </a:lnTo>
                <a:lnTo>
                  <a:pt x="588632" y="275310"/>
                </a:lnTo>
                <a:lnTo>
                  <a:pt x="579462" y="321995"/>
                </a:lnTo>
                <a:lnTo>
                  <a:pt x="562190" y="359244"/>
                </a:lnTo>
                <a:lnTo>
                  <a:pt x="535165" y="383908"/>
                </a:lnTo>
                <a:lnTo>
                  <a:pt x="496785" y="392823"/>
                </a:lnTo>
                <a:lnTo>
                  <a:pt x="458127" y="383908"/>
                </a:lnTo>
                <a:lnTo>
                  <a:pt x="431076" y="359244"/>
                </a:lnTo>
                <a:lnTo>
                  <a:pt x="413880" y="321995"/>
                </a:lnTo>
                <a:lnTo>
                  <a:pt x="404825" y="275310"/>
                </a:lnTo>
                <a:lnTo>
                  <a:pt x="402196" y="222326"/>
                </a:lnTo>
                <a:lnTo>
                  <a:pt x="404825" y="169341"/>
                </a:lnTo>
                <a:lnTo>
                  <a:pt x="413880" y="122656"/>
                </a:lnTo>
                <a:lnTo>
                  <a:pt x="431076" y="85407"/>
                </a:lnTo>
                <a:lnTo>
                  <a:pt x="458127" y="60744"/>
                </a:lnTo>
                <a:lnTo>
                  <a:pt x="496785" y="51828"/>
                </a:lnTo>
                <a:lnTo>
                  <a:pt x="535165" y="60744"/>
                </a:lnTo>
                <a:lnTo>
                  <a:pt x="562190" y="85407"/>
                </a:lnTo>
                <a:lnTo>
                  <a:pt x="579462" y="122656"/>
                </a:lnTo>
                <a:lnTo>
                  <a:pt x="588632" y="169341"/>
                </a:lnTo>
                <a:lnTo>
                  <a:pt x="591324" y="222326"/>
                </a:lnTo>
                <a:lnTo>
                  <a:pt x="591324" y="22453"/>
                </a:lnTo>
                <a:lnTo>
                  <a:pt x="590918" y="22123"/>
                </a:lnTo>
                <a:lnTo>
                  <a:pt x="549198" y="5727"/>
                </a:lnTo>
                <a:lnTo>
                  <a:pt x="496785" y="0"/>
                </a:lnTo>
                <a:lnTo>
                  <a:pt x="444169" y="5727"/>
                </a:lnTo>
                <a:lnTo>
                  <a:pt x="402361" y="22123"/>
                </a:lnTo>
                <a:lnTo>
                  <a:pt x="370382" y="47980"/>
                </a:lnTo>
                <a:lnTo>
                  <a:pt x="347230" y="82130"/>
                </a:lnTo>
                <a:lnTo>
                  <a:pt x="331914" y="123355"/>
                </a:lnTo>
                <a:lnTo>
                  <a:pt x="323456" y="170484"/>
                </a:lnTo>
                <a:lnTo>
                  <a:pt x="320865" y="222326"/>
                </a:lnTo>
                <a:lnTo>
                  <a:pt x="323456" y="274167"/>
                </a:lnTo>
                <a:lnTo>
                  <a:pt x="331914" y="321297"/>
                </a:lnTo>
                <a:lnTo>
                  <a:pt x="347230" y="362521"/>
                </a:lnTo>
                <a:lnTo>
                  <a:pt x="370382" y="396671"/>
                </a:lnTo>
                <a:lnTo>
                  <a:pt x="402361" y="422529"/>
                </a:lnTo>
                <a:lnTo>
                  <a:pt x="444169" y="438924"/>
                </a:lnTo>
                <a:lnTo>
                  <a:pt x="496785" y="444652"/>
                </a:lnTo>
                <a:lnTo>
                  <a:pt x="549198" y="438924"/>
                </a:lnTo>
                <a:lnTo>
                  <a:pt x="590918" y="422529"/>
                </a:lnTo>
                <a:lnTo>
                  <a:pt x="622909" y="396671"/>
                </a:lnTo>
                <a:lnTo>
                  <a:pt x="625513" y="392823"/>
                </a:lnTo>
                <a:lnTo>
                  <a:pt x="646112" y="362521"/>
                </a:lnTo>
                <a:lnTo>
                  <a:pt x="661504" y="321297"/>
                </a:lnTo>
                <a:lnTo>
                  <a:pt x="670039" y="274167"/>
                </a:lnTo>
                <a:lnTo>
                  <a:pt x="672668" y="222326"/>
                </a:lnTo>
                <a:close/>
              </a:path>
            </a:pathLst>
          </a:custGeom>
          <a:solidFill>
            <a:srgbClr val="FFFFFF"/>
          </a:solidFill>
        </p:spPr>
        <p:txBody>
          <a:bodyPr wrap="square" lIns="0" tIns="0" rIns="0" bIns="0" rtlCol="0"/>
          <a:lstStyle/>
          <a:p>
            <a:endParaRPr/>
          </a:p>
        </p:txBody>
      </p:sp>
      <p:sp>
        <p:nvSpPr>
          <p:cNvPr id="3" name="object 11">
            <a:extLst>
              <a:ext uri="{FF2B5EF4-FFF2-40B4-BE49-F238E27FC236}">
                <a16:creationId xmlns:a16="http://schemas.microsoft.com/office/drawing/2014/main" id="{BF5A0B9D-1433-6AA7-B2A5-74FAC6A4C97D}"/>
              </a:ext>
            </a:extLst>
          </p:cNvPr>
          <p:cNvSpPr/>
          <p:nvPr userDrawn="1"/>
        </p:nvSpPr>
        <p:spPr>
          <a:xfrm>
            <a:off x="1892173" y="1085986"/>
            <a:ext cx="333886" cy="431165"/>
          </a:xfrm>
          <a:custGeom>
            <a:avLst/>
            <a:gdLst/>
            <a:ahLst/>
            <a:cxnLst/>
            <a:rect l="l" t="t" r="r" b="b"/>
            <a:pathLst>
              <a:path w="445135" h="431165">
                <a:moveTo>
                  <a:pt x="445064" y="0"/>
                </a:moveTo>
                <a:lnTo>
                  <a:pt x="344837" y="0"/>
                </a:lnTo>
                <a:lnTo>
                  <a:pt x="223176" y="344115"/>
                </a:lnTo>
                <a:lnTo>
                  <a:pt x="221888" y="344115"/>
                </a:lnTo>
                <a:lnTo>
                  <a:pt x="100855" y="0"/>
                </a:lnTo>
                <a:lnTo>
                  <a:pt x="0" y="0"/>
                </a:lnTo>
                <a:lnTo>
                  <a:pt x="0" y="430897"/>
                </a:lnTo>
                <a:lnTo>
                  <a:pt x="67432" y="430897"/>
                </a:lnTo>
                <a:lnTo>
                  <a:pt x="67432" y="91169"/>
                </a:lnTo>
                <a:lnTo>
                  <a:pt x="68720" y="91169"/>
                </a:lnTo>
                <a:lnTo>
                  <a:pt x="188507" y="430897"/>
                </a:lnTo>
                <a:lnTo>
                  <a:pt x="256557" y="430897"/>
                </a:lnTo>
                <a:lnTo>
                  <a:pt x="376375" y="91169"/>
                </a:lnTo>
                <a:lnTo>
                  <a:pt x="377632" y="91169"/>
                </a:lnTo>
                <a:lnTo>
                  <a:pt x="377632" y="430897"/>
                </a:lnTo>
                <a:lnTo>
                  <a:pt x="445064" y="430897"/>
                </a:lnTo>
                <a:lnTo>
                  <a:pt x="445064" y="0"/>
                </a:lnTo>
                <a:close/>
              </a:path>
            </a:pathLst>
          </a:custGeom>
          <a:solidFill>
            <a:srgbClr val="FFFFFF"/>
          </a:solidFill>
        </p:spPr>
        <p:txBody>
          <a:bodyPr wrap="square" lIns="0" tIns="0" rIns="0" bIns="0" rtlCol="0"/>
          <a:lstStyle/>
          <a:p>
            <a:endParaRPr/>
          </a:p>
        </p:txBody>
      </p:sp>
      <p:sp>
        <p:nvSpPr>
          <p:cNvPr id="4" name="object 12">
            <a:extLst>
              <a:ext uri="{FF2B5EF4-FFF2-40B4-BE49-F238E27FC236}">
                <a16:creationId xmlns:a16="http://schemas.microsoft.com/office/drawing/2014/main" id="{877B7727-64A0-3B71-F292-891A184F6AF5}"/>
              </a:ext>
            </a:extLst>
          </p:cNvPr>
          <p:cNvSpPr/>
          <p:nvPr userDrawn="1"/>
        </p:nvSpPr>
        <p:spPr>
          <a:xfrm>
            <a:off x="2541433" y="1085385"/>
            <a:ext cx="183852" cy="431800"/>
          </a:xfrm>
          <a:custGeom>
            <a:avLst/>
            <a:gdLst/>
            <a:ahLst/>
            <a:cxnLst/>
            <a:rect l="l" t="t" r="r" b="b"/>
            <a:pathLst>
              <a:path w="245110" h="431800">
                <a:moveTo>
                  <a:pt x="244614" y="375920"/>
                </a:moveTo>
                <a:lnTo>
                  <a:pt x="73736" y="375920"/>
                </a:lnTo>
                <a:lnTo>
                  <a:pt x="73736" y="0"/>
                </a:lnTo>
                <a:lnTo>
                  <a:pt x="0" y="0"/>
                </a:lnTo>
                <a:lnTo>
                  <a:pt x="0" y="375920"/>
                </a:lnTo>
                <a:lnTo>
                  <a:pt x="0" y="431800"/>
                </a:lnTo>
                <a:lnTo>
                  <a:pt x="244614" y="431800"/>
                </a:lnTo>
                <a:lnTo>
                  <a:pt x="244614" y="375920"/>
                </a:lnTo>
                <a:close/>
              </a:path>
            </a:pathLst>
          </a:custGeom>
          <a:solidFill>
            <a:srgbClr val="FFFFFF"/>
          </a:solidFill>
        </p:spPr>
        <p:txBody>
          <a:bodyPr wrap="square" lIns="0" tIns="0" rIns="0" bIns="0" rtlCol="0"/>
          <a:lstStyle/>
          <a:p>
            <a:endParaRPr/>
          </a:p>
        </p:txBody>
      </p:sp>
      <p:sp>
        <p:nvSpPr>
          <p:cNvPr id="5" name="object 13">
            <a:extLst>
              <a:ext uri="{FF2B5EF4-FFF2-40B4-BE49-F238E27FC236}">
                <a16:creationId xmlns:a16="http://schemas.microsoft.com/office/drawing/2014/main" id="{E9A5E6C1-E1EE-536F-6206-F2A97B08CB9B}"/>
              </a:ext>
            </a:extLst>
          </p:cNvPr>
          <p:cNvSpPr/>
          <p:nvPr userDrawn="1"/>
        </p:nvSpPr>
        <p:spPr>
          <a:xfrm>
            <a:off x="2295510" y="1085385"/>
            <a:ext cx="194807" cy="431800"/>
          </a:xfrm>
          <a:custGeom>
            <a:avLst/>
            <a:gdLst/>
            <a:ahLst/>
            <a:cxnLst/>
            <a:rect l="l" t="t" r="r" b="b"/>
            <a:pathLst>
              <a:path w="259714" h="431800">
                <a:moveTo>
                  <a:pt x="259143" y="375920"/>
                </a:moveTo>
                <a:lnTo>
                  <a:pt x="73774" y="375920"/>
                </a:lnTo>
                <a:lnTo>
                  <a:pt x="73774" y="236220"/>
                </a:lnTo>
                <a:lnTo>
                  <a:pt x="244640" y="236220"/>
                </a:lnTo>
                <a:lnTo>
                  <a:pt x="244640" y="180340"/>
                </a:lnTo>
                <a:lnTo>
                  <a:pt x="73774" y="180340"/>
                </a:lnTo>
                <a:lnTo>
                  <a:pt x="73774" y="55880"/>
                </a:lnTo>
                <a:lnTo>
                  <a:pt x="254088" y="55880"/>
                </a:lnTo>
                <a:lnTo>
                  <a:pt x="254088" y="0"/>
                </a:lnTo>
                <a:lnTo>
                  <a:pt x="0" y="0"/>
                </a:lnTo>
                <a:lnTo>
                  <a:pt x="0" y="55880"/>
                </a:lnTo>
                <a:lnTo>
                  <a:pt x="0" y="180340"/>
                </a:lnTo>
                <a:lnTo>
                  <a:pt x="0" y="236220"/>
                </a:lnTo>
                <a:lnTo>
                  <a:pt x="0" y="375920"/>
                </a:lnTo>
                <a:lnTo>
                  <a:pt x="0" y="431800"/>
                </a:lnTo>
                <a:lnTo>
                  <a:pt x="259143" y="431800"/>
                </a:lnTo>
                <a:lnTo>
                  <a:pt x="259143" y="375920"/>
                </a:lnTo>
                <a:close/>
              </a:path>
            </a:pathLst>
          </a:custGeom>
          <a:solidFill>
            <a:srgbClr val="FFFFFF"/>
          </a:solidFill>
        </p:spPr>
        <p:txBody>
          <a:bodyPr wrap="square" lIns="0" tIns="0" rIns="0" bIns="0" rtlCol="0"/>
          <a:lstStyle/>
          <a:p>
            <a:endParaRPr/>
          </a:p>
        </p:txBody>
      </p:sp>
      <p:sp>
        <p:nvSpPr>
          <p:cNvPr id="7" name="object 14">
            <a:extLst>
              <a:ext uri="{FF2B5EF4-FFF2-40B4-BE49-F238E27FC236}">
                <a16:creationId xmlns:a16="http://schemas.microsoft.com/office/drawing/2014/main" id="{FB894078-B847-1E96-D8D4-EC7A152A27A0}"/>
              </a:ext>
            </a:extLst>
          </p:cNvPr>
          <p:cNvSpPr/>
          <p:nvPr userDrawn="1"/>
        </p:nvSpPr>
        <p:spPr>
          <a:xfrm>
            <a:off x="4196490" y="1085385"/>
            <a:ext cx="194330" cy="431800"/>
          </a:xfrm>
          <a:custGeom>
            <a:avLst/>
            <a:gdLst/>
            <a:ahLst/>
            <a:cxnLst/>
            <a:rect l="l" t="t" r="r" b="b"/>
            <a:pathLst>
              <a:path w="259079" h="431800">
                <a:moveTo>
                  <a:pt x="259067" y="375920"/>
                </a:moveTo>
                <a:lnTo>
                  <a:pt x="73736" y="375920"/>
                </a:lnTo>
                <a:lnTo>
                  <a:pt x="73736" y="236220"/>
                </a:lnTo>
                <a:lnTo>
                  <a:pt x="244614" y="236220"/>
                </a:lnTo>
                <a:lnTo>
                  <a:pt x="244614" y="180340"/>
                </a:lnTo>
                <a:lnTo>
                  <a:pt x="73736" y="180340"/>
                </a:lnTo>
                <a:lnTo>
                  <a:pt x="73736" y="55880"/>
                </a:lnTo>
                <a:lnTo>
                  <a:pt x="254050" y="55880"/>
                </a:lnTo>
                <a:lnTo>
                  <a:pt x="254050" y="0"/>
                </a:lnTo>
                <a:lnTo>
                  <a:pt x="0" y="0"/>
                </a:lnTo>
                <a:lnTo>
                  <a:pt x="0" y="55880"/>
                </a:lnTo>
                <a:lnTo>
                  <a:pt x="0" y="180340"/>
                </a:lnTo>
                <a:lnTo>
                  <a:pt x="0" y="236220"/>
                </a:lnTo>
                <a:lnTo>
                  <a:pt x="0" y="375920"/>
                </a:lnTo>
                <a:lnTo>
                  <a:pt x="0" y="431800"/>
                </a:lnTo>
                <a:lnTo>
                  <a:pt x="259067" y="431800"/>
                </a:lnTo>
                <a:lnTo>
                  <a:pt x="259067" y="375920"/>
                </a:lnTo>
                <a:close/>
              </a:path>
            </a:pathLst>
          </a:custGeom>
          <a:solidFill>
            <a:srgbClr val="FFFFFF"/>
          </a:solidFill>
        </p:spPr>
        <p:txBody>
          <a:bodyPr wrap="square" lIns="0" tIns="0" rIns="0" bIns="0" rtlCol="0"/>
          <a:lstStyle/>
          <a:p>
            <a:endParaRPr/>
          </a:p>
        </p:txBody>
      </p:sp>
      <p:sp>
        <p:nvSpPr>
          <p:cNvPr id="8" name="object 15">
            <a:extLst>
              <a:ext uri="{FF2B5EF4-FFF2-40B4-BE49-F238E27FC236}">
                <a16:creationId xmlns:a16="http://schemas.microsoft.com/office/drawing/2014/main" id="{52FCA8D2-E80C-B430-2C56-43FF8BBAFC29}"/>
              </a:ext>
            </a:extLst>
          </p:cNvPr>
          <p:cNvSpPr/>
          <p:nvPr userDrawn="1"/>
        </p:nvSpPr>
        <p:spPr>
          <a:xfrm>
            <a:off x="3881086" y="1085987"/>
            <a:ext cx="245771" cy="431165"/>
          </a:xfrm>
          <a:custGeom>
            <a:avLst/>
            <a:gdLst/>
            <a:ahLst/>
            <a:cxnLst/>
            <a:rect l="l" t="t" r="r" b="b"/>
            <a:pathLst>
              <a:path w="327660" h="431165">
                <a:moveTo>
                  <a:pt x="327204" y="0"/>
                </a:moveTo>
                <a:lnTo>
                  <a:pt x="259740" y="0"/>
                </a:lnTo>
                <a:lnTo>
                  <a:pt x="259740" y="317257"/>
                </a:lnTo>
                <a:lnTo>
                  <a:pt x="258484" y="317257"/>
                </a:lnTo>
                <a:lnTo>
                  <a:pt x="90782" y="0"/>
                </a:lnTo>
                <a:lnTo>
                  <a:pt x="0" y="0"/>
                </a:lnTo>
                <a:lnTo>
                  <a:pt x="0" y="430897"/>
                </a:lnTo>
                <a:lnTo>
                  <a:pt x="67432" y="430897"/>
                </a:lnTo>
                <a:lnTo>
                  <a:pt x="67432" y="98038"/>
                </a:lnTo>
                <a:lnTo>
                  <a:pt x="68730" y="98038"/>
                </a:lnTo>
                <a:lnTo>
                  <a:pt x="244568" y="430897"/>
                </a:lnTo>
                <a:lnTo>
                  <a:pt x="327204" y="430897"/>
                </a:lnTo>
                <a:lnTo>
                  <a:pt x="327204" y="0"/>
                </a:lnTo>
                <a:close/>
              </a:path>
            </a:pathLst>
          </a:custGeom>
          <a:solidFill>
            <a:srgbClr val="FFFFFF"/>
          </a:solidFill>
        </p:spPr>
        <p:txBody>
          <a:bodyPr wrap="square" lIns="0" tIns="0" rIns="0" bIns="0" rtlCol="0"/>
          <a:lstStyle/>
          <a:p>
            <a:endParaRPr/>
          </a:p>
        </p:txBody>
      </p:sp>
      <p:sp>
        <p:nvSpPr>
          <p:cNvPr id="9" name="object 16">
            <a:extLst>
              <a:ext uri="{FF2B5EF4-FFF2-40B4-BE49-F238E27FC236}">
                <a16:creationId xmlns:a16="http://schemas.microsoft.com/office/drawing/2014/main" id="{4ADBDECC-4C3D-508C-5632-510F3DDAB2D8}"/>
              </a:ext>
            </a:extLst>
          </p:cNvPr>
          <p:cNvSpPr/>
          <p:nvPr userDrawn="1"/>
        </p:nvSpPr>
        <p:spPr>
          <a:xfrm>
            <a:off x="3617228" y="1085985"/>
            <a:ext cx="217193" cy="431165"/>
          </a:xfrm>
          <a:custGeom>
            <a:avLst/>
            <a:gdLst/>
            <a:ahLst/>
            <a:cxnLst/>
            <a:rect l="l" t="t" r="r" b="b"/>
            <a:pathLst>
              <a:path w="289560" h="431165">
                <a:moveTo>
                  <a:pt x="131776" y="0"/>
                </a:moveTo>
                <a:lnTo>
                  <a:pt x="0" y="0"/>
                </a:lnTo>
                <a:lnTo>
                  <a:pt x="0" y="430897"/>
                </a:lnTo>
                <a:lnTo>
                  <a:pt x="73704" y="430897"/>
                </a:lnTo>
                <a:lnTo>
                  <a:pt x="73704" y="246034"/>
                </a:lnTo>
                <a:lnTo>
                  <a:pt x="239273" y="246034"/>
                </a:lnTo>
                <a:lnTo>
                  <a:pt x="221552" y="228242"/>
                </a:lnTo>
                <a:lnTo>
                  <a:pt x="185334" y="214202"/>
                </a:lnTo>
                <a:lnTo>
                  <a:pt x="185334" y="212967"/>
                </a:lnTo>
                <a:lnTo>
                  <a:pt x="217702" y="202435"/>
                </a:lnTo>
                <a:lnTo>
                  <a:pt x="230371" y="194213"/>
                </a:lnTo>
                <a:lnTo>
                  <a:pt x="73704" y="194213"/>
                </a:lnTo>
                <a:lnTo>
                  <a:pt x="73704" y="51809"/>
                </a:lnTo>
                <a:lnTo>
                  <a:pt x="254897" y="51809"/>
                </a:lnTo>
                <a:lnTo>
                  <a:pt x="246033" y="36820"/>
                </a:lnTo>
                <a:lnTo>
                  <a:pt x="216416" y="15505"/>
                </a:lnTo>
                <a:lnTo>
                  <a:pt x="177785" y="3661"/>
                </a:lnTo>
                <a:lnTo>
                  <a:pt x="131776" y="0"/>
                </a:lnTo>
                <a:close/>
              </a:path>
              <a:path w="289560" h="431165">
                <a:moveTo>
                  <a:pt x="239273" y="246034"/>
                </a:moveTo>
                <a:lnTo>
                  <a:pt x="102740" y="246034"/>
                </a:lnTo>
                <a:lnTo>
                  <a:pt x="143356" y="250721"/>
                </a:lnTo>
                <a:lnTo>
                  <a:pt x="168070" y="266186"/>
                </a:lnTo>
                <a:lnTo>
                  <a:pt x="182972" y="294533"/>
                </a:lnTo>
                <a:lnTo>
                  <a:pt x="194151" y="337864"/>
                </a:lnTo>
                <a:lnTo>
                  <a:pt x="214328" y="430897"/>
                </a:lnTo>
                <a:lnTo>
                  <a:pt x="289362" y="430897"/>
                </a:lnTo>
                <a:lnTo>
                  <a:pt x="262871" y="309728"/>
                </a:lnTo>
                <a:lnTo>
                  <a:pt x="255013" y="277418"/>
                </a:lnTo>
                <a:lnTo>
                  <a:pt x="243009" y="249785"/>
                </a:lnTo>
                <a:lnTo>
                  <a:pt x="239273" y="246034"/>
                </a:lnTo>
                <a:close/>
              </a:path>
              <a:path w="289560" h="431165">
                <a:moveTo>
                  <a:pt x="254897" y="51809"/>
                </a:moveTo>
                <a:lnTo>
                  <a:pt x="131776" y="51809"/>
                </a:lnTo>
                <a:lnTo>
                  <a:pt x="159456" y="56321"/>
                </a:lnTo>
                <a:lnTo>
                  <a:pt x="179824" y="69616"/>
                </a:lnTo>
                <a:lnTo>
                  <a:pt x="192397" y="91341"/>
                </a:lnTo>
                <a:lnTo>
                  <a:pt x="196695" y="121137"/>
                </a:lnTo>
                <a:lnTo>
                  <a:pt x="188483" y="159422"/>
                </a:lnTo>
                <a:lnTo>
                  <a:pt x="166967" y="181557"/>
                </a:lnTo>
                <a:lnTo>
                  <a:pt x="136826" y="191751"/>
                </a:lnTo>
                <a:lnTo>
                  <a:pt x="102740" y="194213"/>
                </a:lnTo>
                <a:lnTo>
                  <a:pt x="230371" y="194213"/>
                </a:lnTo>
                <a:lnTo>
                  <a:pt x="245289" y="184532"/>
                </a:lnTo>
                <a:lnTo>
                  <a:pt x="264487" y="155860"/>
                </a:lnTo>
                <a:lnTo>
                  <a:pt x="271688" y="113022"/>
                </a:lnTo>
                <a:lnTo>
                  <a:pt x="265001" y="68896"/>
                </a:lnTo>
                <a:lnTo>
                  <a:pt x="254897" y="51809"/>
                </a:lnTo>
                <a:close/>
              </a:path>
            </a:pathLst>
          </a:custGeom>
          <a:solidFill>
            <a:srgbClr val="FFFFFF"/>
          </a:solidFill>
        </p:spPr>
        <p:txBody>
          <a:bodyPr wrap="square" lIns="0" tIns="0" rIns="0" bIns="0" rtlCol="0"/>
          <a:lstStyle/>
          <a:p>
            <a:endParaRPr/>
          </a:p>
        </p:txBody>
      </p:sp>
      <p:sp>
        <p:nvSpPr>
          <p:cNvPr id="10" name="object 17">
            <a:extLst>
              <a:ext uri="{FF2B5EF4-FFF2-40B4-BE49-F238E27FC236}">
                <a16:creationId xmlns:a16="http://schemas.microsoft.com/office/drawing/2014/main" id="{DCF57741-69E9-14EA-DBBD-99B3C318D547}"/>
              </a:ext>
            </a:extLst>
          </p:cNvPr>
          <p:cNvSpPr/>
          <p:nvPr userDrawn="1"/>
        </p:nvSpPr>
        <p:spPr>
          <a:xfrm>
            <a:off x="3325459" y="1085979"/>
            <a:ext cx="226719" cy="438150"/>
          </a:xfrm>
          <a:custGeom>
            <a:avLst/>
            <a:gdLst/>
            <a:ahLst/>
            <a:cxnLst/>
            <a:rect l="l" t="t" r="r" b="b"/>
            <a:pathLst>
              <a:path w="302260" h="438150">
                <a:moveTo>
                  <a:pt x="301969" y="0"/>
                </a:moveTo>
                <a:lnTo>
                  <a:pt x="228223" y="0"/>
                </a:lnTo>
                <a:lnTo>
                  <a:pt x="228223" y="299132"/>
                </a:lnTo>
                <a:lnTo>
                  <a:pt x="224272" y="333513"/>
                </a:lnTo>
                <a:lnTo>
                  <a:pt x="211278" y="361046"/>
                </a:lnTo>
                <a:lnTo>
                  <a:pt x="187530" y="379328"/>
                </a:lnTo>
                <a:lnTo>
                  <a:pt x="151314" y="385956"/>
                </a:lnTo>
                <a:lnTo>
                  <a:pt x="114736" y="379328"/>
                </a:lnTo>
                <a:lnTo>
                  <a:pt x="90800" y="361046"/>
                </a:lnTo>
                <a:lnTo>
                  <a:pt x="77738" y="333513"/>
                </a:lnTo>
                <a:lnTo>
                  <a:pt x="73777" y="299132"/>
                </a:lnTo>
                <a:lnTo>
                  <a:pt x="73777" y="0"/>
                </a:lnTo>
                <a:lnTo>
                  <a:pt x="0" y="0"/>
                </a:lnTo>
                <a:lnTo>
                  <a:pt x="0" y="299132"/>
                </a:lnTo>
                <a:lnTo>
                  <a:pt x="7142" y="350008"/>
                </a:lnTo>
                <a:lnTo>
                  <a:pt x="27479" y="388949"/>
                </a:lnTo>
                <a:lnTo>
                  <a:pt x="59376" y="416316"/>
                </a:lnTo>
                <a:lnTo>
                  <a:pt x="101200" y="432472"/>
                </a:lnTo>
                <a:lnTo>
                  <a:pt x="151314" y="437777"/>
                </a:lnTo>
                <a:lnTo>
                  <a:pt x="202804" y="432472"/>
                </a:lnTo>
                <a:lnTo>
                  <a:pt x="244644" y="416316"/>
                </a:lnTo>
                <a:lnTo>
                  <a:pt x="275805" y="388949"/>
                </a:lnTo>
                <a:lnTo>
                  <a:pt x="295257" y="350008"/>
                </a:lnTo>
                <a:lnTo>
                  <a:pt x="301969" y="299132"/>
                </a:lnTo>
                <a:lnTo>
                  <a:pt x="301969" y="0"/>
                </a:lnTo>
                <a:close/>
              </a:path>
            </a:pathLst>
          </a:custGeom>
          <a:solidFill>
            <a:srgbClr val="FFFFFF"/>
          </a:solidFill>
        </p:spPr>
        <p:txBody>
          <a:bodyPr wrap="square" lIns="0" tIns="0" rIns="0" bIns="0" rtlCol="0"/>
          <a:lstStyle/>
          <a:p>
            <a:endParaRPr/>
          </a:p>
        </p:txBody>
      </p:sp>
      <p:sp>
        <p:nvSpPr>
          <p:cNvPr id="11" name="object 18">
            <a:extLst>
              <a:ext uri="{FF2B5EF4-FFF2-40B4-BE49-F238E27FC236}">
                <a16:creationId xmlns:a16="http://schemas.microsoft.com/office/drawing/2014/main" id="{D3AE83E4-3D94-EA3D-6D96-35AFA18524C2}"/>
              </a:ext>
            </a:extLst>
          </p:cNvPr>
          <p:cNvSpPr/>
          <p:nvPr userDrawn="1"/>
        </p:nvSpPr>
        <p:spPr>
          <a:xfrm>
            <a:off x="1890141" y="1767087"/>
            <a:ext cx="24291" cy="186690"/>
          </a:xfrm>
          <a:custGeom>
            <a:avLst/>
            <a:gdLst/>
            <a:ahLst/>
            <a:cxnLst/>
            <a:rect l="l" t="t" r="r" b="b"/>
            <a:pathLst>
              <a:path w="32385" h="186689">
                <a:moveTo>
                  <a:pt x="31852" y="0"/>
                </a:moveTo>
                <a:lnTo>
                  <a:pt x="0" y="0"/>
                </a:lnTo>
                <a:lnTo>
                  <a:pt x="0" y="186182"/>
                </a:lnTo>
                <a:lnTo>
                  <a:pt x="31852" y="186182"/>
                </a:lnTo>
                <a:lnTo>
                  <a:pt x="31852" y="0"/>
                </a:lnTo>
                <a:close/>
              </a:path>
            </a:pathLst>
          </a:custGeom>
          <a:solidFill>
            <a:srgbClr val="FFFFFF"/>
          </a:solidFill>
        </p:spPr>
        <p:txBody>
          <a:bodyPr wrap="square" lIns="0" tIns="0" rIns="0" bIns="0" rtlCol="0"/>
          <a:lstStyle/>
          <a:p>
            <a:endParaRPr/>
          </a:p>
        </p:txBody>
      </p:sp>
      <p:pic>
        <p:nvPicPr>
          <p:cNvPr id="12" name="object 19">
            <a:extLst>
              <a:ext uri="{FF2B5EF4-FFF2-40B4-BE49-F238E27FC236}">
                <a16:creationId xmlns:a16="http://schemas.microsoft.com/office/drawing/2014/main" id="{30881AC8-A7BE-D944-025A-B4DBEB61CC90}"/>
              </a:ext>
            </a:extLst>
          </p:cNvPr>
          <p:cNvPicPr/>
          <p:nvPr userDrawn="1"/>
        </p:nvPicPr>
        <p:blipFill>
          <a:blip r:embed="rId5" cstate="print"/>
          <a:stretch>
            <a:fillRect/>
          </a:stretch>
        </p:blipFill>
        <p:spPr>
          <a:xfrm>
            <a:off x="1949801" y="1767088"/>
            <a:ext cx="106036" cy="186182"/>
          </a:xfrm>
          <a:prstGeom prst="rect">
            <a:avLst/>
          </a:prstGeom>
        </p:spPr>
      </p:pic>
      <p:sp>
        <p:nvSpPr>
          <p:cNvPr id="13" name="object 20">
            <a:extLst>
              <a:ext uri="{FF2B5EF4-FFF2-40B4-BE49-F238E27FC236}">
                <a16:creationId xmlns:a16="http://schemas.microsoft.com/office/drawing/2014/main" id="{218DAE75-423D-6D4B-C354-7F258A911FA2}"/>
              </a:ext>
            </a:extLst>
          </p:cNvPr>
          <p:cNvSpPr/>
          <p:nvPr userDrawn="1"/>
        </p:nvSpPr>
        <p:spPr>
          <a:xfrm>
            <a:off x="2580813" y="1766944"/>
            <a:ext cx="94783" cy="186690"/>
          </a:xfrm>
          <a:custGeom>
            <a:avLst/>
            <a:gdLst/>
            <a:ahLst/>
            <a:cxnLst/>
            <a:rect l="l" t="t" r="r" b="b"/>
            <a:pathLst>
              <a:path w="126364" h="186689">
                <a:moveTo>
                  <a:pt x="126123" y="0"/>
                </a:moveTo>
                <a:lnTo>
                  <a:pt x="0" y="0"/>
                </a:lnTo>
                <a:lnTo>
                  <a:pt x="0" y="24130"/>
                </a:lnTo>
                <a:lnTo>
                  <a:pt x="47167" y="24130"/>
                </a:lnTo>
                <a:lnTo>
                  <a:pt x="47167" y="186690"/>
                </a:lnTo>
                <a:lnTo>
                  <a:pt x="78994" y="186690"/>
                </a:lnTo>
                <a:lnTo>
                  <a:pt x="78994" y="24130"/>
                </a:lnTo>
                <a:lnTo>
                  <a:pt x="126123" y="24130"/>
                </a:lnTo>
                <a:lnTo>
                  <a:pt x="126123" y="0"/>
                </a:lnTo>
                <a:close/>
              </a:path>
            </a:pathLst>
          </a:custGeom>
          <a:solidFill>
            <a:srgbClr val="FFFFFF"/>
          </a:solidFill>
        </p:spPr>
        <p:txBody>
          <a:bodyPr wrap="square" lIns="0" tIns="0" rIns="0" bIns="0" rtlCol="0"/>
          <a:lstStyle/>
          <a:p>
            <a:endParaRPr/>
          </a:p>
        </p:txBody>
      </p:sp>
      <p:sp>
        <p:nvSpPr>
          <p:cNvPr id="14" name="object 21">
            <a:extLst>
              <a:ext uri="{FF2B5EF4-FFF2-40B4-BE49-F238E27FC236}">
                <a16:creationId xmlns:a16="http://schemas.microsoft.com/office/drawing/2014/main" id="{967C42A3-22F4-92B6-30F1-01CE9EE4F950}"/>
              </a:ext>
            </a:extLst>
          </p:cNvPr>
          <p:cNvSpPr/>
          <p:nvPr userDrawn="1"/>
        </p:nvSpPr>
        <p:spPr>
          <a:xfrm>
            <a:off x="3513659" y="1868417"/>
            <a:ext cx="24291" cy="85090"/>
          </a:xfrm>
          <a:custGeom>
            <a:avLst/>
            <a:gdLst/>
            <a:ahLst/>
            <a:cxnLst/>
            <a:rect l="l" t="t" r="r" b="b"/>
            <a:pathLst>
              <a:path w="32385" h="85089">
                <a:moveTo>
                  <a:pt x="0" y="85090"/>
                </a:moveTo>
                <a:lnTo>
                  <a:pt x="31852" y="85090"/>
                </a:lnTo>
                <a:lnTo>
                  <a:pt x="31852" y="0"/>
                </a:lnTo>
                <a:lnTo>
                  <a:pt x="0" y="0"/>
                </a:lnTo>
                <a:lnTo>
                  <a:pt x="0" y="85090"/>
                </a:lnTo>
                <a:close/>
              </a:path>
            </a:pathLst>
          </a:custGeom>
          <a:solidFill>
            <a:srgbClr val="FFFFFF"/>
          </a:solidFill>
        </p:spPr>
        <p:txBody>
          <a:bodyPr wrap="square" lIns="0" tIns="0" rIns="0" bIns="0" rtlCol="0"/>
          <a:lstStyle/>
          <a:p>
            <a:endParaRPr/>
          </a:p>
        </p:txBody>
      </p:sp>
      <p:sp>
        <p:nvSpPr>
          <p:cNvPr id="15" name="object 22">
            <a:extLst>
              <a:ext uri="{FF2B5EF4-FFF2-40B4-BE49-F238E27FC236}">
                <a16:creationId xmlns:a16="http://schemas.microsoft.com/office/drawing/2014/main" id="{2315E4E6-12CD-21D4-65FA-FC1FA12D4318}"/>
              </a:ext>
            </a:extLst>
          </p:cNvPr>
          <p:cNvSpPr/>
          <p:nvPr userDrawn="1"/>
        </p:nvSpPr>
        <p:spPr>
          <a:xfrm>
            <a:off x="3513657" y="1766817"/>
            <a:ext cx="98594" cy="186690"/>
          </a:xfrm>
          <a:custGeom>
            <a:avLst/>
            <a:gdLst/>
            <a:ahLst/>
            <a:cxnLst/>
            <a:rect l="l" t="t" r="r" b="b"/>
            <a:pathLst>
              <a:path w="131445" h="186689">
                <a:moveTo>
                  <a:pt x="131292" y="0"/>
                </a:moveTo>
                <a:lnTo>
                  <a:pt x="99479" y="0"/>
                </a:lnTo>
                <a:lnTo>
                  <a:pt x="99479" y="77470"/>
                </a:lnTo>
                <a:lnTo>
                  <a:pt x="31851" y="77470"/>
                </a:lnTo>
                <a:lnTo>
                  <a:pt x="31851" y="0"/>
                </a:lnTo>
                <a:lnTo>
                  <a:pt x="0" y="0"/>
                </a:lnTo>
                <a:lnTo>
                  <a:pt x="0" y="77470"/>
                </a:lnTo>
                <a:lnTo>
                  <a:pt x="0" y="101600"/>
                </a:lnTo>
                <a:lnTo>
                  <a:pt x="99479" y="101600"/>
                </a:lnTo>
                <a:lnTo>
                  <a:pt x="99479" y="186690"/>
                </a:lnTo>
                <a:lnTo>
                  <a:pt x="131292" y="186690"/>
                </a:lnTo>
                <a:lnTo>
                  <a:pt x="131292" y="101600"/>
                </a:lnTo>
                <a:lnTo>
                  <a:pt x="131292" y="77470"/>
                </a:lnTo>
                <a:lnTo>
                  <a:pt x="131292" y="0"/>
                </a:lnTo>
                <a:close/>
              </a:path>
            </a:pathLst>
          </a:custGeom>
          <a:solidFill>
            <a:srgbClr val="FFFFFF"/>
          </a:solidFill>
        </p:spPr>
        <p:txBody>
          <a:bodyPr wrap="square" lIns="0" tIns="0" rIns="0" bIns="0" rtlCol="0"/>
          <a:lstStyle/>
          <a:p>
            <a:endParaRPr/>
          </a:p>
        </p:txBody>
      </p:sp>
      <p:pic>
        <p:nvPicPr>
          <p:cNvPr id="16" name="object 23">
            <a:extLst>
              <a:ext uri="{FF2B5EF4-FFF2-40B4-BE49-F238E27FC236}">
                <a16:creationId xmlns:a16="http://schemas.microsoft.com/office/drawing/2014/main" id="{322F19AE-1494-4C58-1721-1515C98F1E81}"/>
              </a:ext>
            </a:extLst>
          </p:cNvPr>
          <p:cNvPicPr/>
          <p:nvPr userDrawn="1"/>
        </p:nvPicPr>
        <p:blipFill>
          <a:blip r:embed="rId6" cstate="print"/>
          <a:stretch>
            <a:fillRect/>
          </a:stretch>
        </p:blipFill>
        <p:spPr>
          <a:xfrm>
            <a:off x="3648557" y="1767088"/>
            <a:ext cx="106036" cy="186182"/>
          </a:xfrm>
          <a:prstGeom prst="rect">
            <a:avLst/>
          </a:prstGeom>
        </p:spPr>
      </p:pic>
      <p:pic>
        <p:nvPicPr>
          <p:cNvPr id="17" name="object 24">
            <a:extLst>
              <a:ext uri="{FF2B5EF4-FFF2-40B4-BE49-F238E27FC236}">
                <a16:creationId xmlns:a16="http://schemas.microsoft.com/office/drawing/2014/main" id="{5932A657-A260-FF71-6CCA-442D1E23C31F}"/>
              </a:ext>
            </a:extLst>
          </p:cNvPr>
          <p:cNvPicPr/>
          <p:nvPr userDrawn="1"/>
        </p:nvPicPr>
        <p:blipFill>
          <a:blip r:embed="rId7" cstate="print"/>
          <a:stretch>
            <a:fillRect/>
          </a:stretch>
        </p:blipFill>
        <p:spPr>
          <a:xfrm>
            <a:off x="3388024" y="1764140"/>
            <a:ext cx="102950" cy="192119"/>
          </a:xfrm>
          <a:prstGeom prst="rect">
            <a:avLst/>
          </a:prstGeom>
        </p:spPr>
      </p:pic>
      <p:sp>
        <p:nvSpPr>
          <p:cNvPr id="18" name="object 25">
            <a:extLst>
              <a:ext uri="{FF2B5EF4-FFF2-40B4-BE49-F238E27FC236}">
                <a16:creationId xmlns:a16="http://schemas.microsoft.com/office/drawing/2014/main" id="{DB6892D1-A950-D4D0-3AC5-240216F69D62}"/>
              </a:ext>
            </a:extLst>
          </p:cNvPr>
          <p:cNvSpPr/>
          <p:nvPr userDrawn="1"/>
        </p:nvSpPr>
        <p:spPr>
          <a:xfrm>
            <a:off x="3165862" y="1766944"/>
            <a:ext cx="94783"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FFFFFF"/>
          </a:solidFill>
        </p:spPr>
        <p:txBody>
          <a:bodyPr wrap="square" lIns="0" tIns="0" rIns="0" bIns="0" rtlCol="0"/>
          <a:lstStyle/>
          <a:p>
            <a:endParaRPr/>
          </a:p>
        </p:txBody>
      </p:sp>
      <p:pic>
        <p:nvPicPr>
          <p:cNvPr id="19" name="object 26">
            <a:extLst>
              <a:ext uri="{FF2B5EF4-FFF2-40B4-BE49-F238E27FC236}">
                <a16:creationId xmlns:a16="http://schemas.microsoft.com/office/drawing/2014/main" id="{2796C9AD-5011-F38C-F6F7-CCC81EB97E3D}"/>
              </a:ext>
            </a:extLst>
          </p:cNvPr>
          <p:cNvPicPr/>
          <p:nvPr userDrawn="1"/>
        </p:nvPicPr>
        <p:blipFill>
          <a:blip r:embed="rId8" cstate="print"/>
          <a:stretch>
            <a:fillRect/>
          </a:stretch>
        </p:blipFill>
        <p:spPr>
          <a:xfrm>
            <a:off x="3785043" y="1764136"/>
            <a:ext cx="114024" cy="192130"/>
          </a:xfrm>
          <a:prstGeom prst="rect">
            <a:avLst/>
          </a:prstGeom>
        </p:spPr>
      </p:pic>
      <p:sp>
        <p:nvSpPr>
          <p:cNvPr id="20" name="object 27">
            <a:extLst>
              <a:ext uri="{FF2B5EF4-FFF2-40B4-BE49-F238E27FC236}">
                <a16:creationId xmlns:a16="http://schemas.microsoft.com/office/drawing/2014/main" id="{BBDD1CA7-534F-58DC-0932-9966599EEFBF}"/>
              </a:ext>
            </a:extLst>
          </p:cNvPr>
          <p:cNvSpPr/>
          <p:nvPr userDrawn="1"/>
        </p:nvSpPr>
        <p:spPr>
          <a:xfrm>
            <a:off x="3281747" y="1767223"/>
            <a:ext cx="8430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FFFFFF"/>
          </a:solidFill>
        </p:spPr>
        <p:txBody>
          <a:bodyPr wrap="square" lIns="0" tIns="0" rIns="0" bIns="0" rtlCol="0"/>
          <a:lstStyle/>
          <a:p>
            <a:endParaRPr/>
          </a:p>
        </p:txBody>
      </p:sp>
      <p:grpSp>
        <p:nvGrpSpPr>
          <p:cNvPr id="21" name="object 28">
            <a:extLst>
              <a:ext uri="{FF2B5EF4-FFF2-40B4-BE49-F238E27FC236}">
                <a16:creationId xmlns:a16="http://schemas.microsoft.com/office/drawing/2014/main" id="{19A4910D-D182-12A7-FC13-59CCDA566A00}"/>
              </a:ext>
            </a:extLst>
          </p:cNvPr>
          <p:cNvGrpSpPr/>
          <p:nvPr userDrawn="1"/>
        </p:nvGrpSpPr>
        <p:grpSpPr>
          <a:xfrm>
            <a:off x="3929749" y="1764137"/>
            <a:ext cx="460582" cy="192405"/>
            <a:chOff x="5239113" y="1764136"/>
            <a:chExt cx="614045" cy="192405"/>
          </a:xfrm>
        </p:grpSpPr>
        <p:pic>
          <p:nvPicPr>
            <p:cNvPr id="22" name="object 29">
              <a:extLst>
                <a:ext uri="{FF2B5EF4-FFF2-40B4-BE49-F238E27FC236}">
                  <a16:creationId xmlns:a16="http://schemas.microsoft.com/office/drawing/2014/main" id="{28C757CE-DEF7-9F2D-A2B1-BE9E28779415}"/>
                </a:ext>
              </a:extLst>
            </p:cNvPr>
            <p:cNvPicPr/>
            <p:nvPr/>
          </p:nvPicPr>
          <p:blipFill>
            <a:blip r:embed="rId9" cstate="print"/>
            <a:stretch>
              <a:fillRect/>
            </a:stretch>
          </p:blipFill>
          <p:spPr>
            <a:xfrm>
              <a:off x="5539051" y="1764140"/>
              <a:ext cx="313532" cy="192119"/>
            </a:xfrm>
            <a:prstGeom prst="rect">
              <a:avLst/>
            </a:prstGeom>
          </p:spPr>
        </p:pic>
        <p:pic>
          <p:nvPicPr>
            <p:cNvPr id="23" name="object 30">
              <a:extLst>
                <a:ext uri="{FF2B5EF4-FFF2-40B4-BE49-F238E27FC236}">
                  <a16:creationId xmlns:a16="http://schemas.microsoft.com/office/drawing/2014/main" id="{5E68A2AD-C116-5FE4-5783-8E4DD2861AA3}"/>
                </a:ext>
              </a:extLst>
            </p:cNvPr>
            <p:cNvPicPr/>
            <p:nvPr/>
          </p:nvPicPr>
          <p:blipFill>
            <a:blip r:embed="rId10" cstate="print"/>
            <a:stretch>
              <a:fillRect/>
            </a:stretch>
          </p:blipFill>
          <p:spPr>
            <a:xfrm>
              <a:off x="5239113" y="1764136"/>
              <a:ext cx="267220" cy="192130"/>
            </a:xfrm>
            <a:prstGeom prst="rect">
              <a:avLst/>
            </a:prstGeom>
          </p:spPr>
        </p:pic>
      </p:grpSp>
      <p:sp>
        <p:nvSpPr>
          <p:cNvPr id="24" name="object 31">
            <a:extLst>
              <a:ext uri="{FF2B5EF4-FFF2-40B4-BE49-F238E27FC236}">
                <a16:creationId xmlns:a16="http://schemas.microsoft.com/office/drawing/2014/main" id="{077880EF-5A9B-F2A1-3647-A4FF76DE7014}"/>
              </a:ext>
            </a:extLst>
          </p:cNvPr>
          <p:cNvSpPr/>
          <p:nvPr userDrawn="1"/>
        </p:nvSpPr>
        <p:spPr>
          <a:xfrm>
            <a:off x="2189295" y="1766944"/>
            <a:ext cx="94783" cy="186690"/>
          </a:xfrm>
          <a:custGeom>
            <a:avLst/>
            <a:gdLst/>
            <a:ahLst/>
            <a:cxnLst/>
            <a:rect l="l" t="t" r="r" b="b"/>
            <a:pathLst>
              <a:path w="126364" h="186689">
                <a:moveTo>
                  <a:pt x="126085" y="0"/>
                </a:moveTo>
                <a:lnTo>
                  <a:pt x="0" y="0"/>
                </a:lnTo>
                <a:lnTo>
                  <a:pt x="0" y="24130"/>
                </a:lnTo>
                <a:lnTo>
                  <a:pt x="47129" y="24130"/>
                </a:lnTo>
                <a:lnTo>
                  <a:pt x="47129" y="186690"/>
                </a:lnTo>
                <a:lnTo>
                  <a:pt x="78981" y="186690"/>
                </a:lnTo>
                <a:lnTo>
                  <a:pt x="78981" y="24130"/>
                </a:lnTo>
                <a:lnTo>
                  <a:pt x="126085" y="24130"/>
                </a:lnTo>
                <a:lnTo>
                  <a:pt x="126085" y="0"/>
                </a:lnTo>
                <a:close/>
              </a:path>
            </a:pathLst>
          </a:custGeom>
          <a:solidFill>
            <a:srgbClr val="FFFFFF"/>
          </a:solidFill>
        </p:spPr>
        <p:txBody>
          <a:bodyPr wrap="square" lIns="0" tIns="0" rIns="0" bIns="0" rtlCol="0"/>
          <a:lstStyle/>
          <a:p>
            <a:endParaRPr/>
          </a:p>
        </p:txBody>
      </p:sp>
      <p:sp>
        <p:nvSpPr>
          <p:cNvPr id="25" name="object 32">
            <a:extLst>
              <a:ext uri="{FF2B5EF4-FFF2-40B4-BE49-F238E27FC236}">
                <a16:creationId xmlns:a16="http://schemas.microsoft.com/office/drawing/2014/main" id="{CA91AD44-8502-9249-6CC4-2FBD1F1D306F}"/>
              </a:ext>
            </a:extLst>
          </p:cNvPr>
          <p:cNvSpPr/>
          <p:nvPr userDrawn="1"/>
        </p:nvSpPr>
        <p:spPr>
          <a:xfrm>
            <a:off x="2304550" y="1766944"/>
            <a:ext cx="139556" cy="186690"/>
          </a:xfrm>
          <a:custGeom>
            <a:avLst/>
            <a:gdLst/>
            <a:ahLst/>
            <a:cxnLst/>
            <a:rect l="l" t="t" r="r" b="b"/>
            <a:pathLst>
              <a:path w="186054" h="186689">
                <a:moveTo>
                  <a:pt x="31851" y="152"/>
                </a:moveTo>
                <a:lnTo>
                  <a:pt x="0" y="152"/>
                </a:lnTo>
                <a:lnTo>
                  <a:pt x="0" y="186334"/>
                </a:lnTo>
                <a:lnTo>
                  <a:pt x="31851" y="186334"/>
                </a:lnTo>
                <a:lnTo>
                  <a:pt x="31851" y="152"/>
                </a:lnTo>
                <a:close/>
              </a:path>
              <a:path w="186054" h="186689">
                <a:moveTo>
                  <a:pt x="185496" y="0"/>
                </a:moveTo>
                <a:lnTo>
                  <a:pt x="59410" y="0"/>
                </a:lnTo>
                <a:lnTo>
                  <a:pt x="59410" y="24130"/>
                </a:lnTo>
                <a:lnTo>
                  <a:pt x="106502" y="24130"/>
                </a:lnTo>
                <a:lnTo>
                  <a:pt x="106502" y="186690"/>
                </a:lnTo>
                <a:lnTo>
                  <a:pt x="138353" y="186690"/>
                </a:lnTo>
                <a:lnTo>
                  <a:pt x="138353" y="24130"/>
                </a:lnTo>
                <a:lnTo>
                  <a:pt x="185496" y="24130"/>
                </a:lnTo>
                <a:lnTo>
                  <a:pt x="185496" y="0"/>
                </a:lnTo>
                <a:close/>
              </a:path>
            </a:pathLst>
          </a:custGeom>
          <a:solidFill>
            <a:srgbClr val="FFFFFF"/>
          </a:solidFill>
        </p:spPr>
        <p:txBody>
          <a:bodyPr wrap="square" lIns="0" tIns="0" rIns="0" bIns="0" rtlCol="0"/>
          <a:lstStyle/>
          <a:p>
            <a:endParaRPr/>
          </a:p>
        </p:txBody>
      </p:sp>
      <p:sp>
        <p:nvSpPr>
          <p:cNvPr id="26" name="object 33">
            <a:extLst>
              <a:ext uri="{FF2B5EF4-FFF2-40B4-BE49-F238E27FC236}">
                <a16:creationId xmlns:a16="http://schemas.microsoft.com/office/drawing/2014/main" id="{C580FF8C-196C-A9A7-B0DB-AD43DAE3186B}"/>
              </a:ext>
            </a:extLst>
          </p:cNvPr>
          <p:cNvSpPr/>
          <p:nvPr userDrawn="1"/>
        </p:nvSpPr>
        <p:spPr>
          <a:xfrm>
            <a:off x="2696669" y="1767223"/>
            <a:ext cx="84305" cy="186690"/>
          </a:xfrm>
          <a:custGeom>
            <a:avLst/>
            <a:gdLst/>
            <a:ahLst/>
            <a:cxnLst/>
            <a:rect l="l" t="t" r="r" b="b"/>
            <a:pathLst>
              <a:path w="112395" h="186689">
                <a:moveTo>
                  <a:pt x="111975" y="162560"/>
                </a:moveTo>
                <a:lnTo>
                  <a:pt x="31851" y="162560"/>
                </a:lnTo>
                <a:lnTo>
                  <a:pt x="31851" y="101600"/>
                </a:lnTo>
                <a:lnTo>
                  <a:pt x="105714" y="101600"/>
                </a:lnTo>
                <a:lnTo>
                  <a:pt x="105714" y="77470"/>
                </a:lnTo>
                <a:lnTo>
                  <a:pt x="31851" y="77470"/>
                </a:lnTo>
                <a:lnTo>
                  <a:pt x="31851" y="24130"/>
                </a:lnTo>
                <a:lnTo>
                  <a:pt x="109778" y="24130"/>
                </a:lnTo>
                <a:lnTo>
                  <a:pt x="109778" y="0"/>
                </a:lnTo>
                <a:lnTo>
                  <a:pt x="0" y="0"/>
                </a:lnTo>
                <a:lnTo>
                  <a:pt x="0" y="24130"/>
                </a:lnTo>
                <a:lnTo>
                  <a:pt x="0" y="77470"/>
                </a:lnTo>
                <a:lnTo>
                  <a:pt x="0" y="101600"/>
                </a:lnTo>
                <a:lnTo>
                  <a:pt x="0" y="162560"/>
                </a:lnTo>
                <a:lnTo>
                  <a:pt x="0" y="186690"/>
                </a:lnTo>
                <a:lnTo>
                  <a:pt x="111975" y="186690"/>
                </a:lnTo>
                <a:lnTo>
                  <a:pt x="111975" y="162560"/>
                </a:lnTo>
                <a:close/>
              </a:path>
            </a:pathLst>
          </a:custGeom>
          <a:solidFill>
            <a:srgbClr val="FFFFFF"/>
          </a:solidFill>
        </p:spPr>
        <p:txBody>
          <a:bodyPr wrap="square" lIns="0" tIns="0" rIns="0" bIns="0" rtlCol="0"/>
          <a:lstStyle/>
          <a:p>
            <a:endParaRPr/>
          </a:p>
        </p:txBody>
      </p:sp>
      <p:sp>
        <p:nvSpPr>
          <p:cNvPr id="27" name="object 34">
            <a:extLst>
              <a:ext uri="{FF2B5EF4-FFF2-40B4-BE49-F238E27FC236}">
                <a16:creationId xmlns:a16="http://schemas.microsoft.com/office/drawing/2014/main" id="{E8CD2CD4-EE2A-E448-52FB-E33A1C6473EF}"/>
              </a:ext>
            </a:extLst>
          </p:cNvPr>
          <p:cNvSpPr/>
          <p:nvPr userDrawn="1"/>
        </p:nvSpPr>
        <p:spPr>
          <a:xfrm>
            <a:off x="2084051" y="1764134"/>
            <a:ext cx="93831" cy="192405"/>
          </a:xfrm>
          <a:custGeom>
            <a:avLst/>
            <a:gdLst/>
            <a:ahLst/>
            <a:cxnLst/>
            <a:rect l="l" t="t" r="r" b="b"/>
            <a:pathLst>
              <a:path w="125094" h="192405">
                <a:moveTo>
                  <a:pt x="64573" y="0"/>
                </a:moveTo>
                <a:lnTo>
                  <a:pt x="39526" y="2835"/>
                </a:lnTo>
                <a:lnTo>
                  <a:pt x="18991" y="11562"/>
                </a:lnTo>
                <a:lnTo>
                  <a:pt x="5103" y="26513"/>
                </a:lnTo>
                <a:lnTo>
                  <a:pt x="0" y="48019"/>
                </a:lnTo>
                <a:lnTo>
                  <a:pt x="14008" y="79610"/>
                </a:lnTo>
                <a:lnTo>
                  <a:pt x="44825" y="100574"/>
                </a:lnTo>
                <a:lnTo>
                  <a:pt x="75643" y="119214"/>
                </a:lnTo>
                <a:lnTo>
                  <a:pt x="89651" y="143838"/>
                </a:lnTo>
                <a:lnTo>
                  <a:pt x="88023" y="153018"/>
                </a:lnTo>
                <a:lnTo>
                  <a:pt x="82559" y="161360"/>
                </a:lnTo>
                <a:lnTo>
                  <a:pt x="72392" y="167423"/>
                </a:lnTo>
                <a:lnTo>
                  <a:pt x="56657" y="169764"/>
                </a:lnTo>
                <a:lnTo>
                  <a:pt x="39914" y="167888"/>
                </a:lnTo>
                <a:lnTo>
                  <a:pt x="25394" y="163255"/>
                </a:lnTo>
                <a:lnTo>
                  <a:pt x="13234" y="157355"/>
                </a:lnTo>
                <a:lnTo>
                  <a:pt x="3570" y="151681"/>
                </a:lnTo>
                <a:lnTo>
                  <a:pt x="3570" y="184287"/>
                </a:lnTo>
                <a:lnTo>
                  <a:pt x="10677" y="186087"/>
                </a:lnTo>
                <a:lnTo>
                  <a:pt x="22598" y="188719"/>
                </a:lnTo>
                <a:lnTo>
                  <a:pt x="38002" y="191096"/>
                </a:lnTo>
                <a:lnTo>
                  <a:pt x="55558" y="192130"/>
                </a:lnTo>
                <a:lnTo>
                  <a:pt x="83612" y="188765"/>
                </a:lnTo>
                <a:lnTo>
                  <a:pt x="105485" y="178747"/>
                </a:lnTo>
                <a:lnTo>
                  <a:pt x="119694" y="162193"/>
                </a:lnTo>
                <a:lnTo>
                  <a:pt x="124760" y="139220"/>
                </a:lnTo>
                <a:lnTo>
                  <a:pt x="110752" y="105495"/>
                </a:lnTo>
                <a:lnTo>
                  <a:pt x="79934" y="83553"/>
                </a:lnTo>
                <a:lnTo>
                  <a:pt x="49116" y="65964"/>
                </a:lnTo>
                <a:lnTo>
                  <a:pt x="35108" y="45297"/>
                </a:lnTo>
                <a:lnTo>
                  <a:pt x="37314" y="34997"/>
                </a:lnTo>
                <a:lnTo>
                  <a:pt x="43354" y="27857"/>
                </a:lnTo>
                <a:lnTo>
                  <a:pt x="52363" y="23701"/>
                </a:lnTo>
                <a:lnTo>
                  <a:pt x="63474" y="22355"/>
                </a:lnTo>
                <a:lnTo>
                  <a:pt x="77123" y="23528"/>
                </a:lnTo>
                <a:lnTo>
                  <a:pt x="89489" y="26474"/>
                </a:lnTo>
                <a:lnTo>
                  <a:pt x="100621" y="30328"/>
                </a:lnTo>
                <a:lnTo>
                  <a:pt x="110572" y="34229"/>
                </a:lnTo>
                <a:lnTo>
                  <a:pt x="110572" y="5120"/>
                </a:lnTo>
                <a:lnTo>
                  <a:pt x="103475" y="3750"/>
                </a:lnTo>
                <a:lnTo>
                  <a:pt x="92893" y="2053"/>
                </a:lnTo>
                <a:lnTo>
                  <a:pt x="79652" y="610"/>
                </a:lnTo>
                <a:lnTo>
                  <a:pt x="64573" y="0"/>
                </a:lnTo>
                <a:close/>
              </a:path>
            </a:pathLst>
          </a:custGeom>
          <a:solidFill>
            <a:srgbClr val="FFFFFF"/>
          </a:solidFill>
        </p:spPr>
        <p:txBody>
          <a:bodyPr wrap="square" lIns="0" tIns="0" rIns="0" bIns="0" rtlCol="0"/>
          <a:lstStyle/>
          <a:p>
            <a:endParaRPr/>
          </a:p>
        </p:txBody>
      </p:sp>
      <p:pic>
        <p:nvPicPr>
          <p:cNvPr id="28" name="object 35">
            <a:extLst>
              <a:ext uri="{FF2B5EF4-FFF2-40B4-BE49-F238E27FC236}">
                <a16:creationId xmlns:a16="http://schemas.microsoft.com/office/drawing/2014/main" id="{8F177E9D-DFCF-F298-72A6-2F3902A5A072}"/>
              </a:ext>
            </a:extLst>
          </p:cNvPr>
          <p:cNvPicPr/>
          <p:nvPr userDrawn="1"/>
        </p:nvPicPr>
        <p:blipFill>
          <a:blip r:embed="rId11" cstate="print"/>
          <a:stretch>
            <a:fillRect/>
          </a:stretch>
        </p:blipFill>
        <p:spPr>
          <a:xfrm>
            <a:off x="2463324" y="1767089"/>
            <a:ext cx="97861" cy="189177"/>
          </a:xfrm>
          <a:prstGeom prst="rect">
            <a:avLst/>
          </a:prstGeom>
        </p:spPr>
      </p:pic>
      <p:grpSp>
        <p:nvGrpSpPr>
          <p:cNvPr id="29" name="object 36">
            <a:extLst>
              <a:ext uri="{FF2B5EF4-FFF2-40B4-BE49-F238E27FC236}">
                <a16:creationId xmlns:a16="http://schemas.microsoft.com/office/drawing/2014/main" id="{28A4E57A-25EC-C86B-9378-E55C79B9DB31}"/>
              </a:ext>
            </a:extLst>
          </p:cNvPr>
          <p:cNvGrpSpPr/>
          <p:nvPr userDrawn="1"/>
        </p:nvGrpSpPr>
        <p:grpSpPr>
          <a:xfrm>
            <a:off x="2865480" y="1764137"/>
            <a:ext cx="224337" cy="192405"/>
            <a:chOff x="3820237" y="1764136"/>
            <a:chExt cx="299085" cy="192405"/>
          </a:xfrm>
        </p:grpSpPr>
        <p:sp>
          <p:nvSpPr>
            <p:cNvPr id="30" name="object 37">
              <a:extLst>
                <a:ext uri="{FF2B5EF4-FFF2-40B4-BE49-F238E27FC236}">
                  <a16:creationId xmlns:a16="http://schemas.microsoft.com/office/drawing/2014/main" id="{D7703ECF-E032-048E-B2E9-8284B8EECADE}"/>
                </a:ext>
              </a:extLst>
            </p:cNvPr>
            <p:cNvSpPr/>
            <p:nvPr/>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FFFFFF"/>
            </a:solidFill>
          </p:spPr>
          <p:txBody>
            <a:bodyPr wrap="square" lIns="0" tIns="0" rIns="0" bIns="0" rtlCol="0"/>
            <a:lstStyle/>
            <a:p>
              <a:endParaRPr/>
            </a:p>
          </p:txBody>
        </p:sp>
        <p:pic>
          <p:nvPicPr>
            <p:cNvPr id="31" name="object 38">
              <a:extLst>
                <a:ext uri="{FF2B5EF4-FFF2-40B4-BE49-F238E27FC236}">
                  <a16:creationId xmlns:a16="http://schemas.microsoft.com/office/drawing/2014/main" id="{C715C555-14CD-1DE9-073B-5FEB938EBB86}"/>
                </a:ext>
              </a:extLst>
            </p:cNvPr>
            <p:cNvPicPr/>
            <p:nvPr/>
          </p:nvPicPr>
          <p:blipFill>
            <a:blip r:embed="rId12" cstate="print"/>
            <a:stretch>
              <a:fillRect/>
            </a:stretch>
          </p:blipFill>
          <p:spPr>
            <a:xfrm>
              <a:off x="3820237" y="1764136"/>
              <a:ext cx="151984" cy="192130"/>
            </a:xfrm>
            <a:prstGeom prst="rect">
              <a:avLst/>
            </a:prstGeom>
          </p:spPr>
        </p:pic>
      </p:grpSp>
      <p:sp>
        <p:nvSpPr>
          <p:cNvPr id="35" name="object 39">
            <a:extLst>
              <a:ext uri="{FF2B5EF4-FFF2-40B4-BE49-F238E27FC236}">
                <a16:creationId xmlns:a16="http://schemas.microsoft.com/office/drawing/2014/main" id="{9C4D2FEC-D131-86BE-4360-F682978DE777}"/>
              </a:ext>
            </a:extLst>
          </p:cNvPr>
          <p:cNvSpPr/>
          <p:nvPr userDrawn="1"/>
        </p:nvSpPr>
        <p:spPr>
          <a:xfrm>
            <a:off x="1890133" y="1630913"/>
            <a:ext cx="2500100" cy="25400"/>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FFFFFF"/>
          </a:solidFill>
        </p:spPr>
        <p:txBody>
          <a:bodyPr wrap="square" lIns="0" tIns="0" rIns="0" bIns="0" rtlCol="0"/>
          <a:lstStyle/>
          <a:p>
            <a:endParaRPr/>
          </a:p>
        </p:txBody>
      </p:sp>
      <p:pic>
        <p:nvPicPr>
          <p:cNvPr id="36" name="object 40">
            <a:extLst>
              <a:ext uri="{FF2B5EF4-FFF2-40B4-BE49-F238E27FC236}">
                <a16:creationId xmlns:a16="http://schemas.microsoft.com/office/drawing/2014/main" id="{17631A82-A9F1-D963-83EB-67EB5AA4B831}"/>
              </a:ext>
            </a:extLst>
          </p:cNvPr>
          <p:cNvPicPr/>
          <p:nvPr userDrawn="1"/>
        </p:nvPicPr>
        <p:blipFill>
          <a:blip r:embed="rId13" cstate="print"/>
          <a:stretch>
            <a:fillRect/>
          </a:stretch>
        </p:blipFill>
        <p:spPr>
          <a:xfrm>
            <a:off x="655317" y="691082"/>
            <a:ext cx="1107821" cy="1713220"/>
          </a:xfrm>
          <a:prstGeom prst="rect">
            <a:avLst/>
          </a:prstGeom>
        </p:spPr>
      </p:pic>
      <p:sp>
        <p:nvSpPr>
          <p:cNvPr id="38" name="object 25">
            <a:extLst>
              <a:ext uri="{FF2B5EF4-FFF2-40B4-BE49-F238E27FC236}">
                <a16:creationId xmlns:a16="http://schemas.microsoft.com/office/drawing/2014/main" id="{B364789B-5DB8-9359-202A-1D4038A9C532}"/>
              </a:ext>
            </a:extLst>
          </p:cNvPr>
          <p:cNvSpPr txBox="1"/>
          <p:nvPr userDrawn="1"/>
        </p:nvSpPr>
        <p:spPr>
          <a:xfrm>
            <a:off x="642355" y="10467654"/>
            <a:ext cx="2140017" cy="349519"/>
          </a:xfrm>
          <a:prstGeom prst="rect">
            <a:avLst/>
          </a:prstGeom>
        </p:spPr>
        <p:txBody>
          <a:bodyPr vert="horz" wrap="square" lIns="0" tIns="32388" rIns="0" bIns="0" rtlCol="0">
            <a:spAutoFit/>
          </a:bodyPr>
          <a:lstStyle/>
          <a:p>
            <a:pPr marL="9526">
              <a:lnSpc>
                <a:spcPct val="100000"/>
              </a:lnSpc>
              <a:spcBef>
                <a:spcPts val="255"/>
              </a:spcBef>
            </a:pPr>
            <a:r>
              <a:rPr sz="1988" b="1" spc="206" dirty="0">
                <a:solidFill>
                  <a:srgbClr val="FFFFFF"/>
                </a:solidFill>
                <a:latin typeface="Palatino Linotype"/>
                <a:cs typeface="Palatino Linotype"/>
              </a:rPr>
              <a:t>&gt;</a:t>
            </a:r>
            <a:r>
              <a:rPr sz="1988" b="1" spc="-90" dirty="0">
                <a:solidFill>
                  <a:srgbClr val="FFFFFF"/>
                </a:solidFill>
                <a:latin typeface="Palatino Linotype"/>
                <a:cs typeface="Palatino Linotype"/>
              </a:rPr>
              <a:t> </a:t>
            </a:r>
            <a:r>
              <a:rPr sz="1988" b="1" spc="-8" dirty="0">
                <a:solidFill>
                  <a:srgbClr val="FFFFFF"/>
                </a:solidFill>
                <a:latin typeface="Palatino Linotype"/>
                <a:cs typeface="Palatino Linotype"/>
              </a:rPr>
              <a:t>www.mit.edu.au</a:t>
            </a:r>
            <a:endParaRPr sz="1988" dirty="0">
              <a:latin typeface="Palatino Linotype"/>
              <a:cs typeface="Palatino Linotype"/>
            </a:endParaRPr>
          </a:p>
        </p:txBody>
      </p:sp>
      <p:sp>
        <p:nvSpPr>
          <p:cNvPr id="39" name="Text Placeholder 57">
            <a:extLst>
              <a:ext uri="{FF2B5EF4-FFF2-40B4-BE49-F238E27FC236}">
                <a16:creationId xmlns:a16="http://schemas.microsoft.com/office/drawing/2014/main" id="{FEE53A43-9CFC-2D6D-1134-D9526EDB325B}"/>
              </a:ext>
            </a:extLst>
          </p:cNvPr>
          <p:cNvSpPr>
            <a:spLocks noGrp="1"/>
          </p:cNvSpPr>
          <p:nvPr>
            <p:ph type="body" sz="quarter" idx="10" hasCustomPrompt="1"/>
          </p:nvPr>
        </p:nvSpPr>
        <p:spPr>
          <a:xfrm>
            <a:off x="685656" y="5037862"/>
            <a:ext cx="7449646" cy="761875"/>
          </a:xfrm>
          <a:prstGeom prst="rect">
            <a:avLst/>
          </a:prstGeom>
        </p:spPr>
        <p:txBody>
          <a:bodyPr wrap="square" lIns="0" tIns="0" rIns="0" bIns="0">
            <a:spAutoFit/>
          </a:bodyPr>
          <a:lstStyle>
            <a:lvl1pPr>
              <a:defRPr sz="4951"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Sub heading</a:t>
            </a:r>
          </a:p>
        </p:txBody>
      </p:sp>
      <p:sp>
        <p:nvSpPr>
          <p:cNvPr id="40" name="Text Placeholder 57">
            <a:extLst>
              <a:ext uri="{FF2B5EF4-FFF2-40B4-BE49-F238E27FC236}">
                <a16:creationId xmlns:a16="http://schemas.microsoft.com/office/drawing/2014/main" id="{E97F579A-78AD-B791-1068-E51EF63EDF38}"/>
              </a:ext>
            </a:extLst>
          </p:cNvPr>
          <p:cNvSpPr>
            <a:spLocks noGrp="1"/>
          </p:cNvSpPr>
          <p:nvPr>
            <p:ph type="body" sz="quarter" idx="11" hasCustomPrompt="1"/>
          </p:nvPr>
        </p:nvSpPr>
        <p:spPr>
          <a:xfrm>
            <a:off x="685656" y="6416675"/>
            <a:ext cx="7449646" cy="2389372"/>
          </a:xfrm>
          <a:prstGeom prst="rect">
            <a:avLst/>
          </a:prstGeom>
        </p:spPr>
        <p:txBody>
          <a:bodyPr wrap="square" lIns="0" tIns="0" rIns="0" bIns="0">
            <a:spAutoFit/>
          </a:bodyPr>
          <a:lstStyle>
            <a:lvl1pPr>
              <a:lnSpc>
                <a:spcPct val="90000"/>
              </a:lnSpc>
              <a:defRPr sz="8626" b="1">
                <a:solidFill>
                  <a:schemeClr val="bg1"/>
                </a:solidFill>
                <a:latin typeface="Playfair Display"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Main title can</a:t>
            </a:r>
          </a:p>
          <a:p>
            <a:pPr lvl="0"/>
            <a:r>
              <a:rPr lang="en-US" dirty="0"/>
              <a:t>go in here</a:t>
            </a:r>
          </a:p>
        </p:txBody>
      </p:sp>
      <p:sp>
        <p:nvSpPr>
          <p:cNvPr id="41" name="object 24">
            <a:extLst>
              <a:ext uri="{FF2B5EF4-FFF2-40B4-BE49-F238E27FC236}">
                <a16:creationId xmlns:a16="http://schemas.microsoft.com/office/drawing/2014/main" id="{2BC3A9F4-FD06-000D-9116-EBD24E3C5DA9}"/>
              </a:ext>
            </a:extLst>
          </p:cNvPr>
          <p:cNvSpPr txBox="1"/>
          <p:nvPr userDrawn="1"/>
        </p:nvSpPr>
        <p:spPr>
          <a:xfrm>
            <a:off x="10940629" y="10505577"/>
            <a:ext cx="3771738" cy="537968"/>
          </a:xfrm>
          <a:prstGeom prst="rect">
            <a:avLst/>
          </a:prstGeom>
        </p:spPr>
        <p:txBody>
          <a:bodyPr vert="horz" wrap="none" lIns="0" tIns="1905" rIns="0" bIns="0" rtlCol="0" anchor="ctr">
            <a:spAutoFit/>
          </a:bodyPr>
          <a:lstStyle/>
          <a:p>
            <a:pPr marR="4763" algn="r">
              <a:lnSpc>
                <a:spcPct val="100000"/>
              </a:lnSpc>
              <a:spcBef>
                <a:spcPts val="15"/>
              </a:spcBef>
            </a:pPr>
            <a:r>
              <a:rPr sz="1050" spc="-15" dirty="0">
                <a:solidFill>
                  <a:srgbClr val="FFFFFF"/>
                </a:solidFill>
                <a:latin typeface="Roboto" panose="02000000000000000000" pitchFamily="2" charset="0"/>
                <a:ea typeface="Roboto" panose="02000000000000000000" pitchFamily="2" charset="0"/>
                <a:cs typeface="Roboto" panose="02000000000000000000" pitchFamily="2" charset="0"/>
              </a:rPr>
              <a:t>CRICOS</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Provider</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Code</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01545C</a:t>
            </a:r>
            <a:r>
              <a:rPr sz="1050" spc="5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56" dirty="0">
                <a:solidFill>
                  <a:srgbClr val="FFFFFF"/>
                </a:solidFill>
                <a:latin typeface="Roboto" panose="02000000000000000000" pitchFamily="2" charset="0"/>
                <a:ea typeface="Roboto" panose="02000000000000000000" pitchFamily="2" charset="0"/>
                <a:cs typeface="Roboto" panose="02000000000000000000" pitchFamily="2" charset="0"/>
              </a:rPr>
              <a:t>and</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03245K</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19" dirty="0">
                <a:solidFill>
                  <a:srgbClr val="FFFFFF"/>
                </a:solidFill>
                <a:latin typeface="Roboto" panose="02000000000000000000" pitchFamily="2" charset="0"/>
                <a:ea typeface="Roboto" panose="02000000000000000000" pitchFamily="2" charset="0"/>
                <a:cs typeface="Roboto" panose="02000000000000000000" pitchFamily="2" charset="0"/>
              </a:rPr>
              <a:t>NSW</a:t>
            </a:r>
            <a:endParaRPr sz="1050" dirty="0">
              <a:latin typeface="Roboto" panose="02000000000000000000" pitchFamily="2" charset="0"/>
              <a:ea typeface="Roboto" panose="02000000000000000000" pitchFamily="2" charset="0"/>
              <a:cs typeface="Roboto" panose="02000000000000000000" pitchFamily="2" charset="0"/>
            </a:endParaRPr>
          </a:p>
          <a:p>
            <a:pPr marR="4287" algn="r">
              <a:lnSpc>
                <a:spcPct val="100000"/>
              </a:lnSpc>
              <a:spcBef>
                <a:spcPts val="203"/>
              </a:spcBef>
            </a:pPr>
            <a:r>
              <a:rPr sz="1050" dirty="0">
                <a:solidFill>
                  <a:srgbClr val="FFFFFF"/>
                </a:solidFill>
                <a:latin typeface="Roboto" panose="02000000000000000000" pitchFamily="2" charset="0"/>
                <a:ea typeface="Roboto" panose="02000000000000000000" pitchFamily="2" charset="0"/>
                <a:cs typeface="Roboto" panose="02000000000000000000" pitchFamily="2" charset="0"/>
              </a:rPr>
              <a:t>TEQSA</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Provider</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Code</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26" dirty="0">
                <a:solidFill>
                  <a:srgbClr val="FFFFFF"/>
                </a:solidFill>
                <a:latin typeface="Roboto" panose="02000000000000000000" pitchFamily="2" charset="0"/>
                <a:ea typeface="Roboto" panose="02000000000000000000" pitchFamily="2" charset="0"/>
                <a:cs typeface="Roboto" panose="02000000000000000000" pitchFamily="2" charset="0"/>
              </a:rPr>
              <a:t>12138</a:t>
            </a:r>
            <a:endParaRPr sz="1050" dirty="0">
              <a:latin typeface="Roboto" panose="02000000000000000000" pitchFamily="2" charset="0"/>
              <a:ea typeface="Roboto" panose="02000000000000000000" pitchFamily="2" charset="0"/>
              <a:cs typeface="Roboto" panose="02000000000000000000" pitchFamily="2" charset="0"/>
            </a:endParaRPr>
          </a:p>
          <a:p>
            <a:pPr marL="9526" algn="r">
              <a:lnSpc>
                <a:spcPct val="100000"/>
              </a:lnSpc>
              <a:spcBef>
                <a:spcPts val="203"/>
              </a:spcBef>
            </a:pP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41" dirty="0">
                <a:solidFill>
                  <a:srgbClr val="FFFFFF"/>
                </a:solidFill>
                <a:latin typeface="Roboto" panose="02000000000000000000" pitchFamily="2" charset="0"/>
                <a:ea typeface="Roboto" panose="02000000000000000000" pitchFamily="2" charset="0"/>
                <a:cs typeface="Roboto" panose="02000000000000000000" pitchFamily="2" charset="0"/>
              </a:rPr>
              <a:t>2023</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Melbourne</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Institute</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of</a:t>
            </a:r>
            <a:r>
              <a:rPr sz="1050" spc="56"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Technology.</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All</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rights</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reserved</a:t>
            </a:r>
            <a:endParaRPr sz="105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806150447"/>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186563559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7" name="object 2">
            <a:extLst>
              <a:ext uri="{FF2B5EF4-FFF2-40B4-BE49-F238E27FC236}">
                <a16:creationId xmlns:a16="http://schemas.microsoft.com/office/drawing/2014/main" id="{1B3AA414-1508-48FA-9135-B038A72ECCE0}"/>
              </a:ext>
            </a:extLst>
          </p:cNvPr>
          <p:cNvSpPr/>
          <p:nvPr userDrawn="1"/>
        </p:nvSpPr>
        <p:spPr>
          <a:xfrm>
            <a:off x="0" y="1"/>
            <a:ext cx="15079663"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60C0C4"/>
          </a:solidFill>
        </p:spPr>
        <p:txBody>
          <a:bodyPr wrap="square" lIns="0" tIns="0" rIns="0" bIns="0" rtlCol="0"/>
          <a:lstStyle/>
          <a:p>
            <a:endParaRPr/>
          </a:p>
        </p:txBody>
      </p:sp>
      <p:sp>
        <p:nvSpPr>
          <p:cNvPr id="32" name="object 3">
            <a:extLst>
              <a:ext uri="{FF2B5EF4-FFF2-40B4-BE49-F238E27FC236}">
                <a16:creationId xmlns:a16="http://schemas.microsoft.com/office/drawing/2014/main" id="{434AAED9-B62B-B375-E14A-852E61CA9036}"/>
              </a:ext>
            </a:extLst>
          </p:cNvPr>
          <p:cNvSpPr/>
          <p:nvPr/>
        </p:nvSpPr>
        <p:spPr>
          <a:xfrm>
            <a:off x="0" y="0"/>
            <a:ext cx="15079663" cy="10247630"/>
          </a:xfrm>
          <a:custGeom>
            <a:avLst/>
            <a:gdLst/>
            <a:ahLst/>
            <a:cxnLst/>
            <a:rect l="l" t="t" r="r" b="b"/>
            <a:pathLst>
              <a:path w="20104100" h="10247630">
                <a:moveTo>
                  <a:pt x="20104099" y="0"/>
                </a:moveTo>
                <a:lnTo>
                  <a:pt x="0" y="0"/>
                </a:lnTo>
                <a:lnTo>
                  <a:pt x="0" y="10247311"/>
                </a:lnTo>
                <a:lnTo>
                  <a:pt x="20104099" y="10247311"/>
                </a:lnTo>
                <a:lnTo>
                  <a:pt x="20104099" y="0"/>
                </a:lnTo>
                <a:close/>
              </a:path>
            </a:pathLst>
          </a:custGeom>
          <a:solidFill>
            <a:srgbClr val="60C0C4"/>
          </a:solidFill>
        </p:spPr>
        <p:txBody>
          <a:bodyPr wrap="square" lIns="0" tIns="0" rIns="0" bIns="0" rtlCol="0"/>
          <a:lstStyle/>
          <a:p>
            <a:endParaRPr/>
          </a:p>
        </p:txBody>
      </p:sp>
      <p:sp>
        <p:nvSpPr>
          <p:cNvPr id="33" name="object 4">
            <a:extLst>
              <a:ext uri="{FF2B5EF4-FFF2-40B4-BE49-F238E27FC236}">
                <a16:creationId xmlns:a16="http://schemas.microsoft.com/office/drawing/2014/main" id="{0464F81E-0D94-7970-4586-7B2C50EA2ED6}"/>
              </a:ext>
            </a:extLst>
          </p:cNvPr>
          <p:cNvSpPr/>
          <p:nvPr/>
        </p:nvSpPr>
        <p:spPr>
          <a:xfrm>
            <a:off x="11294039" y="5"/>
            <a:ext cx="3785634" cy="5252720"/>
          </a:xfrm>
          <a:custGeom>
            <a:avLst/>
            <a:gdLst/>
            <a:ahLst/>
            <a:cxnLst/>
            <a:rect l="l" t="t" r="r" b="b"/>
            <a:pathLst>
              <a:path w="5046980" h="5252720">
                <a:moveTo>
                  <a:pt x="5046954" y="1640128"/>
                </a:moveTo>
                <a:lnTo>
                  <a:pt x="2470353" y="1640128"/>
                </a:lnTo>
                <a:lnTo>
                  <a:pt x="2470353" y="2341143"/>
                </a:lnTo>
                <a:lnTo>
                  <a:pt x="0" y="2341143"/>
                </a:lnTo>
                <a:lnTo>
                  <a:pt x="0" y="3344583"/>
                </a:lnTo>
                <a:lnTo>
                  <a:pt x="2470353" y="3344583"/>
                </a:lnTo>
                <a:lnTo>
                  <a:pt x="2470353" y="3778897"/>
                </a:lnTo>
                <a:lnTo>
                  <a:pt x="0" y="3778897"/>
                </a:lnTo>
                <a:lnTo>
                  <a:pt x="0" y="4901069"/>
                </a:lnTo>
                <a:lnTo>
                  <a:pt x="2470353" y="4901069"/>
                </a:lnTo>
                <a:lnTo>
                  <a:pt x="2470353" y="5252466"/>
                </a:lnTo>
                <a:lnTo>
                  <a:pt x="5046954" y="5252466"/>
                </a:lnTo>
                <a:lnTo>
                  <a:pt x="5046954" y="4549673"/>
                </a:lnTo>
                <a:lnTo>
                  <a:pt x="2470353" y="4549673"/>
                </a:lnTo>
                <a:lnTo>
                  <a:pt x="2470353" y="3907155"/>
                </a:lnTo>
                <a:lnTo>
                  <a:pt x="5046954" y="3907155"/>
                </a:lnTo>
                <a:lnTo>
                  <a:pt x="5046954" y="3087255"/>
                </a:lnTo>
                <a:lnTo>
                  <a:pt x="2470353" y="3087255"/>
                </a:lnTo>
                <a:lnTo>
                  <a:pt x="2470353" y="2612758"/>
                </a:lnTo>
                <a:lnTo>
                  <a:pt x="5046954" y="2612758"/>
                </a:lnTo>
                <a:lnTo>
                  <a:pt x="5046954" y="1640128"/>
                </a:lnTo>
                <a:close/>
              </a:path>
              <a:path w="5046980" h="5252720">
                <a:moveTo>
                  <a:pt x="5046954" y="0"/>
                </a:moveTo>
                <a:lnTo>
                  <a:pt x="2470353" y="0"/>
                </a:lnTo>
                <a:lnTo>
                  <a:pt x="2470353" y="1216393"/>
                </a:lnTo>
                <a:lnTo>
                  <a:pt x="5046954" y="1228255"/>
                </a:lnTo>
                <a:lnTo>
                  <a:pt x="5046954" y="0"/>
                </a:lnTo>
                <a:close/>
              </a:path>
            </a:pathLst>
          </a:custGeom>
          <a:solidFill>
            <a:srgbClr val="FFFFFF"/>
          </a:solidFill>
        </p:spPr>
        <p:txBody>
          <a:bodyPr wrap="square" lIns="0" tIns="0" rIns="0" bIns="0" rtlCol="0"/>
          <a:lstStyle/>
          <a:p>
            <a:endParaRPr/>
          </a:p>
        </p:txBody>
      </p:sp>
      <p:sp>
        <p:nvSpPr>
          <p:cNvPr id="34" name="object 5">
            <a:extLst>
              <a:ext uri="{FF2B5EF4-FFF2-40B4-BE49-F238E27FC236}">
                <a16:creationId xmlns:a16="http://schemas.microsoft.com/office/drawing/2014/main" id="{1C38393B-1523-D866-7499-3E300AAD2F4E}"/>
              </a:ext>
            </a:extLst>
          </p:cNvPr>
          <p:cNvSpPr/>
          <p:nvPr/>
        </p:nvSpPr>
        <p:spPr>
          <a:xfrm>
            <a:off x="11294039" y="872067"/>
            <a:ext cx="1853284" cy="886460"/>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rgbClr val="DB002E"/>
          </a:solidFill>
        </p:spPr>
        <p:txBody>
          <a:bodyPr wrap="square" lIns="0" tIns="0" rIns="0" bIns="0" rtlCol="0"/>
          <a:lstStyle/>
          <a:p>
            <a:endParaRPr/>
          </a:p>
        </p:txBody>
      </p:sp>
      <p:sp>
        <p:nvSpPr>
          <p:cNvPr id="2" name="Text Placeholder 57">
            <a:extLst>
              <a:ext uri="{FF2B5EF4-FFF2-40B4-BE49-F238E27FC236}">
                <a16:creationId xmlns:a16="http://schemas.microsoft.com/office/drawing/2014/main" id="{C8BCAF28-E290-9733-E07E-0232C9C6A3E7}"/>
              </a:ext>
            </a:extLst>
          </p:cNvPr>
          <p:cNvSpPr>
            <a:spLocks noGrp="1"/>
          </p:cNvSpPr>
          <p:nvPr userDrawn="1">
            <p:ph type="body" sz="quarter" idx="10" hasCustomPrompt="1"/>
          </p:nvPr>
        </p:nvSpPr>
        <p:spPr>
          <a:xfrm>
            <a:off x="1027619" y="7664454"/>
            <a:ext cx="3594875" cy="346249"/>
          </a:xfrm>
          <a:prstGeom prst="rect">
            <a:avLst/>
          </a:prstGeom>
        </p:spPr>
        <p:txBody>
          <a:bodyPr wrap="square" lIns="0" tIns="0" rIns="0" bIns="0">
            <a:spAutoFit/>
          </a:bodyPr>
          <a:lstStyle>
            <a:lvl1pPr>
              <a:defRPr lang="en-US" sz="2250" b="1" dirty="0">
                <a:solidFill>
                  <a:schemeClr val="bg1"/>
                </a:solidFill>
                <a:latin typeface="Playfair Display" pitchFamily="2" charset="0"/>
                <a:ea typeface="Roboto" panose="02000000000000000000" pitchFamily="2" charset="0"/>
                <a:cs typeface="+mn-cs"/>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marL="0" lvl="0"/>
            <a:r>
              <a:rPr lang="en-US" dirty="0"/>
              <a:t>Professor John Doe</a:t>
            </a:r>
          </a:p>
        </p:txBody>
      </p:sp>
      <p:sp>
        <p:nvSpPr>
          <p:cNvPr id="4" name="object 45">
            <a:extLst>
              <a:ext uri="{FF2B5EF4-FFF2-40B4-BE49-F238E27FC236}">
                <a16:creationId xmlns:a16="http://schemas.microsoft.com/office/drawing/2014/main" id="{F14B34CC-3C8D-F079-E04E-4882EDD21431}"/>
              </a:ext>
            </a:extLst>
          </p:cNvPr>
          <p:cNvSpPr txBox="1"/>
          <p:nvPr userDrawn="1"/>
        </p:nvSpPr>
        <p:spPr>
          <a:xfrm>
            <a:off x="11284513" y="10043598"/>
            <a:ext cx="2140017" cy="349519"/>
          </a:xfrm>
          <a:prstGeom prst="rect">
            <a:avLst/>
          </a:prstGeom>
        </p:spPr>
        <p:txBody>
          <a:bodyPr vert="horz" wrap="square" lIns="0" tIns="32388" rIns="0" bIns="0" rtlCol="0">
            <a:spAutoFit/>
          </a:bodyPr>
          <a:lstStyle/>
          <a:p>
            <a:pPr marL="9526">
              <a:lnSpc>
                <a:spcPct val="100000"/>
              </a:lnSpc>
              <a:spcBef>
                <a:spcPts val="255"/>
              </a:spcBef>
            </a:pPr>
            <a:r>
              <a:rPr sz="1988" b="1" spc="206" dirty="0">
                <a:solidFill>
                  <a:srgbClr val="FFFFFF"/>
                </a:solidFill>
                <a:latin typeface="Palatino Linotype"/>
                <a:cs typeface="Palatino Linotype"/>
              </a:rPr>
              <a:t>&gt;</a:t>
            </a:r>
            <a:r>
              <a:rPr sz="1988" b="1" spc="-90" dirty="0">
                <a:solidFill>
                  <a:srgbClr val="FFFFFF"/>
                </a:solidFill>
                <a:latin typeface="Palatino Linotype"/>
                <a:cs typeface="Palatino Linotype"/>
              </a:rPr>
              <a:t> </a:t>
            </a:r>
            <a:r>
              <a:rPr sz="1988" b="1" spc="-8" dirty="0">
                <a:solidFill>
                  <a:srgbClr val="FFFFFF"/>
                </a:solidFill>
                <a:latin typeface="Palatino Linotype"/>
                <a:cs typeface="Palatino Linotype"/>
                <a:hlinkClick r:id="rId5"/>
              </a:rPr>
              <a:t>www.mit.edu.au</a:t>
            </a:r>
            <a:endParaRPr sz="1988" dirty="0">
              <a:latin typeface="Palatino Linotype"/>
              <a:cs typeface="Palatino Linotype"/>
            </a:endParaRPr>
          </a:p>
        </p:txBody>
      </p:sp>
      <p:sp>
        <p:nvSpPr>
          <p:cNvPr id="8" name="Text Placeholder 57">
            <a:extLst>
              <a:ext uri="{FF2B5EF4-FFF2-40B4-BE49-F238E27FC236}">
                <a16:creationId xmlns:a16="http://schemas.microsoft.com/office/drawing/2014/main" id="{63B4EFB3-DA7D-DEEC-B62A-11DA67ECC74A}"/>
              </a:ext>
            </a:extLst>
          </p:cNvPr>
          <p:cNvSpPr>
            <a:spLocks noGrp="1"/>
          </p:cNvSpPr>
          <p:nvPr userDrawn="1">
            <p:ph type="body" sz="quarter" idx="11" hasCustomPrompt="1"/>
          </p:nvPr>
        </p:nvSpPr>
        <p:spPr>
          <a:xfrm>
            <a:off x="1027619" y="8383864"/>
            <a:ext cx="3594875" cy="253916"/>
          </a:xfrm>
          <a:prstGeom prst="rect">
            <a:avLst/>
          </a:prstGeom>
        </p:spPr>
        <p:txBody>
          <a:bodyPr wrap="square" lIns="0" tIns="0" rIns="0" bIns="0">
            <a:spAutoFit/>
          </a:bodyPr>
          <a:lstStyle>
            <a:lvl1pPr>
              <a:spcAft>
                <a:spcPts val="900"/>
              </a:spcAft>
              <a:defRPr lang="en-US" sz="165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marL="0" lvl="0">
              <a:spcAft>
                <a:spcPts val="150"/>
              </a:spcAft>
            </a:pPr>
            <a:r>
              <a:rPr lang="en-US" dirty="0"/>
              <a:t>T +612 8267 1400</a:t>
            </a:r>
          </a:p>
        </p:txBody>
      </p:sp>
      <p:sp>
        <p:nvSpPr>
          <p:cNvPr id="3" name="object 24">
            <a:extLst>
              <a:ext uri="{FF2B5EF4-FFF2-40B4-BE49-F238E27FC236}">
                <a16:creationId xmlns:a16="http://schemas.microsoft.com/office/drawing/2014/main" id="{AF4E2E8E-5C8C-0EBA-6712-6892694BF364}"/>
              </a:ext>
            </a:extLst>
          </p:cNvPr>
          <p:cNvSpPr txBox="1"/>
          <p:nvPr userDrawn="1"/>
        </p:nvSpPr>
        <p:spPr>
          <a:xfrm>
            <a:off x="1027619" y="10252212"/>
            <a:ext cx="3261983" cy="140423"/>
          </a:xfrm>
          <a:prstGeom prst="rect">
            <a:avLst/>
          </a:prstGeom>
        </p:spPr>
        <p:txBody>
          <a:bodyPr vert="horz" wrap="none" lIns="0" tIns="1905" rIns="0" bIns="0" rtlCol="0">
            <a:spAutoFit/>
          </a:bodyPr>
          <a:lstStyle/>
          <a:p>
            <a:pPr marL="9526">
              <a:lnSpc>
                <a:spcPct val="100000"/>
              </a:lnSpc>
              <a:spcBef>
                <a:spcPts val="203"/>
              </a:spcBef>
            </a:pPr>
            <a:r>
              <a:rPr sz="900" spc="49" dirty="0">
                <a:solidFill>
                  <a:schemeClr val="bg1"/>
                </a:solidFill>
                <a:latin typeface="Roboto" panose="02000000000000000000" pitchFamily="2" charset="0"/>
                <a:ea typeface="Roboto" panose="02000000000000000000" pitchFamily="2" charset="0"/>
                <a:cs typeface="Roboto" panose="02000000000000000000" pitchFamily="2" charset="0"/>
              </a:rPr>
              <a:t>©</a:t>
            </a:r>
            <a:r>
              <a:rPr sz="900" spc="79"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spc="41" dirty="0">
                <a:solidFill>
                  <a:schemeClr val="bg1"/>
                </a:solidFill>
                <a:latin typeface="Roboto" panose="02000000000000000000" pitchFamily="2" charset="0"/>
                <a:ea typeface="Roboto" panose="02000000000000000000" pitchFamily="2" charset="0"/>
                <a:cs typeface="Roboto" panose="02000000000000000000" pitchFamily="2" charset="0"/>
              </a:rPr>
              <a:t>202</a:t>
            </a:r>
            <a:r>
              <a:rPr lang="en-AU" sz="900" spc="41" dirty="0">
                <a:solidFill>
                  <a:schemeClr val="bg1"/>
                </a:solidFill>
                <a:latin typeface="Roboto" panose="02000000000000000000" pitchFamily="2" charset="0"/>
                <a:ea typeface="Roboto" panose="02000000000000000000" pitchFamily="2" charset="0"/>
                <a:cs typeface="Roboto" panose="02000000000000000000" pitchFamily="2" charset="0"/>
              </a:rPr>
              <a:t>4</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Melbourne</a:t>
            </a:r>
            <a:r>
              <a:rPr sz="900" spc="79"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Institute</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of</a:t>
            </a:r>
            <a:r>
              <a:rPr sz="900" spc="56"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Technology.</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All</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rights</a:t>
            </a:r>
            <a:r>
              <a:rPr sz="900" spc="79"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spc="-8" dirty="0">
                <a:solidFill>
                  <a:schemeClr val="bg1"/>
                </a:solidFill>
                <a:latin typeface="Roboto" panose="02000000000000000000" pitchFamily="2" charset="0"/>
                <a:ea typeface="Roboto" panose="02000000000000000000" pitchFamily="2" charset="0"/>
                <a:cs typeface="Roboto" panose="02000000000000000000" pitchFamily="2" charset="0"/>
              </a:rPr>
              <a:t>reserved</a:t>
            </a:r>
            <a:endParaRPr sz="9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1" name="Group 10">
            <a:extLst>
              <a:ext uri="{FF2B5EF4-FFF2-40B4-BE49-F238E27FC236}">
                <a16:creationId xmlns:a16="http://schemas.microsoft.com/office/drawing/2014/main" id="{BB476FA7-C551-E9D2-AD1E-534E658454F7}"/>
              </a:ext>
            </a:extLst>
          </p:cNvPr>
          <p:cNvGrpSpPr/>
          <p:nvPr userDrawn="1"/>
        </p:nvGrpSpPr>
        <p:grpSpPr>
          <a:xfrm>
            <a:off x="874119" y="888347"/>
            <a:ext cx="3241115" cy="1486330"/>
            <a:chOff x="873663" y="691082"/>
            <a:chExt cx="4980643" cy="1713220"/>
          </a:xfrm>
        </p:grpSpPr>
        <p:sp>
          <p:nvSpPr>
            <p:cNvPr id="35" name="object 6">
              <a:extLst>
                <a:ext uri="{FF2B5EF4-FFF2-40B4-BE49-F238E27FC236}">
                  <a16:creationId xmlns:a16="http://schemas.microsoft.com/office/drawing/2014/main" id="{CC565CF2-8474-506E-1F08-D964565E55AF}"/>
                </a:ext>
              </a:extLst>
            </p:cNvPr>
            <p:cNvSpPr/>
            <p:nvPr userDrawn="1"/>
          </p:nvSpPr>
          <p:spPr>
            <a:xfrm>
              <a:off x="2519921" y="1079112"/>
              <a:ext cx="3334385" cy="874394"/>
            </a:xfrm>
            <a:custGeom>
              <a:avLst/>
              <a:gdLst/>
              <a:ahLst/>
              <a:cxnLst/>
              <a:rect l="l" t="t" r="r" b="b"/>
              <a:pathLst>
                <a:path w="3334385" h="874394">
                  <a:moveTo>
                    <a:pt x="31851" y="687984"/>
                  </a:moveTo>
                  <a:lnTo>
                    <a:pt x="0" y="687984"/>
                  </a:lnTo>
                  <a:lnTo>
                    <a:pt x="0" y="874166"/>
                  </a:lnTo>
                  <a:lnTo>
                    <a:pt x="31851" y="874166"/>
                  </a:lnTo>
                  <a:lnTo>
                    <a:pt x="31851" y="687984"/>
                  </a:lnTo>
                  <a:close/>
                </a:path>
                <a:path w="3334385" h="874394">
                  <a:moveTo>
                    <a:pt x="447763" y="6883"/>
                  </a:moveTo>
                  <a:lnTo>
                    <a:pt x="347548" y="6883"/>
                  </a:lnTo>
                  <a:lnTo>
                    <a:pt x="225882" y="350989"/>
                  </a:lnTo>
                  <a:lnTo>
                    <a:pt x="224586" y="350989"/>
                  </a:lnTo>
                  <a:lnTo>
                    <a:pt x="103555" y="6883"/>
                  </a:lnTo>
                  <a:lnTo>
                    <a:pt x="2705" y="6883"/>
                  </a:lnTo>
                  <a:lnTo>
                    <a:pt x="2705" y="437781"/>
                  </a:lnTo>
                  <a:lnTo>
                    <a:pt x="70142" y="437781"/>
                  </a:lnTo>
                  <a:lnTo>
                    <a:pt x="70142" y="98044"/>
                  </a:lnTo>
                  <a:lnTo>
                    <a:pt x="71424" y="98044"/>
                  </a:lnTo>
                  <a:lnTo>
                    <a:pt x="191211" y="437781"/>
                  </a:lnTo>
                  <a:lnTo>
                    <a:pt x="259257" y="437781"/>
                  </a:lnTo>
                  <a:lnTo>
                    <a:pt x="379082" y="98044"/>
                  </a:lnTo>
                  <a:lnTo>
                    <a:pt x="380339" y="98044"/>
                  </a:lnTo>
                  <a:lnTo>
                    <a:pt x="380339" y="437781"/>
                  </a:lnTo>
                  <a:lnTo>
                    <a:pt x="447763" y="437781"/>
                  </a:lnTo>
                  <a:lnTo>
                    <a:pt x="447763" y="6883"/>
                  </a:lnTo>
                  <a:close/>
                </a:path>
                <a:path w="3334385" h="874394">
                  <a:moveTo>
                    <a:pt x="799579" y="382193"/>
                  </a:moveTo>
                  <a:lnTo>
                    <a:pt x="614210" y="382193"/>
                  </a:lnTo>
                  <a:lnTo>
                    <a:pt x="614210" y="242493"/>
                  </a:lnTo>
                  <a:lnTo>
                    <a:pt x="785075" y="242493"/>
                  </a:lnTo>
                  <a:lnTo>
                    <a:pt x="785075" y="186613"/>
                  </a:lnTo>
                  <a:lnTo>
                    <a:pt x="614210" y="186613"/>
                  </a:lnTo>
                  <a:lnTo>
                    <a:pt x="614210" y="62153"/>
                  </a:lnTo>
                  <a:lnTo>
                    <a:pt x="794524" y="62153"/>
                  </a:lnTo>
                  <a:lnTo>
                    <a:pt x="794524" y="6273"/>
                  </a:lnTo>
                  <a:lnTo>
                    <a:pt x="540435" y="6273"/>
                  </a:lnTo>
                  <a:lnTo>
                    <a:pt x="540435" y="62153"/>
                  </a:lnTo>
                  <a:lnTo>
                    <a:pt x="540435" y="186613"/>
                  </a:lnTo>
                  <a:lnTo>
                    <a:pt x="540435" y="242493"/>
                  </a:lnTo>
                  <a:lnTo>
                    <a:pt x="540435" y="382193"/>
                  </a:lnTo>
                  <a:lnTo>
                    <a:pt x="540435" y="438073"/>
                  </a:lnTo>
                  <a:lnTo>
                    <a:pt x="799579" y="438073"/>
                  </a:lnTo>
                  <a:lnTo>
                    <a:pt x="799579" y="382193"/>
                  </a:lnTo>
                  <a:close/>
                </a:path>
                <a:path w="3334385" h="874394">
                  <a:moveTo>
                    <a:pt x="1112913" y="382193"/>
                  </a:moveTo>
                  <a:lnTo>
                    <a:pt x="942035" y="382193"/>
                  </a:lnTo>
                  <a:lnTo>
                    <a:pt x="942035" y="6273"/>
                  </a:lnTo>
                  <a:lnTo>
                    <a:pt x="868299" y="6273"/>
                  </a:lnTo>
                  <a:lnTo>
                    <a:pt x="868299" y="382193"/>
                  </a:lnTo>
                  <a:lnTo>
                    <a:pt x="868299" y="438073"/>
                  </a:lnTo>
                  <a:lnTo>
                    <a:pt x="1112913" y="438073"/>
                  </a:lnTo>
                  <a:lnTo>
                    <a:pt x="1112913" y="382193"/>
                  </a:lnTo>
                  <a:close/>
                </a:path>
                <a:path w="3334385" h="874394">
                  <a:moveTo>
                    <a:pt x="1449552" y="318503"/>
                  </a:moveTo>
                  <a:lnTo>
                    <a:pt x="1440116" y="267081"/>
                  </a:lnTo>
                  <a:lnTo>
                    <a:pt x="1417218" y="235445"/>
                  </a:lnTo>
                  <a:lnTo>
                    <a:pt x="1416545" y="234505"/>
                  </a:lnTo>
                  <a:lnTo>
                    <a:pt x="1385989" y="216458"/>
                  </a:lnTo>
                  <a:lnTo>
                    <a:pt x="1374521" y="213499"/>
                  </a:lnTo>
                  <a:lnTo>
                    <a:pt x="1374521" y="312254"/>
                  </a:lnTo>
                  <a:lnTo>
                    <a:pt x="1365605" y="350901"/>
                  </a:lnTo>
                  <a:lnTo>
                    <a:pt x="1342377" y="373227"/>
                  </a:lnTo>
                  <a:lnTo>
                    <a:pt x="1310157" y="383489"/>
                  </a:lnTo>
                  <a:lnTo>
                    <a:pt x="1274267" y="385965"/>
                  </a:lnTo>
                  <a:lnTo>
                    <a:pt x="1244638" y="385965"/>
                  </a:lnTo>
                  <a:lnTo>
                    <a:pt x="1244638" y="235445"/>
                  </a:lnTo>
                  <a:lnTo>
                    <a:pt x="1274267" y="235445"/>
                  </a:lnTo>
                  <a:lnTo>
                    <a:pt x="1315732" y="239458"/>
                  </a:lnTo>
                  <a:lnTo>
                    <a:pt x="1347330" y="252539"/>
                  </a:lnTo>
                  <a:lnTo>
                    <a:pt x="1367459" y="276275"/>
                  </a:lnTo>
                  <a:lnTo>
                    <a:pt x="1374521" y="312254"/>
                  </a:lnTo>
                  <a:lnTo>
                    <a:pt x="1374521" y="213499"/>
                  </a:lnTo>
                  <a:lnTo>
                    <a:pt x="1355598" y="208584"/>
                  </a:lnTo>
                  <a:lnTo>
                    <a:pt x="1355598" y="207352"/>
                  </a:lnTo>
                  <a:lnTo>
                    <a:pt x="1377581" y="197434"/>
                  </a:lnTo>
                  <a:lnTo>
                    <a:pt x="1396606" y="183591"/>
                  </a:lnTo>
                  <a:lnTo>
                    <a:pt x="1401330" y="180162"/>
                  </a:lnTo>
                  <a:lnTo>
                    <a:pt x="1420342" y="151638"/>
                  </a:lnTo>
                  <a:lnTo>
                    <a:pt x="1428127" y="108026"/>
                  </a:lnTo>
                  <a:lnTo>
                    <a:pt x="1416265" y="58699"/>
                  </a:lnTo>
                  <a:lnTo>
                    <a:pt x="1415465" y="55346"/>
                  </a:lnTo>
                  <a:lnTo>
                    <a:pt x="1384071" y="24676"/>
                  </a:lnTo>
                  <a:lnTo>
                    <a:pt x="1353096" y="13690"/>
                  </a:lnTo>
                  <a:lnTo>
                    <a:pt x="1353096" y="120523"/>
                  </a:lnTo>
                  <a:lnTo>
                    <a:pt x="1347076" y="153822"/>
                  </a:lnTo>
                  <a:lnTo>
                    <a:pt x="1330477" y="172897"/>
                  </a:lnTo>
                  <a:lnTo>
                    <a:pt x="1305471" y="181546"/>
                  </a:lnTo>
                  <a:lnTo>
                    <a:pt x="1274267" y="183591"/>
                  </a:lnTo>
                  <a:lnTo>
                    <a:pt x="1244638" y="183591"/>
                  </a:lnTo>
                  <a:lnTo>
                    <a:pt x="1244638" y="58699"/>
                  </a:lnTo>
                  <a:lnTo>
                    <a:pt x="1274267" y="58699"/>
                  </a:lnTo>
                  <a:lnTo>
                    <a:pt x="1306271" y="60794"/>
                  </a:lnTo>
                  <a:lnTo>
                    <a:pt x="1331175" y="69456"/>
                  </a:lnTo>
                  <a:lnTo>
                    <a:pt x="1347330" y="88201"/>
                  </a:lnTo>
                  <a:lnTo>
                    <a:pt x="1353096" y="120523"/>
                  </a:lnTo>
                  <a:lnTo>
                    <a:pt x="1353096" y="13690"/>
                  </a:lnTo>
                  <a:lnTo>
                    <a:pt x="1343812" y="10388"/>
                  </a:lnTo>
                  <a:lnTo>
                    <a:pt x="1304544" y="6870"/>
                  </a:lnTo>
                  <a:lnTo>
                    <a:pt x="1170901" y="6870"/>
                  </a:lnTo>
                  <a:lnTo>
                    <a:pt x="1170901" y="437781"/>
                  </a:lnTo>
                  <a:lnTo>
                    <a:pt x="1304544" y="437781"/>
                  </a:lnTo>
                  <a:lnTo>
                    <a:pt x="1343837" y="435571"/>
                  </a:lnTo>
                  <a:lnTo>
                    <a:pt x="1382826" y="426364"/>
                  </a:lnTo>
                  <a:lnTo>
                    <a:pt x="1416672" y="406349"/>
                  </a:lnTo>
                  <a:lnTo>
                    <a:pt x="1440535" y="371678"/>
                  </a:lnTo>
                  <a:lnTo>
                    <a:pt x="1449552" y="318503"/>
                  </a:lnTo>
                  <a:close/>
                </a:path>
                <a:path w="3334385" h="874394">
                  <a:moveTo>
                    <a:pt x="1843570" y="222326"/>
                  </a:moveTo>
                  <a:lnTo>
                    <a:pt x="1840941" y="170484"/>
                  </a:lnTo>
                  <a:lnTo>
                    <a:pt x="1832406" y="123355"/>
                  </a:lnTo>
                  <a:lnTo>
                    <a:pt x="1817014" y="82130"/>
                  </a:lnTo>
                  <a:lnTo>
                    <a:pt x="1796415" y="51828"/>
                  </a:lnTo>
                  <a:lnTo>
                    <a:pt x="1793811" y="47980"/>
                  </a:lnTo>
                  <a:lnTo>
                    <a:pt x="1762226" y="22453"/>
                  </a:lnTo>
                  <a:lnTo>
                    <a:pt x="1762226" y="222326"/>
                  </a:lnTo>
                  <a:lnTo>
                    <a:pt x="1759534" y="275310"/>
                  </a:lnTo>
                  <a:lnTo>
                    <a:pt x="1750364" y="321995"/>
                  </a:lnTo>
                  <a:lnTo>
                    <a:pt x="1733092" y="359244"/>
                  </a:lnTo>
                  <a:lnTo>
                    <a:pt x="1706067" y="383908"/>
                  </a:lnTo>
                  <a:lnTo>
                    <a:pt x="1667687" y="392823"/>
                  </a:lnTo>
                  <a:lnTo>
                    <a:pt x="1629029" y="383908"/>
                  </a:lnTo>
                  <a:lnTo>
                    <a:pt x="1601978" y="359244"/>
                  </a:lnTo>
                  <a:lnTo>
                    <a:pt x="1584782" y="321995"/>
                  </a:lnTo>
                  <a:lnTo>
                    <a:pt x="1575727" y="275310"/>
                  </a:lnTo>
                  <a:lnTo>
                    <a:pt x="1573098" y="222326"/>
                  </a:lnTo>
                  <a:lnTo>
                    <a:pt x="1575727" y="169341"/>
                  </a:lnTo>
                  <a:lnTo>
                    <a:pt x="1584782" y="122656"/>
                  </a:lnTo>
                  <a:lnTo>
                    <a:pt x="1601978" y="85407"/>
                  </a:lnTo>
                  <a:lnTo>
                    <a:pt x="1629029" y="60744"/>
                  </a:lnTo>
                  <a:lnTo>
                    <a:pt x="1667687" y="51828"/>
                  </a:lnTo>
                  <a:lnTo>
                    <a:pt x="1706067" y="60744"/>
                  </a:lnTo>
                  <a:lnTo>
                    <a:pt x="1733092" y="85407"/>
                  </a:lnTo>
                  <a:lnTo>
                    <a:pt x="1750364" y="122656"/>
                  </a:lnTo>
                  <a:lnTo>
                    <a:pt x="1759534" y="169341"/>
                  </a:lnTo>
                  <a:lnTo>
                    <a:pt x="1762226" y="222326"/>
                  </a:lnTo>
                  <a:lnTo>
                    <a:pt x="1762226" y="22453"/>
                  </a:lnTo>
                  <a:lnTo>
                    <a:pt x="1761820" y="22123"/>
                  </a:lnTo>
                  <a:lnTo>
                    <a:pt x="1720100" y="5727"/>
                  </a:lnTo>
                  <a:lnTo>
                    <a:pt x="1667687" y="0"/>
                  </a:lnTo>
                  <a:lnTo>
                    <a:pt x="1615071" y="5727"/>
                  </a:lnTo>
                  <a:lnTo>
                    <a:pt x="1573263" y="22123"/>
                  </a:lnTo>
                  <a:lnTo>
                    <a:pt x="1541284" y="47980"/>
                  </a:lnTo>
                  <a:lnTo>
                    <a:pt x="1518132" y="82130"/>
                  </a:lnTo>
                  <a:lnTo>
                    <a:pt x="1502816" y="123355"/>
                  </a:lnTo>
                  <a:lnTo>
                    <a:pt x="1494358" y="170484"/>
                  </a:lnTo>
                  <a:lnTo>
                    <a:pt x="1491767" y="222326"/>
                  </a:lnTo>
                  <a:lnTo>
                    <a:pt x="1494358" y="274167"/>
                  </a:lnTo>
                  <a:lnTo>
                    <a:pt x="1502816" y="321297"/>
                  </a:lnTo>
                  <a:lnTo>
                    <a:pt x="1518132" y="362521"/>
                  </a:lnTo>
                  <a:lnTo>
                    <a:pt x="1541284" y="396671"/>
                  </a:lnTo>
                  <a:lnTo>
                    <a:pt x="1573263" y="422529"/>
                  </a:lnTo>
                  <a:lnTo>
                    <a:pt x="1615071" y="438924"/>
                  </a:lnTo>
                  <a:lnTo>
                    <a:pt x="1667687" y="444652"/>
                  </a:lnTo>
                  <a:lnTo>
                    <a:pt x="1720100" y="438924"/>
                  </a:lnTo>
                  <a:lnTo>
                    <a:pt x="1761820" y="422529"/>
                  </a:lnTo>
                  <a:lnTo>
                    <a:pt x="1793811" y="396671"/>
                  </a:lnTo>
                  <a:lnTo>
                    <a:pt x="1796415" y="392823"/>
                  </a:lnTo>
                  <a:lnTo>
                    <a:pt x="1817014" y="362521"/>
                  </a:lnTo>
                  <a:lnTo>
                    <a:pt x="1832406" y="321297"/>
                  </a:lnTo>
                  <a:lnTo>
                    <a:pt x="1840941" y="274167"/>
                  </a:lnTo>
                  <a:lnTo>
                    <a:pt x="1843570" y="222326"/>
                  </a:lnTo>
                  <a:close/>
                </a:path>
                <a:path w="3334385" h="874394">
                  <a:moveTo>
                    <a:pt x="2215515" y="6870"/>
                  </a:moveTo>
                  <a:lnTo>
                    <a:pt x="2141778" y="6870"/>
                  </a:lnTo>
                  <a:lnTo>
                    <a:pt x="2141778" y="306006"/>
                  </a:lnTo>
                  <a:lnTo>
                    <a:pt x="2137829" y="340385"/>
                  </a:lnTo>
                  <a:lnTo>
                    <a:pt x="2124824" y="367919"/>
                  </a:lnTo>
                  <a:lnTo>
                    <a:pt x="2101075" y="386207"/>
                  </a:lnTo>
                  <a:lnTo>
                    <a:pt x="2064867" y="392823"/>
                  </a:lnTo>
                  <a:lnTo>
                    <a:pt x="2028291" y="386207"/>
                  </a:lnTo>
                  <a:lnTo>
                    <a:pt x="2004352" y="367919"/>
                  </a:lnTo>
                  <a:lnTo>
                    <a:pt x="1991283" y="340385"/>
                  </a:lnTo>
                  <a:lnTo>
                    <a:pt x="1987334" y="306006"/>
                  </a:lnTo>
                  <a:lnTo>
                    <a:pt x="1987334" y="6870"/>
                  </a:lnTo>
                  <a:lnTo>
                    <a:pt x="1913547" y="6870"/>
                  </a:lnTo>
                  <a:lnTo>
                    <a:pt x="1913547" y="306006"/>
                  </a:lnTo>
                  <a:lnTo>
                    <a:pt x="1920697" y="356882"/>
                  </a:lnTo>
                  <a:lnTo>
                    <a:pt x="1941029" y="395820"/>
                  </a:lnTo>
                  <a:lnTo>
                    <a:pt x="1972932" y="423189"/>
                  </a:lnTo>
                  <a:lnTo>
                    <a:pt x="2014753" y="439343"/>
                  </a:lnTo>
                  <a:lnTo>
                    <a:pt x="2064867" y="444652"/>
                  </a:lnTo>
                  <a:lnTo>
                    <a:pt x="2116353" y="439343"/>
                  </a:lnTo>
                  <a:lnTo>
                    <a:pt x="2158200" y="423189"/>
                  </a:lnTo>
                  <a:lnTo>
                    <a:pt x="2189353" y="395820"/>
                  </a:lnTo>
                  <a:lnTo>
                    <a:pt x="2208809" y="356882"/>
                  </a:lnTo>
                  <a:lnTo>
                    <a:pt x="2215515" y="306006"/>
                  </a:lnTo>
                  <a:lnTo>
                    <a:pt x="2215515" y="6870"/>
                  </a:lnTo>
                  <a:close/>
                </a:path>
                <a:path w="3334385" h="874394">
                  <a:moveTo>
                    <a:pt x="2591905" y="437781"/>
                  </a:moveTo>
                  <a:lnTo>
                    <a:pt x="2565412" y="316611"/>
                  </a:lnTo>
                  <a:lnTo>
                    <a:pt x="2557551" y="284302"/>
                  </a:lnTo>
                  <a:lnTo>
                    <a:pt x="2545550" y="256667"/>
                  </a:lnTo>
                  <a:lnTo>
                    <a:pt x="2541803" y="252907"/>
                  </a:lnTo>
                  <a:lnTo>
                    <a:pt x="2524087" y="235115"/>
                  </a:lnTo>
                  <a:lnTo>
                    <a:pt x="2487866" y="221081"/>
                  </a:lnTo>
                  <a:lnTo>
                    <a:pt x="2487866" y="219849"/>
                  </a:lnTo>
                  <a:lnTo>
                    <a:pt x="2520238" y="209308"/>
                  </a:lnTo>
                  <a:lnTo>
                    <a:pt x="2532913" y="201091"/>
                  </a:lnTo>
                  <a:lnTo>
                    <a:pt x="2547823" y="191414"/>
                  </a:lnTo>
                  <a:lnTo>
                    <a:pt x="2567025" y="162737"/>
                  </a:lnTo>
                  <a:lnTo>
                    <a:pt x="2574226" y="119900"/>
                  </a:lnTo>
                  <a:lnTo>
                    <a:pt x="2567533" y="75780"/>
                  </a:lnTo>
                  <a:lnTo>
                    <a:pt x="2557437" y="58686"/>
                  </a:lnTo>
                  <a:lnTo>
                    <a:pt x="2548572" y="43700"/>
                  </a:lnTo>
                  <a:lnTo>
                    <a:pt x="2518956" y="22377"/>
                  </a:lnTo>
                  <a:lnTo>
                    <a:pt x="2499233" y="16344"/>
                  </a:lnTo>
                  <a:lnTo>
                    <a:pt x="2499233" y="128016"/>
                  </a:lnTo>
                  <a:lnTo>
                    <a:pt x="2491016" y="166306"/>
                  </a:lnTo>
                  <a:lnTo>
                    <a:pt x="2469502" y="188429"/>
                  </a:lnTo>
                  <a:lnTo>
                    <a:pt x="2439365" y="198628"/>
                  </a:lnTo>
                  <a:lnTo>
                    <a:pt x="2405278" y="201091"/>
                  </a:lnTo>
                  <a:lnTo>
                    <a:pt x="2376246" y="201091"/>
                  </a:lnTo>
                  <a:lnTo>
                    <a:pt x="2376246" y="58686"/>
                  </a:lnTo>
                  <a:lnTo>
                    <a:pt x="2434310" y="58686"/>
                  </a:lnTo>
                  <a:lnTo>
                    <a:pt x="2461996" y="63195"/>
                  </a:lnTo>
                  <a:lnTo>
                    <a:pt x="2482354" y="76492"/>
                  </a:lnTo>
                  <a:lnTo>
                    <a:pt x="2494927" y="98221"/>
                  </a:lnTo>
                  <a:lnTo>
                    <a:pt x="2499233" y="128016"/>
                  </a:lnTo>
                  <a:lnTo>
                    <a:pt x="2499233" y="16344"/>
                  </a:lnTo>
                  <a:lnTo>
                    <a:pt x="2480322" y="10541"/>
                  </a:lnTo>
                  <a:lnTo>
                    <a:pt x="2434310" y="6883"/>
                  </a:lnTo>
                  <a:lnTo>
                    <a:pt x="2302535" y="6883"/>
                  </a:lnTo>
                  <a:lnTo>
                    <a:pt x="2302535" y="437781"/>
                  </a:lnTo>
                  <a:lnTo>
                    <a:pt x="2376246" y="437781"/>
                  </a:lnTo>
                  <a:lnTo>
                    <a:pt x="2376246" y="252907"/>
                  </a:lnTo>
                  <a:lnTo>
                    <a:pt x="2405278" y="252907"/>
                  </a:lnTo>
                  <a:lnTo>
                    <a:pt x="2445893" y="257594"/>
                  </a:lnTo>
                  <a:lnTo>
                    <a:pt x="2485504" y="301409"/>
                  </a:lnTo>
                  <a:lnTo>
                    <a:pt x="2496693" y="344741"/>
                  </a:lnTo>
                  <a:lnTo>
                    <a:pt x="2516860" y="437781"/>
                  </a:lnTo>
                  <a:lnTo>
                    <a:pt x="2591905" y="437781"/>
                  </a:lnTo>
                  <a:close/>
                </a:path>
                <a:path w="3334385" h="874394">
                  <a:moveTo>
                    <a:pt x="2981515" y="6883"/>
                  </a:moveTo>
                  <a:lnTo>
                    <a:pt x="2914053" y="6883"/>
                  </a:lnTo>
                  <a:lnTo>
                    <a:pt x="2914053" y="324142"/>
                  </a:lnTo>
                  <a:lnTo>
                    <a:pt x="2912795" y="324142"/>
                  </a:lnTo>
                  <a:lnTo>
                    <a:pt x="2745092" y="6883"/>
                  </a:lnTo>
                  <a:lnTo>
                    <a:pt x="2654312" y="6883"/>
                  </a:lnTo>
                  <a:lnTo>
                    <a:pt x="2654312" y="437781"/>
                  </a:lnTo>
                  <a:lnTo>
                    <a:pt x="2721737" y="437781"/>
                  </a:lnTo>
                  <a:lnTo>
                    <a:pt x="2721737" y="104914"/>
                  </a:lnTo>
                  <a:lnTo>
                    <a:pt x="2723045" y="104914"/>
                  </a:lnTo>
                  <a:lnTo>
                    <a:pt x="2898876" y="437781"/>
                  </a:lnTo>
                  <a:lnTo>
                    <a:pt x="2981515" y="437781"/>
                  </a:lnTo>
                  <a:lnTo>
                    <a:pt x="2981515" y="6883"/>
                  </a:lnTo>
                  <a:close/>
                </a:path>
                <a:path w="3334385" h="874394">
                  <a:moveTo>
                    <a:pt x="3333877" y="382193"/>
                  </a:moveTo>
                  <a:lnTo>
                    <a:pt x="3148546" y="382193"/>
                  </a:lnTo>
                  <a:lnTo>
                    <a:pt x="3148546" y="242493"/>
                  </a:lnTo>
                  <a:lnTo>
                    <a:pt x="3319424" y="242493"/>
                  </a:lnTo>
                  <a:lnTo>
                    <a:pt x="3319424" y="186613"/>
                  </a:lnTo>
                  <a:lnTo>
                    <a:pt x="3148546" y="186613"/>
                  </a:lnTo>
                  <a:lnTo>
                    <a:pt x="3148546" y="62153"/>
                  </a:lnTo>
                  <a:lnTo>
                    <a:pt x="3328860" y="62153"/>
                  </a:lnTo>
                  <a:lnTo>
                    <a:pt x="3328860" y="6273"/>
                  </a:lnTo>
                  <a:lnTo>
                    <a:pt x="3074809" y="6273"/>
                  </a:lnTo>
                  <a:lnTo>
                    <a:pt x="3074809" y="62153"/>
                  </a:lnTo>
                  <a:lnTo>
                    <a:pt x="3074809" y="186613"/>
                  </a:lnTo>
                  <a:lnTo>
                    <a:pt x="3074809" y="242493"/>
                  </a:lnTo>
                  <a:lnTo>
                    <a:pt x="3074809" y="382193"/>
                  </a:lnTo>
                  <a:lnTo>
                    <a:pt x="3074809" y="438073"/>
                  </a:lnTo>
                  <a:lnTo>
                    <a:pt x="3333877" y="438073"/>
                  </a:lnTo>
                  <a:lnTo>
                    <a:pt x="3333877" y="382193"/>
                  </a:lnTo>
                  <a:close/>
                </a:path>
              </a:pathLst>
            </a:custGeom>
            <a:solidFill>
              <a:srgbClr val="E31837"/>
            </a:solidFill>
          </p:spPr>
          <p:txBody>
            <a:bodyPr wrap="square" lIns="0" tIns="0" rIns="0" bIns="0" rtlCol="0"/>
            <a:lstStyle/>
            <a:p>
              <a:endParaRPr/>
            </a:p>
          </p:txBody>
        </p:sp>
        <p:pic>
          <p:nvPicPr>
            <p:cNvPr id="36" name="object 7">
              <a:extLst>
                <a:ext uri="{FF2B5EF4-FFF2-40B4-BE49-F238E27FC236}">
                  <a16:creationId xmlns:a16="http://schemas.microsoft.com/office/drawing/2014/main" id="{6B328694-6CD4-85DB-E555-52983B9BC6CC}"/>
                </a:ext>
              </a:extLst>
            </p:cNvPr>
            <p:cNvPicPr/>
            <p:nvPr userDrawn="1"/>
          </p:nvPicPr>
          <p:blipFill>
            <a:blip r:embed="rId6" cstate="print"/>
            <a:stretch>
              <a:fillRect/>
            </a:stretch>
          </p:blipFill>
          <p:spPr>
            <a:xfrm>
              <a:off x="2599460" y="1767088"/>
              <a:ext cx="141367" cy="186182"/>
            </a:xfrm>
            <a:prstGeom prst="rect">
              <a:avLst/>
            </a:prstGeom>
          </p:spPr>
        </p:pic>
        <p:sp>
          <p:nvSpPr>
            <p:cNvPr id="37" name="object 8">
              <a:extLst>
                <a:ext uri="{FF2B5EF4-FFF2-40B4-BE49-F238E27FC236}">
                  <a16:creationId xmlns:a16="http://schemas.microsoft.com/office/drawing/2014/main" id="{24CAD459-E0DF-9B36-639D-E22E1216EBE1}"/>
                </a:ext>
              </a:extLst>
            </p:cNvPr>
            <p:cNvSpPr/>
            <p:nvPr userDrawn="1"/>
          </p:nvSpPr>
          <p:spPr>
            <a:xfrm>
              <a:off x="3440722" y="1766817"/>
              <a:ext cx="1375410" cy="187325"/>
            </a:xfrm>
            <a:custGeom>
              <a:avLst/>
              <a:gdLst/>
              <a:ahLst/>
              <a:cxnLst/>
              <a:rect l="l" t="t" r="r" b="b"/>
              <a:pathLst>
                <a:path w="1375410" h="187325">
                  <a:moveTo>
                    <a:pt x="126123" y="127"/>
                  </a:moveTo>
                  <a:lnTo>
                    <a:pt x="0" y="127"/>
                  </a:lnTo>
                  <a:lnTo>
                    <a:pt x="0" y="24257"/>
                  </a:lnTo>
                  <a:lnTo>
                    <a:pt x="47167" y="24257"/>
                  </a:lnTo>
                  <a:lnTo>
                    <a:pt x="47167" y="186817"/>
                  </a:lnTo>
                  <a:lnTo>
                    <a:pt x="78994" y="186817"/>
                  </a:lnTo>
                  <a:lnTo>
                    <a:pt x="78994" y="24257"/>
                  </a:lnTo>
                  <a:lnTo>
                    <a:pt x="126123" y="24257"/>
                  </a:lnTo>
                  <a:lnTo>
                    <a:pt x="126123" y="127"/>
                  </a:lnTo>
                  <a:close/>
                </a:path>
                <a:path w="1375410" h="187325">
                  <a:moveTo>
                    <a:pt x="1374952" y="0"/>
                  </a:moveTo>
                  <a:lnTo>
                    <a:pt x="1343139" y="0"/>
                  </a:lnTo>
                  <a:lnTo>
                    <a:pt x="1343139" y="77470"/>
                  </a:lnTo>
                  <a:lnTo>
                    <a:pt x="1275511" y="77470"/>
                  </a:lnTo>
                  <a:lnTo>
                    <a:pt x="1275511" y="0"/>
                  </a:lnTo>
                  <a:lnTo>
                    <a:pt x="1243660" y="0"/>
                  </a:lnTo>
                  <a:lnTo>
                    <a:pt x="1243660" y="77470"/>
                  </a:lnTo>
                  <a:lnTo>
                    <a:pt x="1243660" y="101600"/>
                  </a:lnTo>
                  <a:lnTo>
                    <a:pt x="1243660" y="186690"/>
                  </a:lnTo>
                  <a:lnTo>
                    <a:pt x="1275511" y="186690"/>
                  </a:lnTo>
                  <a:lnTo>
                    <a:pt x="1275511" y="101600"/>
                  </a:lnTo>
                  <a:lnTo>
                    <a:pt x="1343139" y="101600"/>
                  </a:lnTo>
                  <a:lnTo>
                    <a:pt x="1343139" y="186690"/>
                  </a:lnTo>
                  <a:lnTo>
                    <a:pt x="1374952" y="186690"/>
                  </a:lnTo>
                  <a:lnTo>
                    <a:pt x="1374952" y="101600"/>
                  </a:lnTo>
                  <a:lnTo>
                    <a:pt x="1374952" y="77470"/>
                  </a:lnTo>
                  <a:lnTo>
                    <a:pt x="1374952" y="0"/>
                  </a:lnTo>
                  <a:close/>
                </a:path>
              </a:pathLst>
            </a:custGeom>
            <a:solidFill>
              <a:srgbClr val="E31837"/>
            </a:solidFill>
          </p:spPr>
          <p:txBody>
            <a:bodyPr wrap="square" lIns="0" tIns="0" rIns="0" bIns="0" rtlCol="0"/>
            <a:lstStyle/>
            <a:p>
              <a:endParaRPr/>
            </a:p>
          </p:txBody>
        </p:sp>
        <p:pic>
          <p:nvPicPr>
            <p:cNvPr id="38" name="object 9">
              <a:extLst>
                <a:ext uri="{FF2B5EF4-FFF2-40B4-BE49-F238E27FC236}">
                  <a16:creationId xmlns:a16="http://schemas.microsoft.com/office/drawing/2014/main" id="{54536452-6336-125A-63AA-EF8CAC61F98E}"/>
                </a:ext>
              </a:extLst>
            </p:cNvPr>
            <p:cNvPicPr/>
            <p:nvPr userDrawn="1"/>
          </p:nvPicPr>
          <p:blipFill>
            <a:blip r:embed="rId7" cstate="print"/>
            <a:stretch>
              <a:fillRect/>
            </a:stretch>
          </p:blipFill>
          <p:spPr>
            <a:xfrm>
              <a:off x="4864229" y="1767088"/>
              <a:ext cx="141367" cy="186182"/>
            </a:xfrm>
            <a:prstGeom prst="rect">
              <a:avLst/>
            </a:prstGeom>
          </p:spPr>
        </p:pic>
        <p:pic>
          <p:nvPicPr>
            <p:cNvPr id="39" name="object 10">
              <a:extLst>
                <a:ext uri="{FF2B5EF4-FFF2-40B4-BE49-F238E27FC236}">
                  <a16:creationId xmlns:a16="http://schemas.microsoft.com/office/drawing/2014/main" id="{46EEBE56-3C69-E2AB-AE0B-1AA9DB14D68F}"/>
                </a:ext>
              </a:extLst>
            </p:cNvPr>
            <p:cNvPicPr/>
            <p:nvPr userDrawn="1"/>
          </p:nvPicPr>
          <p:blipFill>
            <a:blip r:embed="rId8" cstate="print"/>
            <a:stretch>
              <a:fillRect/>
            </a:stretch>
          </p:blipFill>
          <p:spPr>
            <a:xfrm>
              <a:off x="4516890" y="1764139"/>
              <a:ext cx="137252" cy="192119"/>
            </a:xfrm>
            <a:prstGeom prst="rect">
              <a:avLst/>
            </a:prstGeom>
          </p:spPr>
        </p:pic>
        <p:sp>
          <p:nvSpPr>
            <p:cNvPr id="40" name="object 11">
              <a:extLst>
                <a:ext uri="{FF2B5EF4-FFF2-40B4-BE49-F238E27FC236}">
                  <a16:creationId xmlns:a16="http://schemas.microsoft.com/office/drawing/2014/main" id="{26BD7887-0FC5-4329-889A-3C164B74E8AC}"/>
                </a:ext>
              </a:extLst>
            </p:cNvPr>
            <p:cNvSpPr/>
            <p:nvPr userDrawn="1"/>
          </p:nvSpPr>
          <p:spPr>
            <a:xfrm>
              <a:off x="4220705" y="1766944"/>
              <a:ext cx="126364"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a:p>
          </p:txBody>
        </p:sp>
        <p:pic>
          <p:nvPicPr>
            <p:cNvPr id="41" name="object 12">
              <a:extLst>
                <a:ext uri="{FF2B5EF4-FFF2-40B4-BE49-F238E27FC236}">
                  <a16:creationId xmlns:a16="http://schemas.microsoft.com/office/drawing/2014/main" id="{B747E775-9BC1-19FD-7416-2538BA9D1297}"/>
                </a:ext>
              </a:extLst>
            </p:cNvPr>
            <p:cNvPicPr/>
            <p:nvPr userDrawn="1"/>
          </p:nvPicPr>
          <p:blipFill>
            <a:blip r:embed="rId9" cstate="print"/>
            <a:stretch>
              <a:fillRect/>
            </a:stretch>
          </p:blipFill>
          <p:spPr>
            <a:xfrm>
              <a:off x="5046193" y="1764136"/>
              <a:ext cx="152016" cy="192130"/>
            </a:xfrm>
            <a:prstGeom prst="rect">
              <a:avLst/>
            </a:prstGeom>
          </p:spPr>
        </p:pic>
        <p:sp>
          <p:nvSpPr>
            <p:cNvPr id="42" name="object 13">
              <a:extLst>
                <a:ext uri="{FF2B5EF4-FFF2-40B4-BE49-F238E27FC236}">
                  <a16:creationId xmlns:a16="http://schemas.microsoft.com/office/drawing/2014/main" id="{FC794EB0-8D97-4FC3-A4C9-EEB6E5E9D6E2}"/>
                </a:ext>
              </a:extLst>
            </p:cNvPr>
            <p:cNvSpPr/>
            <p:nvPr userDrawn="1"/>
          </p:nvSpPr>
          <p:spPr>
            <a:xfrm>
              <a:off x="4375201" y="1767223"/>
              <a:ext cx="11239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E31837"/>
            </a:solidFill>
          </p:spPr>
          <p:txBody>
            <a:bodyPr wrap="square" lIns="0" tIns="0" rIns="0" bIns="0" rtlCol="0"/>
            <a:lstStyle/>
            <a:p>
              <a:endParaRPr/>
            </a:p>
          </p:txBody>
        </p:sp>
        <p:pic>
          <p:nvPicPr>
            <p:cNvPr id="43" name="object 14">
              <a:extLst>
                <a:ext uri="{FF2B5EF4-FFF2-40B4-BE49-F238E27FC236}">
                  <a16:creationId xmlns:a16="http://schemas.microsoft.com/office/drawing/2014/main" id="{9D4A36C0-22C0-3B92-9062-17EFECC7D5BE}"/>
                </a:ext>
              </a:extLst>
            </p:cNvPr>
            <p:cNvPicPr/>
            <p:nvPr userDrawn="1"/>
          </p:nvPicPr>
          <p:blipFill>
            <a:blip r:embed="rId10" cstate="print"/>
            <a:stretch>
              <a:fillRect/>
            </a:stretch>
          </p:blipFill>
          <p:spPr>
            <a:xfrm>
              <a:off x="5539051" y="1764139"/>
              <a:ext cx="313532" cy="192119"/>
            </a:xfrm>
            <a:prstGeom prst="rect">
              <a:avLst/>
            </a:prstGeom>
          </p:spPr>
        </p:pic>
        <p:pic>
          <p:nvPicPr>
            <p:cNvPr id="44" name="object 15">
              <a:extLst>
                <a:ext uri="{FF2B5EF4-FFF2-40B4-BE49-F238E27FC236}">
                  <a16:creationId xmlns:a16="http://schemas.microsoft.com/office/drawing/2014/main" id="{03127218-CB3A-18B1-8710-71DF5FD13295}"/>
                </a:ext>
              </a:extLst>
            </p:cNvPr>
            <p:cNvPicPr/>
            <p:nvPr userDrawn="1"/>
          </p:nvPicPr>
          <p:blipFill>
            <a:blip r:embed="rId11" cstate="print"/>
            <a:stretch>
              <a:fillRect/>
            </a:stretch>
          </p:blipFill>
          <p:spPr>
            <a:xfrm>
              <a:off x="5239113" y="1764136"/>
              <a:ext cx="267220" cy="192130"/>
            </a:xfrm>
            <a:prstGeom prst="rect">
              <a:avLst/>
            </a:prstGeom>
          </p:spPr>
        </p:pic>
        <p:sp>
          <p:nvSpPr>
            <p:cNvPr id="45" name="object 16">
              <a:extLst>
                <a:ext uri="{FF2B5EF4-FFF2-40B4-BE49-F238E27FC236}">
                  <a16:creationId xmlns:a16="http://schemas.microsoft.com/office/drawing/2014/main" id="{D970208C-9D50-0ADD-2FB0-4A2E6E0AF5C6}"/>
                </a:ext>
              </a:extLst>
            </p:cNvPr>
            <p:cNvSpPr/>
            <p:nvPr userDrawn="1"/>
          </p:nvSpPr>
          <p:spPr>
            <a:xfrm>
              <a:off x="2778430" y="1764137"/>
              <a:ext cx="929005" cy="192405"/>
            </a:xfrm>
            <a:custGeom>
              <a:avLst/>
              <a:gdLst/>
              <a:ahLst/>
              <a:cxnLst/>
              <a:rect l="l" t="t" r="r" b="b"/>
              <a:pathLst>
                <a:path w="929004" h="192405">
                  <a:moveTo>
                    <a:pt x="124764" y="139230"/>
                  </a:moveTo>
                  <a:lnTo>
                    <a:pt x="110756" y="105498"/>
                  </a:lnTo>
                  <a:lnTo>
                    <a:pt x="79946" y="83553"/>
                  </a:lnTo>
                  <a:lnTo>
                    <a:pt x="49123" y="65963"/>
                  </a:lnTo>
                  <a:lnTo>
                    <a:pt x="35115" y="45300"/>
                  </a:lnTo>
                  <a:lnTo>
                    <a:pt x="37325" y="35001"/>
                  </a:lnTo>
                  <a:lnTo>
                    <a:pt x="43357" y="27863"/>
                  </a:lnTo>
                  <a:lnTo>
                    <a:pt x="52374" y="23710"/>
                  </a:lnTo>
                  <a:lnTo>
                    <a:pt x="63474" y="22364"/>
                  </a:lnTo>
                  <a:lnTo>
                    <a:pt x="77127" y="23533"/>
                  </a:lnTo>
                  <a:lnTo>
                    <a:pt x="89496" y="26479"/>
                  </a:lnTo>
                  <a:lnTo>
                    <a:pt x="100622" y="30327"/>
                  </a:lnTo>
                  <a:lnTo>
                    <a:pt x="110578" y="34226"/>
                  </a:lnTo>
                  <a:lnTo>
                    <a:pt x="110578" y="5118"/>
                  </a:lnTo>
                  <a:lnTo>
                    <a:pt x="103479" y="3759"/>
                  </a:lnTo>
                  <a:lnTo>
                    <a:pt x="92900" y="2057"/>
                  </a:lnTo>
                  <a:lnTo>
                    <a:pt x="79654" y="609"/>
                  </a:lnTo>
                  <a:lnTo>
                    <a:pt x="64579" y="0"/>
                  </a:lnTo>
                  <a:lnTo>
                    <a:pt x="39535" y="2844"/>
                  </a:lnTo>
                  <a:lnTo>
                    <a:pt x="18999" y="11569"/>
                  </a:lnTo>
                  <a:lnTo>
                    <a:pt x="5105" y="26517"/>
                  </a:lnTo>
                  <a:lnTo>
                    <a:pt x="0" y="48018"/>
                  </a:lnTo>
                  <a:lnTo>
                    <a:pt x="14008" y="79616"/>
                  </a:lnTo>
                  <a:lnTo>
                    <a:pt x="44831" y="100571"/>
                  </a:lnTo>
                  <a:lnTo>
                    <a:pt x="75653" y="119214"/>
                  </a:lnTo>
                  <a:lnTo>
                    <a:pt x="89662" y="143840"/>
                  </a:lnTo>
                  <a:lnTo>
                    <a:pt x="88023" y="153022"/>
                  </a:lnTo>
                  <a:lnTo>
                    <a:pt x="82562" y="161366"/>
                  </a:lnTo>
                  <a:lnTo>
                    <a:pt x="72402" y="167424"/>
                  </a:lnTo>
                  <a:lnTo>
                    <a:pt x="56667" y="169773"/>
                  </a:lnTo>
                  <a:lnTo>
                    <a:pt x="39916" y="167894"/>
                  </a:lnTo>
                  <a:lnTo>
                    <a:pt x="25400" y="163258"/>
                  </a:lnTo>
                  <a:lnTo>
                    <a:pt x="13246" y="157353"/>
                  </a:lnTo>
                  <a:lnTo>
                    <a:pt x="3581" y="151688"/>
                  </a:lnTo>
                  <a:lnTo>
                    <a:pt x="3581" y="184289"/>
                  </a:lnTo>
                  <a:lnTo>
                    <a:pt x="10680" y="186093"/>
                  </a:lnTo>
                  <a:lnTo>
                    <a:pt x="22606" y="188722"/>
                  </a:lnTo>
                  <a:lnTo>
                    <a:pt x="38011" y="191096"/>
                  </a:lnTo>
                  <a:lnTo>
                    <a:pt x="55562" y="192138"/>
                  </a:lnTo>
                  <a:lnTo>
                    <a:pt x="83616" y="188772"/>
                  </a:lnTo>
                  <a:lnTo>
                    <a:pt x="105486" y="178752"/>
                  </a:lnTo>
                  <a:lnTo>
                    <a:pt x="119697" y="162191"/>
                  </a:lnTo>
                  <a:lnTo>
                    <a:pt x="124764" y="139230"/>
                  </a:lnTo>
                  <a:close/>
                </a:path>
                <a:path w="929004" h="192405">
                  <a:moveTo>
                    <a:pt x="266407" y="2806"/>
                  </a:moveTo>
                  <a:lnTo>
                    <a:pt x="140322" y="2806"/>
                  </a:lnTo>
                  <a:lnTo>
                    <a:pt x="140322" y="26936"/>
                  </a:lnTo>
                  <a:lnTo>
                    <a:pt x="187452" y="26936"/>
                  </a:lnTo>
                  <a:lnTo>
                    <a:pt x="187452" y="189496"/>
                  </a:lnTo>
                  <a:lnTo>
                    <a:pt x="219303" y="189496"/>
                  </a:lnTo>
                  <a:lnTo>
                    <a:pt x="219303" y="26936"/>
                  </a:lnTo>
                  <a:lnTo>
                    <a:pt x="266407" y="26936"/>
                  </a:lnTo>
                  <a:lnTo>
                    <a:pt x="266407" y="2806"/>
                  </a:lnTo>
                  <a:close/>
                </a:path>
                <a:path w="929004" h="192405">
                  <a:moveTo>
                    <a:pt x="325831" y="2959"/>
                  </a:moveTo>
                  <a:lnTo>
                    <a:pt x="293979" y="2959"/>
                  </a:lnTo>
                  <a:lnTo>
                    <a:pt x="293979" y="189141"/>
                  </a:lnTo>
                  <a:lnTo>
                    <a:pt x="325831" y="189141"/>
                  </a:lnTo>
                  <a:lnTo>
                    <a:pt x="325831" y="2959"/>
                  </a:lnTo>
                  <a:close/>
                </a:path>
                <a:path w="929004" h="192405">
                  <a:moveTo>
                    <a:pt x="479475" y="2806"/>
                  </a:moveTo>
                  <a:lnTo>
                    <a:pt x="353390" y="2806"/>
                  </a:lnTo>
                  <a:lnTo>
                    <a:pt x="353390" y="26936"/>
                  </a:lnTo>
                  <a:lnTo>
                    <a:pt x="400481" y="26936"/>
                  </a:lnTo>
                  <a:lnTo>
                    <a:pt x="400481" y="189496"/>
                  </a:lnTo>
                  <a:lnTo>
                    <a:pt x="432333" y="189496"/>
                  </a:lnTo>
                  <a:lnTo>
                    <a:pt x="432333" y="26936"/>
                  </a:lnTo>
                  <a:lnTo>
                    <a:pt x="479475" y="26936"/>
                  </a:lnTo>
                  <a:lnTo>
                    <a:pt x="479475" y="2806"/>
                  </a:lnTo>
                  <a:close/>
                </a:path>
                <a:path w="929004" h="192405">
                  <a:moveTo>
                    <a:pt x="928725" y="165646"/>
                  </a:moveTo>
                  <a:lnTo>
                    <a:pt x="848601" y="165646"/>
                  </a:lnTo>
                  <a:lnTo>
                    <a:pt x="848601" y="104686"/>
                  </a:lnTo>
                  <a:lnTo>
                    <a:pt x="922464" y="104686"/>
                  </a:lnTo>
                  <a:lnTo>
                    <a:pt x="922464" y="80556"/>
                  </a:lnTo>
                  <a:lnTo>
                    <a:pt x="848601" y="80556"/>
                  </a:lnTo>
                  <a:lnTo>
                    <a:pt x="848601" y="27216"/>
                  </a:lnTo>
                  <a:lnTo>
                    <a:pt x="926528" y="27216"/>
                  </a:lnTo>
                  <a:lnTo>
                    <a:pt x="926528" y="3086"/>
                  </a:lnTo>
                  <a:lnTo>
                    <a:pt x="816749" y="3086"/>
                  </a:lnTo>
                  <a:lnTo>
                    <a:pt x="816749" y="27216"/>
                  </a:lnTo>
                  <a:lnTo>
                    <a:pt x="816749" y="80556"/>
                  </a:lnTo>
                  <a:lnTo>
                    <a:pt x="816749" y="104686"/>
                  </a:lnTo>
                  <a:lnTo>
                    <a:pt x="816749" y="165646"/>
                  </a:lnTo>
                  <a:lnTo>
                    <a:pt x="816749" y="189776"/>
                  </a:lnTo>
                  <a:lnTo>
                    <a:pt x="928725" y="189776"/>
                  </a:lnTo>
                  <a:lnTo>
                    <a:pt x="928725" y="165646"/>
                  </a:lnTo>
                  <a:close/>
                </a:path>
              </a:pathLst>
            </a:custGeom>
            <a:solidFill>
              <a:srgbClr val="E31837"/>
            </a:solidFill>
          </p:spPr>
          <p:txBody>
            <a:bodyPr wrap="square" lIns="0" tIns="0" rIns="0" bIns="0" rtlCol="0"/>
            <a:lstStyle/>
            <a:p>
              <a:endParaRPr/>
            </a:p>
          </p:txBody>
        </p:sp>
        <p:pic>
          <p:nvPicPr>
            <p:cNvPr id="46" name="object 17">
              <a:extLst>
                <a:ext uri="{FF2B5EF4-FFF2-40B4-BE49-F238E27FC236}">
                  <a16:creationId xmlns:a16="http://schemas.microsoft.com/office/drawing/2014/main" id="{5BC964EA-4E31-73E8-8A78-65302F44C288}"/>
                </a:ext>
              </a:extLst>
            </p:cNvPr>
            <p:cNvPicPr/>
            <p:nvPr userDrawn="1"/>
          </p:nvPicPr>
          <p:blipFill>
            <a:blip r:embed="rId12" cstate="print"/>
            <a:stretch>
              <a:fillRect/>
            </a:stretch>
          </p:blipFill>
          <p:spPr>
            <a:xfrm>
              <a:off x="3284086" y="1767088"/>
              <a:ext cx="130467" cy="189177"/>
            </a:xfrm>
            <a:prstGeom prst="rect">
              <a:avLst/>
            </a:prstGeom>
          </p:spPr>
        </p:pic>
        <p:sp>
          <p:nvSpPr>
            <p:cNvPr id="47" name="object 18">
              <a:extLst>
                <a:ext uri="{FF2B5EF4-FFF2-40B4-BE49-F238E27FC236}">
                  <a16:creationId xmlns:a16="http://schemas.microsoft.com/office/drawing/2014/main" id="{70D8A71D-326E-E07A-D7A8-5E13DB7DF757}"/>
                </a:ext>
              </a:extLst>
            </p:cNvPr>
            <p:cNvSpPr/>
            <p:nvPr userDrawn="1"/>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E31837"/>
            </a:solidFill>
          </p:spPr>
          <p:txBody>
            <a:bodyPr wrap="square" lIns="0" tIns="0" rIns="0" bIns="0" rtlCol="0"/>
            <a:lstStyle/>
            <a:p>
              <a:endParaRPr/>
            </a:p>
          </p:txBody>
        </p:sp>
        <p:pic>
          <p:nvPicPr>
            <p:cNvPr id="48" name="object 19">
              <a:extLst>
                <a:ext uri="{FF2B5EF4-FFF2-40B4-BE49-F238E27FC236}">
                  <a16:creationId xmlns:a16="http://schemas.microsoft.com/office/drawing/2014/main" id="{359AF733-51E9-5A89-073C-8EE2E1BA0399}"/>
                </a:ext>
              </a:extLst>
            </p:cNvPr>
            <p:cNvPicPr/>
            <p:nvPr userDrawn="1"/>
          </p:nvPicPr>
          <p:blipFill>
            <a:blip r:embed="rId13" cstate="print"/>
            <a:stretch>
              <a:fillRect/>
            </a:stretch>
          </p:blipFill>
          <p:spPr>
            <a:xfrm>
              <a:off x="3820237" y="1764136"/>
              <a:ext cx="151984" cy="192130"/>
            </a:xfrm>
            <a:prstGeom prst="rect">
              <a:avLst/>
            </a:prstGeom>
          </p:spPr>
        </p:pic>
        <p:sp>
          <p:nvSpPr>
            <p:cNvPr id="49" name="object 20">
              <a:extLst>
                <a:ext uri="{FF2B5EF4-FFF2-40B4-BE49-F238E27FC236}">
                  <a16:creationId xmlns:a16="http://schemas.microsoft.com/office/drawing/2014/main" id="{031D4199-8AED-5EEC-1B7A-FE2F983182F7}"/>
                </a:ext>
              </a:extLst>
            </p:cNvPr>
            <p:cNvSpPr/>
            <p:nvPr userDrawn="1"/>
          </p:nvSpPr>
          <p:spPr>
            <a:xfrm>
              <a:off x="2519912" y="1630913"/>
              <a:ext cx="3333115" cy="25400"/>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E31837"/>
            </a:solidFill>
          </p:spPr>
          <p:txBody>
            <a:bodyPr wrap="square" lIns="0" tIns="0" rIns="0" bIns="0" rtlCol="0"/>
            <a:lstStyle/>
            <a:p>
              <a:endParaRPr/>
            </a:p>
          </p:txBody>
        </p:sp>
        <p:pic>
          <p:nvPicPr>
            <p:cNvPr id="50" name="object 21">
              <a:extLst>
                <a:ext uri="{FF2B5EF4-FFF2-40B4-BE49-F238E27FC236}">
                  <a16:creationId xmlns:a16="http://schemas.microsoft.com/office/drawing/2014/main" id="{14EFB97D-2CBA-6156-D25E-ACE359FB705D}"/>
                </a:ext>
              </a:extLst>
            </p:cNvPr>
            <p:cNvPicPr/>
            <p:nvPr userDrawn="1"/>
          </p:nvPicPr>
          <p:blipFill>
            <a:blip r:embed="rId14" cstate="print"/>
            <a:stretch>
              <a:fillRect/>
            </a:stretch>
          </p:blipFill>
          <p:spPr>
            <a:xfrm>
              <a:off x="873663" y="691082"/>
              <a:ext cx="1476939" cy="1713220"/>
            </a:xfrm>
            <a:prstGeom prst="rect">
              <a:avLst/>
            </a:prstGeom>
          </p:spPr>
        </p:pic>
      </p:grpSp>
    </p:spTree>
    <p:extLst>
      <p:ext uri="{BB962C8B-B14F-4D97-AF65-F5344CB8AC3E}">
        <p14:creationId xmlns:p14="http://schemas.microsoft.com/office/powerpoint/2010/main" val="1793431216"/>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3851405142"/>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55" name="bg object 16">
            <a:extLst>
              <a:ext uri="{FF2B5EF4-FFF2-40B4-BE49-F238E27FC236}">
                <a16:creationId xmlns:a16="http://schemas.microsoft.com/office/drawing/2014/main" id="{60A3B425-9739-5650-FBE0-446E20D51903}"/>
              </a:ext>
            </a:extLst>
          </p:cNvPr>
          <p:cNvSpPr/>
          <p:nvPr userDrawn="1"/>
        </p:nvSpPr>
        <p:spPr>
          <a:xfrm>
            <a:off x="0" y="10240526"/>
            <a:ext cx="15079663" cy="1068070"/>
          </a:xfrm>
          <a:custGeom>
            <a:avLst/>
            <a:gdLst/>
            <a:ahLst/>
            <a:cxnLst/>
            <a:rect l="l" t="t" r="r" b="b"/>
            <a:pathLst>
              <a:path w="20104100" h="1068070">
                <a:moveTo>
                  <a:pt x="20104099" y="0"/>
                </a:moveTo>
                <a:lnTo>
                  <a:pt x="0" y="0"/>
                </a:lnTo>
                <a:lnTo>
                  <a:pt x="0" y="1068030"/>
                </a:lnTo>
                <a:lnTo>
                  <a:pt x="20104099" y="1068030"/>
                </a:lnTo>
                <a:lnTo>
                  <a:pt x="20104099" y="0"/>
                </a:lnTo>
                <a:close/>
              </a:path>
            </a:pathLst>
          </a:custGeom>
          <a:solidFill>
            <a:srgbClr val="E41E35"/>
          </a:solidFill>
        </p:spPr>
        <p:txBody>
          <a:bodyPr wrap="square" lIns="0" tIns="0" rIns="0" bIns="0" rtlCol="0"/>
          <a:lstStyle/>
          <a:p>
            <a:endParaRPr/>
          </a:p>
        </p:txBody>
      </p:sp>
      <p:sp>
        <p:nvSpPr>
          <p:cNvPr id="32" name="object 3">
            <a:extLst>
              <a:ext uri="{FF2B5EF4-FFF2-40B4-BE49-F238E27FC236}">
                <a16:creationId xmlns:a16="http://schemas.microsoft.com/office/drawing/2014/main" id="{434AAED9-B62B-B375-E14A-852E61CA9036}"/>
              </a:ext>
            </a:extLst>
          </p:cNvPr>
          <p:cNvSpPr/>
          <p:nvPr/>
        </p:nvSpPr>
        <p:spPr>
          <a:xfrm>
            <a:off x="0" y="0"/>
            <a:ext cx="15079663" cy="10247630"/>
          </a:xfrm>
          <a:custGeom>
            <a:avLst/>
            <a:gdLst/>
            <a:ahLst/>
            <a:cxnLst/>
            <a:rect l="l" t="t" r="r" b="b"/>
            <a:pathLst>
              <a:path w="20104100" h="10247630">
                <a:moveTo>
                  <a:pt x="20104099" y="0"/>
                </a:moveTo>
                <a:lnTo>
                  <a:pt x="0" y="0"/>
                </a:lnTo>
                <a:lnTo>
                  <a:pt x="0" y="10247311"/>
                </a:lnTo>
                <a:lnTo>
                  <a:pt x="20104099" y="10247311"/>
                </a:lnTo>
                <a:lnTo>
                  <a:pt x="20104099" y="0"/>
                </a:lnTo>
                <a:close/>
              </a:path>
            </a:pathLst>
          </a:custGeom>
          <a:solidFill>
            <a:srgbClr val="E31837"/>
          </a:solidFill>
        </p:spPr>
        <p:txBody>
          <a:bodyPr wrap="square" lIns="0" tIns="0" rIns="0" bIns="0" rtlCol="0"/>
          <a:lstStyle/>
          <a:p>
            <a:endParaRPr/>
          </a:p>
        </p:txBody>
      </p:sp>
      <p:sp>
        <p:nvSpPr>
          <p:cNvPr id="33" name="object 4">
            <a:extLst>
              <a:ext uri="{FF2B5EF4-FFF2-40B4-BE49-F238E27FC236}">
                <a16:creationId xmlns:a16="http://schemas.microsoft.com/office/drawing/2014/main" id="{0464F81E-0D94-7970-4586-7B2C50EA2ED6}"/>
              </a:ext>
            </a:extLst>
          </p:cNvPr>
          <p:cNvSpPr/>
          <p:nvPr/>
        </p:nvSpPr>
        <p:spPr>
          <a:xfrm>
            <a:off x="11294039" y="5"/>
            <a:ext cx="3785634" cy="5252720"/>
          </a:xfrm>
          <a:custGeom>
            <a:avLst/>
            <a:gdLst/>
            <a:ahLst/>
            <a:cxnLst/>
            <a:rect l="l" t="t" r="r" b="b"/>
            <a:pathLst>
              <a:path w="5046980" h="5252720">
                <a:moveTo>
                  <a:pt x="5046954" y="1640128"/>
                </a:moveTo>
                <a:lnTo>
                  <a:pt x="2470353" y="1640128"/>
                </a:lnTo>
                <a:lnTo>
                  <a:pt x="2470353" y="2341143"/>
                </a:lnTo>
                <a:lnTo>
                  <a:pt x="0" y="2341143"/>
                </a:lnTo>
                <a:lnTo>
                  <a:pt x="0" y="3344583"/>
                </a:lnTo>
                <a:lnTo>
                  <a:pt x="2470353" y="3344583"/>
                </a:lnTo>
                <a:lnTo>
                  <a:pt x="2470353" y="3778897"/>
                </a:lnTo>
                <a:lnTo>
                  <a:pt x="0" y="3778897"/>
                </a:lnTo>
                <a:lnTo>
                  <a:pt x="0" y="4901069"/>
                </a:lnTo>
                <a:lnTo>
                  <a:pt x="2470353" y="4901069"/>
                </a:lnTo>
                <a:lnTo>
                  <a:pt x="2470353" y="5252466"/>
                </a:lnTo>
                <a:lnTo>
                  <a:pt x="5046954" y="5252466"/>
                </a:lnTo>
                <a:lnTo>
                  <a:pt x="5046954" y="4549673"/>
                </a:lnTo>
                <a:lnTo>
                  <a:pt x="2470353" y="4549673"/>
                </a:lnTo>
                <a:lnTo>
                  <a:pt x="2470353" y="3907155"/>
                </a:lnTo>
                <a:lnTo>
                  <a:pt x="5046954" y="3907155"/>
                </a:lnTo>
                <a:lnTo>
                  <a:pt x="5046954" y="3087255"/>
                </a:lnTo>
                <a:lnTo>
                  <a:pt x="2470353" y="3087255"/>
                </a:lnTo>
                <a:lnTo>
                  <a:pt x="2470353" y="2612758"/>
                </a:lnTo>
                <a:lnTo>
                  <a:pt x="5046954" y="2612758"/>
                </a:lnTo>
                <a:lnTo>
                  <a:pt x="5046954" y="1640128"/>
                </a:lnTo>
                <a:close/>
              </a:path>
              <a:path w="5046980" h="5252720">
                <a:moveTo>
                  <a:pt x="5046954" y="0"/>
                </a:moveTo>
                <a:lnTo>
                  <a:pt x="2470353" y="0"/>
                </a:lnTo>
                <a:lnTo>
                  <a:pt x="2470353" y="1216393"/>
                </a:lnTo>
                <a:lnTo>
                  <a:pt x="5046954" y="1228255"/>
                </a:lnTo>
                <a:lnTo>
                  <a:pt x="5046954" y="0"/>
                </a:lnTo>
                <a:close/>
              </a:path>
            </a:pathLst>
          </a:custGeom>
          <a:solidFill>
            <a:schemeClr val="bg1"/>
          </a:solidFill>
        </p:spPr>
        <p:txBody>
          <a:bodyPr wrap="square" lIns="0" tIns="0" rIns="0" bIns="0" rtlCol="0"/>
          <a:lstStyle/>
          <a:p>
            <a:endParaRPr/>
          </a:p>
        </p:txBody>
      </p:sp>
      <p:sp>
        <p:nvSpPr>
          <p:cNvPr id="34" name="object 5">
            <a:extLst>
              <a:ext uri="{FF2B5EF4-FFF2-40B4-BE49-F238E27FC236}">
                <a16:creationId xmlns:a16="http://schemas.microsoft.com/office/drawing/2014/main" id="{1C38393B-1523-D866-7499-3E300AAD2F4E}"/>
              </a:ext>
            </a:extLst>
          </p:cNvPr>
          <p:cNvSpPr/>
          <p:nvPr/>
        </p:nvSpPr>
        <p:spPr>
          <a:xfrm>
            <a:off x="11294039" y="872067"/>
            <a:ext cx="1853284" cy="886460"/>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chemeClr val="bg1"/>
          </a:solidFill>
        </p:spPr>
        <p:txBody>
          <a:bodyPr wrap="square" lIns="0" tIns="0" rIns="0" bIns="0" rtlCol="0"/>
          <a:lstStyle/>
          <a:p>
            <a:endParaRPr/>
          </a:p>
        </p:txBody>
      </p:sp>
      <p:grpSp>
        <p:nvGrpSpPr>
          <p:cNvPr id="63" name="Group 62">
            <a:extLst>
              <a:ext uri="{FF2B5EF4-FFF2-40B4-BE49-F238E27FC236}">
                <a16:creationId xmlns:a16="http://schemas.microsoft.com/office/drawing/2014/main" id="{E20B750C-5BC2-635B-6E63-0E6974C0F398}"/>
              </a:ext>
            </a:extLst>
          </p:cNvPr>
          <p:cNvGrpSpPr/>
          <p:nvPr userDrawn="1"/>
        </p:nvGrpSpPr>
        <p:grpSpPr>
          <a:xfrm>
            <a:off x="874119" y="888347"/>
            <a:ext cx="3241115" cy="1486330"/>
            <a:chOff x="873663" y="691082"/>
            <a:chExt cx="4980147" cy="1713220"/>
          </a:xfrm>
        </p:grpSpPr>
        <p:sp>
          <p:nvSpPr>
            <p:cNvPr id="2" name="object 10">
              <a:extLst>
                <a:ext uri="{FF2B5EF4-FFF2-40B4-BE49-F238E27FC236}">
                  <a16:creationId xmlns:a16="http://schemas.microsoft.com/office/drawing/2014/main" id="{A400DA45-2E67-3D14-CE64-DE1F8AC11B23}"/>
                </a:ext>
              </a:extLst>
            </p:cNvPr>
            <p:cNvSpPr/>
            <p:nvPr userDrawn="1"/>
          </p:nvSpPr>
          <p:spPr>
            <a:xfrm>
              <a:off x="3690823" y="1079112"/>
              <a:ext cx="673100" cy="445134"/>
            </a:xfrm>
            <a:custGeom>
              <a:avLst/>
              <a:gdLst/>
              <a:ahLst/>
              <a:cxnLst/>
              <a:rect l="l" t="t" r="r" b="b"/>
              <a:pathLst>
                <a:path w="673100" h="445134">
                  <a:moveTo>
                    <a:pt x="278650" y="318503"/>
                  </a:moveTo>
                  <a:lnTo>
                    <a:pt x="269214" y="267081"/>
                  </a:lnTo>
                  <a:lnTo>
                    <a:pt x="246316" y="235445"/>
                  </a:lnTo>
                  <a:lnTo>
                    <a:pt x="245643" y="234505"/>
                  </a:lnTo>
                  <a:lnTo>
                    <a:pt x="215087" y="216458"/>
                  </a:lnTo>
                  <a:lnTo>
                    <a:pt x="203619" y="213499"/>
                  </a:lnTo>
                  <a:lnTo>
                    <a:pt x="203619" y="312254"/>
                  </a:lnTo>
                  <a:lnTo>
                    <a:pt x="194703" y="350901"/>
                  </a:lnTo>
                  <a:lnTo>
                    <a:pt x="171475" y="373227"/>
                  </a:lnTo>
                  <a:lnTo>
                    <a:pt x="139255" y="383489"/>
                  </a:lnTo>
                  <a:lnTo>
                    <a:pt x="103365" y="385965"/>
                  </a:lnTo>
                  <a:lnTo>
                    <a:pt x="73736" y="385965"/>
                  </a:lnTo>
                  <a:lnTo>
                    <a:pt x="73736" y="235445"/>
                  </a:lnTo>
                  <a:lnTo>
                    <a:pt x="103365" y="235445"/>
                  </a:lnTo>
                  <a:lnTo>
                    <a:pt x="144830" y="239458"/>
                  </a:lnTo>
                  <a:lnTo>
                    <a:pt x="176428" y="252539"/>
                  </a:lnTo>
                  <a:lnTo>
                    <a:pt x="196557" y="276275"/>
                  </a:lnTo>
                  <a:lnTo>
                    <a:pt x="203619" y="312254"/>
                  </a:lnTo>
                  <a:lnTo>
                    <a:pt x="203619" y="213499"/>
                  </a:lnTo>
                  <a:lnTo>
                    <a:pt x="184696" y="208584"/>
                  </a:lnTo>
                  <a:lnTo>
                    <a:pt x="184696" y="207352"/>
                  </a:lnTo>
                  <a:lnTo>
                    <a:pt x="206679" y="197434"/>
                  </a:lnTo>
                  <a:lnTo>
                    <a:pt x="225704" y="183591"/>
                  </a:lnTo>
                  <a:lnTo>
                    <a:pt x="230428" y="180162"/>
                  </a:lnTo>
                  <a:lnTo>
                    <a:pt x="249440" y="151638"/>
                  </a:lnTo>
                  <a:lnTo>
                    <a:pt x="257225" y="108026"/>
                  </a:lnTo>
                  <a:lnTo>
                    <a:pt x="245364" y="58699"/>
                  </a:lnTo>
                  <a:lnTo>
                    <a:pt x="244563" y="55346"/>
                  </a:lnTo>
                  <a:lnTo>
                    <a:pt x="213169" y="24676"/>
                  </a:lnTo>
                  <a:lnTo>
                    <a:pt x="182194" y="13690"/>
                  </a:lnTo>
                  <a:lnTo>
                    <a:pt x="182194" y="120523"/>
                  </a:lnTo>
                  <a:lnTo>
                    <a:pt x="176174" y="153822"/>
                  </a:lnTo>
                  <a:lnTo>
                    <a:pt x="159575" y="172897"/>
                  </a:lnTo>
                  <a:lnTo>
                    <a:pt x="134569" y="181546"/>
                  </a:lnTo>
                  <a:lnTo>
                    <a:pt x="103365" y="183591"/>
                  </a:lnTo>
                  <a:lnTo>
                    <a:pt x="73736" y="183591"/>
                  </a:lnTo>
                  <a:lnTo>
                    <a:pt x="73736" y="58699"/>
                  </a:lnTo>
                  <a:lnTo>
                    <a:pt x="103365" y="58699"/>
                  </a:lnTo>
                  <a:lnTo>
                    <a:pt x="135369" y="60794"/>
                  </a:lnTo>
                  <a:lnTo>
                    <a:pt x="160274" y="69456"/>
                  </a:lnTo>
                  <a:lnTo>
                    <a:pt x="176428" y="88201"/>
                  </a:lnTo>
                  <a:lnTo>
                    <a:pt x="182194" y="120523"/>
                  </a:lnTo>
                  <a:lnTo>
                    <a:pt x="182194" y="13690"/>
                  </a:lnTo>
                  <a:lnTo>
                    <a:pt x="172910" y="10388"/>
                  </a:lnTo>
                  <a:lnTo>
                    <a:pt x="133642" y="6870"/>
                  </a:lnTo>
                  <a:lnTo>
                    <a:pt x="0" y="6870"/>
                  </a:lnTo>
                  <a:lnTo>
                    <a:pt x="0" y="437781"/>
                  </a:lnTo>
                  <a:lnTo>
                    <a:pt x="133642" y="437781"/>
                  </a:lnTo>
                  <a:lnTo>
                    <a:pt x="172935" y="435571"/>
                  </a:lnTo>
                  <a:lnTo>
                    <a:pt x="211924" y="426364"/>
                  </a:lnTo>
                  <a:lnTo>
                    <a:pt x="245770" y="406349"/>
                  </a:lnTo>
                  <a:lnTo>
                    <a:pt x="269633" y="371678"/>
                  </a:lnTo>
                  <a:lnTo>
                    <a:pt x="278650" y="318503"/>
                  </a:lnTo>
                  <a:close/>
                </a:path>
                <a:path w="673100" h="445134">
                  <a:moveTo>
                    <a:pt x="672668" y="222326"/>
                  </a:moveTo>
                  <a:lnTo>
                    <a:pt x="670039" y="170484"/>
                  </a:lnTo>
                  <a:lnTo>
                    <a:pt x="661504" y="123355"/>
                  </a:lnTo>
                  <a:lnTo>
                    <a:pt x="646112" y="82130"/>
                  </a:lnTo>
                  <a:lnTo>
                    <a:pt x="625513" y="51828"/>
                  </a:lnTo>
                  <a:lnTo>
                    <a:pt x="622909" y="47980"/>
                  </a:lnTo>
                  <a:lnTo>
                    <a:pt x="591324" y="22453"/>
                  </a:lnTo>
                  <a:lnTo>
                    <a:pt x="591324" y="222326"/>
                  </a:lnTo>
                  <a:lnTo>
                    <a:pt x="588632" y="275310"/>
                  </a:lnTo>
                  <a:lnTo>
                    <a:pt x="579462" y="321995"/>
                  </a:lnTo>
                  <a:lnTo>
                    <a:pt x="562190" y="359244"/>
                  </a:lnTo>
                  <a:lnTo>
                    <a:pt x="535165" y="383908"/>
                  </a:lnTo>
                  <a:lnTo>
                    <a:pt x="496785" y="392823"/>
                  </a:lnTo>
                  <a:lnTo>
                    <a:pt x="458127" y="383908"/>
                  </a:lnTo>
                  <a:lnTo>
                    <a:pt x="431076" y="359244"/>
                  </a:lnTo>
                  <a:lnTo>
                    <a:pt x="413880" y="321995"/>
                  </a:lnTo>
                  <a:lnTo>
                    <a:pt x="404825" y="275310"/>
                  </a:lnTo>
                  <a:lnTo>
                    <a:pt x="402196" y="222326"/>
                  </a:lnTo>
                  <a:lnTo>
                    <a:pt x="404825" y="169341"/>
                  </a:lnTo>
                  <a:lnTo>
                    <a:pt x="413880" y="122656"/>
                  </a:lnTo>
                  <a:lnTo>
                    <a:pt x="431076" y="85407"/>
                  </a:lnTo>
                  <a:lnTo>
                    <a:pt x="458127" y="60744"/>
                  </a:lnTo>
                  <a:lnTo>
                    <a:pt x="496785" y="51828"/>
                  </a:lnTo>
                  <a:lnTo>
                    <a:pt x="535165" y="60744"/>
                  </a:lnTo>
                  <a:lnTo>
                    <a:pt x="562190" y="85407"/>
                  </a:lnTo>
                  <a:lnTo>
                    <a:pt x="579462" y="122656"/>
                  </a:lnTo>
                  <a:lnTo>
                    <a:pt x="588632" y="169341"/>
                  </a:lnTo>
                  <a:lnTo>
                    <a:pt x="591324" y="222326"/>
                  </a:lnTo>
                  <a:lnTo>
                    <a:pt x="591324" y="22453"/>
                  </a:lnTo>
                  <a:lnTo>
                    <a:pt x="590918" y="22123"/>
                  </a:lnTo>
                  <a:lnTo>
                    <a:pt x="549198" y="5727"/>
                  </a:lnTo>
                  <a:lnTo>
                    <a:pt x="496785" y="0"/>
                  </a:lnTo>
                  <a:lnTo>
                    <a:pt x="444169" y="5727"/>
                  </a:lnTo>
                  <a:lnTo>
                    <a:pt x="402361" y="22123"/>
                  </a:lnTo>
                  <a:lnTo>
                    <a:pt x="370382" y="47980"/>
                  </a:lnTo>
                  <a:lnTo>
                    <a:pt x="347230" y="82130"/>
                  </a:lnTo>
                  <a:lnTo>
                    <a:pt x="331914" y="123355"/>
                  </a:lnTo>
                  <a:lnTo>
                    <a:pt x="323456" y="170484"/>
                  </a:lnTo>
                  <a:lnTo>
                    <a:pt x="320865" y="222326"/>
                  </a:lnTo>
                  <a:lnTo>
                    <a:pt x="323456" y="274167"/>
                  </a:lnTo>
                  <a:lnTo>
                    <a:pt x="331914" y="321297"/>
                  </a:lnTo>
                  <a:lnTo>
                    <a:pt x="347230" y="362521"/>
                  </a:lnTo>
                  <a:lnTo>
                    <a:pt x="370382" y="396671"/>
                  </a:lnTo>
                  <a:lnTo>
                    <a:pt x="402361" y="422529"/>
                  </a:lnTo>
                  <a:lnTo>
                    <a:pt x="444169" y="438924"/>
                  </a:lnTo>
                  <a:lnTo>
                    <a:pt x="496785" y="444652"/>
                  </a:lnTo>
                  <a:lnTo>
                    <a:pt x="549198" y="438924"/>
                  </a:lnTo>
                  <a:lnTo>
                    <a:pt x="590918" y="422529"/>
                  </a:lnTo>
                  <a:lnTo>
                    <a:pt x="622909" y="396671"/>
                  </a:lnTo>
                  <a:lnTo>
                    <a:pt x="625513" y="392823"/>
                  </a:lnTo>
                  <a:lnTo>
                    <a:pt x="646112" y="362521"/>
                  </a:lnTo>
                  <a:lnTo>
                    <a:pt x="661504" y="321297"/>
                  </a:lnTo>
                  <a:lnTo>
                    <a:pt x="670039" y="274167"/>
                  </a:lnTo>
                  <a:lnTo>
                    <a:pt x="672668" y="222326"/>
                  </a:lnTo>
                  <a:close/>
                </a:path>
              </a:pathLst>
            </a:custGeom>
            <a:solidFill>
              <a:srgbClr val="FFFFFF"/>
            </a:solidFill>
          </p:spPr>
          <p:txBody>
            <a:bodyPr wrap="square" lIns="0" tIns="0" rIns="0" bIns="0" rtlCol="0"/>
            <a:lstStyle/>
            <a:p>
              <a:endParaRPr/>
            </a:p>
          </p:txBody>
        </p:sp>
        <p:sp>
          <p:nvSpPr>
            <p:cNvPr id="3" name="object 11">
              <a:extLst>
                <a:ext uri="{FF2B5EF4-FFF2-40B4-BE49-F238E27FC236}">
                  <a16:creationId xmlns:a16="http://schemas.microsoft.com/office/drawing/2014/main" id="{BF5A0B9D-1433-6AA7-B2A5-74FAC6A4C97D}"/>
                </a:ext>
              </a:extLst>
            </p:cNvPr>
            <p:cNvSpPr/>
            <p:nvPr userDrawn="1"/>
          </p:nvSpPr>
          <p:spPr>
            <a:xfrm>
              <a:off x="2522632" y="1085985"/>
              <a:ext cx="445134" cy="431165"/>
            </a:xfrm>
            <a:custGeom>
              <a:avLst/>
              <a:gdLst/>
              <a:ahLst/>
              <a:cxnLst/>
              <a:rect l="l" t="t" r="r" b="b"/>
              <a:pathLst>
                <a:path w="445135" h="431165">
                  <a:moveTo>
                    <a:pt x="445064" y="0"/>
                  </a:moveTo>
                  <a:lnTo>
                    <a:pt x="344837" y="0"/>
                  </a:lnTo>
                  <a:lnTo>
                    <a:pt x="223176" y="344115"/>
                  </a:lnTo>
                  <a:lnTo>
                    <a:pt x="221888" y="344115"/>
                  </a:lnTo>
                  <a:lnTo>
                    <a:pt x="100855" y="0"/>
                  </a:lnTo>
                  <a:lnTo>
                    <a:pt x="0" y="0"/>
                  </a:lnTo>
                  <a:lnTo>
                    <a:pt x="0" y="430897"/>
                  </a:lnTo>
                  <a:lnTo>
                    <a:pt x="67432" y="430897"/>
                  </a:lnTo>
                  <a:lnTo>
                    <a:pt x="67432" y="91169"/>
                  </a:lnTo>
                  <a:lnTo>
                    <a:pt x="68720" y="91169"/>
                  </a:lnTo>
                  <a:lnTo>
                    <a:pt x="188507" y="430897"/>
                  </a:lnTo>
                  <a:lnTo>
                    <a:pt x="256557" y="430897"/>
                  </a:lnTo>
                  <a:lnTo>
                    <a:pt x="376375" y="91169"/>
                  </a:lnTo>
                  <a:lnTo>
                    <a:pt x="377632" y="91169"/>
                  </a:lnTo>
                  <a:lnTo>
                    <a:pt x="377632" y="430897"/>
                  </a:lnTo>
                  <a:lnTo>
                    <a:pt x="445064" y="430897"/>
                  </a:lnTo>
                  <a:lnTo>
                    <a:pt x="445064" y="0"/>
                  </a:lnTo>
                  <a:close/>
                </a:path>
              </a:pathLst>
            </a:custGeom>
            <a:solidFill>
              <a:srgbClr val="FFFFFF"/>
            </a:solidFill>
          </p:spPr>
          <p:txBody>
            <a:bodyPr wrap="square" lIns="0" tIns="0" rIns="0" bIns="0" rtlCol="0"/>
            <a:lstStyle/>
            <a:p>
              <a:endParaRPr/>
            </a:p>
          </p:txBody>
        </p:sp>
        <p:sp>
          <p:nvSpPr>
            <p:cNvPr id="4" name="object 12">
              <a:extLst>
                <a:ext uri="{FF2B5EF4-FFF2-40B4-BE49-F238E27FC236}">
                  <a16:creationId xmlns:a16="http://schemas.microsoft.com/office/drawing/2014/main" id="{877B7727-64A0-3B71-F292-891A184F6AF5}"/>
                </a:ext>
              </a:extLst>
            </p:cNvPr>
            <p:cNvSpPr/>
            <p:nvPr userDrawn="1"/>
          </p:nvSpPr>
          <p:spPr>
            <a:xfrm>
              <a:off x="3388220" y="1085385"/>
              <a:ext cx="245110" cy="431800"/>
            </a:xfrm>
            <a:custGeom>
              <a:avLst/>
              <a:gdLst/>
              <a:ahLst/>
              <a:cxnLst/>
              <a:rect l="l" t="t" r="r" b="b"/>
              <a:pathLst>
                <a:path w="245110" h="431800">
                  <a:moveTo>
                    <a:pt x="244614" y="375920"/>
                  </a:moveTo>
                  <a:lnTo>
                    <a:pt x="73736" y="375920"/>
                  </a:lnTo>
                  <a:lnTo>
                    <a:pt x="73736" y="0"/>
                  </a:lnTo>
                  <a:lnTo>
                    <a:pt x="0" y="0"/>
                  </a:lnTo>
                  <a:lnTo>
                    <a:pt x="0" y="375920"/>
                  </a:lnTo>
                  <a:lnTo>
                    <a:pt x="0" y="431800"/>
                  </a:lnTo>
                  <a:lnTo>
                    <a:pt x="244614" y="431800"/>
                  </a:lnTo>
                  <a:lnTo>
                    <a:pt x="244614" y="375920"/>
                  </a:lnTo>
                  <a:close/>
                </a:path>
              </a:pathLst>
            </a:custGeom>
            <a:solidFill>
              <a:srgbClr val="FFFFFF"/>
            </a:solidFill>
          </p:spPr>
          <p:txBody>
            <a:bodyPr wrap="square" lIns="0" tIns="0" rIns="0" bIns="0" rtlCol="0"/>
            <a:lstStyle/>
            <a:p>
              <a:endParaRPr/>
            </a:p>
          </p:txBody>
        </p:sp>
        <p:sp>
          <p:nvSpPr>
            <p:cNvPr id="5" name="object 13">
              <a:extLst>
                <a:ext uri="{FF2B5EF4-FFF2-40B4-BE49-F238E27FC236}">
                  <a16:creationId xmlns:a16="http://schemas.microsoft.com/office/drawing/2014/main" id="{E9A5E6C1-E1EE-536F-6206-F2A97B08CB9B}"/>
                </a:ext>
              </a:extLst>
            </p:cNvPr>
            <p:cNvSpPr/>
            <p:nvPr userDrawn="1"/>
          </p:nvSpPr>
          <p:spPr>
            <a:xfrm>
              <a:off x="3060357" y="1085385"/>
              <a:ext cx="259715" cy="431800"/>
            </a:xfrm>
            <a:custGeom>
              <a:avLst/>
              <a:gdLst/>
              <a:ahLst/>
              <a:cxnLst/>
              <a:rect l="l" t="t" r="r" b="b"/>
              <a:pathLst>
                <a:path w="259714" h="431800">
                  <a:moveTo>
                    <a:pt x="259143" y="375920"/>
                  </a:moveTo>
                  <a:lnTo>
                    <a:pt x="73774" y="375920"/>
                  </a:lnTo>
                  <a:lnTo>
                    <a:pt x="73774" y="236220"/>
                  </a:lnTo>
                  <a:lnTo>
                    <a:pt x="244640" y="236220"/>
                  </a:lnTo>
                  <a:lnTo>
                    <a:pt x="244640" y="180340"/>
                  </a:lnTo>
                  <a:lnTo>
                    <a:pt x="73774" y="180340"/>
                  </a:lnTo>
                  <a:lnTo>
                    <a:pt x="73774" y="55880"/>
                  </a:lnTo>
                  <a:lnTo>
                    <a:pt x="254088" y="55880"/>
                  </a:lnTo>
                  <a:lnTo>
                    <a:pt x="254088" y="0"/>
                  </a:lnTo>
                  <a:lnTo>
                    <a:pt x="0" y="0"/>
                  </a:lnTo>
                  <a:lnTo>
                    <a:pt x="0" y="55880"/>
                  </a:lnTo>
                  <a:lnTo>
                    <a:pt x="0" y="180340"/>
                  </a:lnTo>
                  <a:lnTo>
                    <a:pt x="0" y="236220"/>
                  </a:lnTo>
                  <a:lnTo>
                    <a:pt x="0" y="375920"/>
                  </a:lnTo>
                  <a:lnTo>
                    <a:pt x="0" y="431800"/>
                  </a:lnTo>
                  <a:lnTo>
                    <a:pt x="259143" y="431800"/>
                  </a:lnTo>
                  <a:lnTo>
                    <a:pt x="259143" y="375920"/>
                  </a:lnTo>
                  <a:close/>
                </a:path>
              </a:pathLst>
            </a:custGeom>
            <a:solidFill>
              <a:srgbClr val="FFFFFF"/>
            </a:solidFill>
          </p:spPr>
          <p:txBody>
            <a:bodyPr wrap="square" lIns="0" tIns="0" rIns="0" bIns="0" rtlCol="0"/>
            <a:lstStyle/>
            <a:p>
              <a:endParaRPr/>
            </a:p>
          </p:txBody>
        </p:sp>
        <p:sp>
          <p:nvSpPr>
            <p:cNvPr id="7" name="object 14">
              <a:extLst>
                <a:ext uri="{FF2B5EF4-FFF2-40B4-BE49-F238E27FC236}">
                  <a16:creationId xmlns:a16="http://schemas.microsoft.com/office/drawing/2014/main" id="{FB894078-B847-1E96-D8D4-EC7A152A27A0}"/>
                </a:ext>
              </a:extLst>
            </p:cNvPr>
            <p:cNvSpPr/>
            <p:nvPr userDrawn="1"/>
          </p:nvSpPr>
          <p:spPr>
            <a:xfrm>
              <a:off x="5594731" y="1085385"/>
              <a:ext cx="259079" cy="431800"/>
            </a:xfrm>
            <a:custGeom>
              <a:avLst/>
              <a:gdLst/>
              <a:ahLst/>
              <a:cxnLst/>
              <a:rect l="l" t="t" r="r" b="b"/>
              <a:pathLst>
                <a:path w="259079" h="431800">
                  <a:moveTo>
                    <a:pt x="259067" y="375920"/>
                  </a:moveTo>
                  <a:lnTo>
                    <a:pt x="73736" y="375920"/>
                  </a:lnTo>
                  <a:lnTo>
                    <a:pt x="73736" y="236220"/>
                  </a:lnTo>
                  <a:lnTo>
                    <a:pt x="244614" y="236220"/>
                  </a:lnTo>
                  <a:lnTo>
                    <a:pt x="244614" y="180340"/>
                  </a:lnTo>
                  <a:lnTo>
                    <a:pt x="73736" y="180340"/>
                  </a:lnTo>
                  <a:lnTo>
                    <a:pt x="73736" y="55880"/>
                  </a:lnTo>
                  <a:lnTo>
                    <a:pt x="254050" y="55880"/>
                  </a:lnTo>
                  <a:lnTo>
                    <a:pt x="254050" y="0"/>
                  </a:lnTo>
                  <a:lnTo>
                    <a:pt x="0" y="0"/>
                  </a:lnTo>
                  <a:lnTo>
                    <a:pt x="0" y="55880"/>
                  </a:lnTo>
                  <a:lnTo>
                    <a:pt x="0" y="180340"/>
                  </a:lnTo>
                  <a:lnTo>
                    <a:pt x="0" y="236220"/>
                  </a:lnTo>
                  <a:lnTo>
                    <a:pt x="0" y="375920"/>
                  </a:lnTo>
                  <a:lnTo>
                    <a:pt x="0" y="431800"/>
                  </a:lnTo>
                  <a:lnTo>
                    <a:pt x="259067" y="431800"/>
                  </a:lnTo>
                  <a:lnTo>
                    <a:pt x="259067" y="375920"/>
                  </a:lnTo>
                  <a:close/>
                </a:path>
              </a:pathLst>
            </a:custGeom>
            <a:solidFill>
              <a:srgbClr val="FFFFFF"/>
            </a:solidFill>
          </p:spPr>
          <p:txBody>
            <a:bodyPr wrap="square" lIns="0" tIns="0" rIns="0" bIns="0" rtlCol="0"/>
            <a:lstStyle/>
            <a:p>
              <a:endParaRPr/>
            </a:p>
          </p:txBody>
        </p:sp>
        <p:sp>
          <p:nvSpPr>
            <p:cNvPr id="8" name="object 15">
              <a:extLst>
                <a:ext uri="{FF2B5EF4-FFF2-40B4-BE49-F238E27FC236}">
                  <a16:creationId xmlns:a16="http://schemas.microsoft.com/office/drawing/2014/main" id="{52FCA8D2-E80C-B430-2C56-43FF8BBAFC29}"/>
                </a:ext>
              </a:extLst>
            </p:cNvPr>
            <p:cNvSpPr/>
            <p:nvPr userDrawn="1"/>
          </p:nvSpPr>
          <p:spPr>
            <a:xfrm>
              <a:off x="5174237" y="1085986"/>
              <a:ext cx="327660" cy="431165"/>
            </a:xfrm>
            <a:custGeom>
              <a:avLst/>
              <a:gdLst/>
              <a:ahLst/>
              <a:cxnLst/>
              <a:rect l="l" t="t" r="r" b="b"/>
              <a:pathLst>
                <a:path w="327660" h="431165">
                  <a:moveTo>
                    <a:pt x="327204" y="0"/>
                  </a:moveTo>
                  <a:lnTo>
                    <a:pt x="259740" y="0"/>
                  </a:lnTo>
                  <a:lnTo>
                    <a:pt x="259740" y="317257"/>
                  </a:lnTo>
                  <a:lnTo>
                    <a:pt x="258484" y="317257"/>
                  </a:lnTo>
                  <a:lnTo>
                    <a:pt x="90782" y="0"/>
                  </a:lnTo>
                  <a:lnTo>
                    <a:pt x="0" y="0"/>
                  </a:lnTo>
                  <a:lnTo>
                    <a:pt x="0" y="430897"/>
                  </a:lnTo>
                  <a:lnTo>
                    <a:pt x="67432" y="430897"/>
                  </a:lnTo>
                  <a:lnTo>
                    <a:pt x="67432" y="98038"/>
                  </a:lnTo>
                  <a:lnTo>
                    <a:pt x="68730" y="98038"/>
                  </a:lnTo>
                  <a:lnTo>
                    <a:pt x="244568" y="430897"/>
                  </a:lnTo>
                  <a:lnTo>
                    <a:pt x="327204" y="430897"/>
                  </a:lnTo>
                  <a:lnTo>
                    <a:pt x="327204" y="0"/>
                  </a:lnTo>
                  <a:close/>
                </a:path>
              </a:pathLst>
            </a:custGeom>
            <a:solidFill>
              <a:srgbClr val="FFFFFF"/>
            </a:solidFill>
          </p:spPr>
          <p:txBody>
            <a:bodyPr wrap="square" lIns="0" tIns="0" rIns="0" bIns="0" rtlCol="0"/>
            <a:lstStyle/>
            <a:p>
              <a:endParaRPr/>
            </a:p>
          </p:txBody>
        </p:sp>
        <p:sp>
          <p:nvSpPr>
            <p:cNvPr id="9" name="object 16">
              <a:extLst>
                <a:ext uri="{FF2B5EF4-FFF2-40B4-BE49-F238E27FC236}">
                  <a16:creationId xmlns:a16="http://schemas.microsoft.com/office/drawing/2014/main" id="{4ADBDECC-4C3D-508C-5632-510F3DDAB2D8}"/>
                </a:ext>
              </a:extLst>
            </p:cNvPr>
            <p:cNvSpPr/>
            <p:nvPr userDrawn="1"/>
          </p:nvSpPr>
          <p:spPr>
            <a:xfrm>
              <a:off x="4822463" y="1085984"/>
              <a:ext cx="289560" cy="431165"/>
            </a:xfrm>
            <a:custGeom>
              <a:avLst/>
              <a:gdLst/>
              <a:ahLst/>
              <a:cxnLst/>
              <a:rect l="l" t="t" r="r" b="b"/>
              <a:pathLst>
                <a:path w="289560" h="431165">
                  <a:moveTo>
                    <a:pt x="131776" y="0"/>
                  </a:moveTo>
                  <a:lnTo>
                    <a:pt x="0" y="0"/>
                  </a:lnTo>
                  <a:lnTo>
                    <a:pt x="0" y="430897"/>
                  </a:lnTo>
                  <a:lnTo>
                    <a:pt x="73704" y="430897"/>
                  </a:lnTo>
                  <a:lnTo>
                    <a:pt x="73704" y="246034"/>
                  </a:lnTo>
                  <a:lnTo>
                    <a:pt x="239273" y="246034"/>
                  </a:lnTo>
                  <a:lnTo>
                    <a:pt x="221552" y="228242"/>
                  </a:lnTo>
                  <a:lnTo>
                    <a:pt x="185334" y="214202"/>
                  </a:lnTo>
                  <a:lnTo>
                    <a:pt x="185334" y="212967"/>
                  </a:lnTo>
                  <a:lnTo>
                    <a:pt x="217702" y="202435"/>
                  </a:lnTo>
                  <a:lnTo>
                    <a:pt x="230371" y="194213"/>
                  </a:lnTo>
                  <a:lnTo>
                    <a:pt x="73704" y="194213"/>
                  </a:lnTo>
                  <a:lnTo>
                    <a:pt x="73704" y="51809"/>
                  </a:lnTo>
                  <a:lnTo>
                    <a:pt x="254897" y="51809"/>
                  </a:lnTo>
                  <a:lnTo>
                    <a:pt x="246033" y="36820"/>
                  </a:lnTo>
                  <a:lnTo>
                    <a:pt x="216416" y="15505"/>
                  </a:lnTo>
                  <a:lnTo>
                    <a:pt x="177785" y="3661"/>
                  </a:lnTo>
                  <a:lnTo>
                    <a:pt x="131776" y="0"/>
                  </a:lnTo>
                  <a:close/>
                </a:path>
                <a:path w="289560" h="431165">
                  <a:moveTo>
                    <a:pt x="239273" y="246034"/>
                  </a:moveTo>
                  <a:lnTo>
                    <a:pt x="102740" y="246034"/>
                  </a:lnTo>
                  <a:lnTo>
                    <a:pt x="143356" y="250721"/>
                  </a:lnTo>
                  <a:lnTo>
                    <a:pt x="168070" y="266186"/>
                  </a:lnTo>
                  <a:lnTo>
                    <a:pt x="182972" y="294533"/>
                  </a:lnTo>
                  <a:lnTo>
                    <a:pt x="194151" y="337864"/>
                  </a:lnTo>
                  <a:lnTo>
                    <a:pt x="214328" y="430897"/>
                  </a:lnTo>
                  <a:lnTo>
                    <a:pt x="289362" y="430897"/>
                  </a:lnTo>
                  <a:lnTo>
                    <a:pt x="262871" y="309728"/>
                  </a:lnTo>
                  <a:lnTo>
                    <a:pt x="255013" y="277418"/>
                  </a:lnTo>
                  <a:lnTo>
                    <a:pt x="243009" y="249785"/>
                  </a:lnTo>
                  <a:lnTo>
                    <a:pt x="239273" y="246034"/>
                  </a:lnTo>
                  <a:close/>
                </a:path>
                <a:path w="289560" h="431165">
                  <a:moveTo>
                    <a:pt x="254897" y="51809"/>
                  </a:moveTo>
                  <a:lnTo>
                    <a:pt x="131776" y="51809"/>
                  </a:lnTo>
                  <a:lnTo>
                    <a:pt x="159456" y="56321"/>
                  </a:lnTo>
                  <a:lnTo>
                    <a:pt x="179824" y="69616"/>
                  </a:lnTo>
                  <a:lnTo>
                    <a:pt x="192397" y="91341"/>
                  </a:lnTo>
                  <a:lnTo>
                    <a:pt x="196695" y="121137"/>
                  </a:lnTo>
                  <a:lnTo>
                    <a:pt x="188483" y="159422"/>
                  </a:lnTo>
                  <a:lnTo>
                    <a:pt x="166967" y="181557"/>
                  </a:lnTo>
                  <a:lnTo>
                    <a:pt x="136826" y="191751"/>
                  </a:lnTo>
                  <a:lnTo>
                    <a:pt x="102740" y="194213"/>
                  </a:lnTo>
                  <a:lnTo>
                    <a:pt x="230371" y="194213"/>
                  </a:lnTo>
                  <a:lnTo>
                    <a:pt x="245289" y="184532"/>
                  </a:lnTo>
                  <a:lnTo>
                    <a:pt x="264487" y="155860"/>
                  </a:lnTo>
                  <a:lnTo>
                    <a:pt x="271688" y="113022"/>
                  </a:lnTo>
                  <a:lnTo>
                    <a:pt x="265001" y="68896"/>
                  </a:lnTo>
                  <a:lnTo>
                    <a:pt x="254897" y="51809"/>
                  </a:lnTo>
                  <a:close/>
                </a:path>
              </a:pathLst>
            </a:custGeom>
            <a:solidFill>
              <a:srgbClr val="FFFFFF"/>
            </a:solidFill>
          </p:spPr>
          <p:txBody>
            <a:bodyPr wrap="square" lIns="0" tIns="0" rIns="0" bIns="0" rtlCol="0"/>
            <a:lstStyle/>
            <a:p>
              <a:endParaRPr/>
            </a:p>
          </p:txBody>
        </p:sp>
        <p:sp>
          <p:nvSpPr>
            <p:cNvPr id="10" name="object 17">
              <a:extLst>
                <a:ext uri="{FF2B5EF4-FFF2-40B4-BE49-F238E27FC236}">
                  <a16:creationId xmlns:a16="http://schemas.microsoft.com/office/drawing/2014/main" id="{DCF57741-69E9-14EA-DBBD-99B3C318D547}"/>
                </a:ext>
              </a:extLst>
            </p:cNvPr>
            <p:cNvSpPr/>
            <p:nvPr userDrawn="1"/>
          </p:nvSpPr>
          <p:spPr>
            <a:xfrm>
              <a:off x="4433478" y="1085979"/>
              <a:ext cx="302260" cy="438150"/>
            </a:xfrm>
            <a:custGeom>
              <a:avLst/>
              <a:gdLst/>
              <a:ahLst/>
              <a:cxnLst/>
              <a:rect l="l" t="t" r="r" b="b"/>
              <a:pathLst>
                <a:path w="302260" h="438150">
                  <a:moveTo>
                    <a:pt x="301969" y="0"/>
                  </a:moveTo>
                  <a:lnTo>
                    <a:pt x="228223" y="0"/>
                  </a:lnTo>
                  <a:lnTo>
                    <a:pt x="228223" y="299132"/>
                  </a:lnTo>
                  <a:lnTo>
                    <a:pt x="224272" y="333513"/>
                  </a:lnTo>
                  <a:lnTo>
                    <a:pt x="211278" y="361046"/>
                  </a:lnTo>
                  <a:lnTo>
                    <a:pt x="187530" y="379328"/>
                  </a:lnTo>
                  <a:lnTo>
                    <a:pt x="151314" y="385956"/>
                  </a:lnTo>
                  <a:lnTo>
                    <a:pt x="114736" y="379328"/>
                  </a:lnTo>
                  <a:lnTo>
                    <a:pt x="90800" y="361046"/>
                  </a:lnTo>
                  <a:lnTo>
                    <a:pt x="77738" y="333513"/>
                  </a:lnTo>
                  <a:lnTo>
                    <a:pt x="73777" y="299132"/>
                  </a:lnTo>
                  <a:lnTo>
                    <a:pt x="73777" y="0"/>
                  </a:lnTo>
                  <a:lnTo>
                    <a:pt x="0" y="0"/>
                  </a:lnTo>
                  <a:lnTo>
                    <a:pt x="0" y="299132"/>
                  </a:lnTo>
                  <a:lnTo>
                    <a:pt x="7142" y="350008"/>
                  </a:lnTo>
                  <a:lnTo>
                    <a:pt x="27479" y="388949"/>
                  </a:lnTo>
                  <a:lnTo>
                    <a:pt x="59376" y="416316"/>
                  </a:lnTo>
                  <a:lnTo>
                    <a:pt x="101200" y="432472"/>
                  </a:lnTo>
                  <a:lnTo>
                    <a:pt x="151314" y="437777"/>
                  </a:lnTo>
                  <a:lnTo>
                    <a:pt x="202804" y="432472"/>
                  </a:lnTo>
                  <a:lnTo>
                    <a:pt x="244644" y="416316"/>
                  </a:lnTo>
                  <a:lnTo>
                    <a:pt x="275805" y="388949"/>
                  </a:lnTo>
                  <a:lnTo>
                    <a:pt x="295257" y="350008"/>
                  </a:lnTo>
                  <a:lnTo>
                    <a:pt x="301969" y="299132"/>
                  </a:lnTo>
                  <a:lnTo>
                    <a:pt x="301969" y="0"/>
                  </a:lnTo>
                  <a:close/>
                </a:path>
              </a:pathLst>
            </a:custGeom>
            <a:solidFill>
              <a:srgbClr val="FFFFFF"/>
            </a:solidFill>
          </p:spPr>
          <p:txBody>
            <a:bodyPr wrap="square" lIns="0" tIns="0" rIns="0" bIns="0" rtlCol="0"/>
            <a:lstStyle/>
            <a:p>
              <a:endParaRPr/>
            </a:p>
          </p:txBody>
        </p:sp>
        <p:sp>
          <p:nvSpPr>
            <p:cNvPr id="11" name="object 18">
              <a:extLst>
                <a:ext uri="{FF2B5EF4-FFF2-40B4-BE49-F238E27FC236}">
                  <a16:creationId xmlns:a16="http://schemas.microsoft.com/office/drawing/2014/main" id="{D3AE83E4-3D94-EA3D-6D96-35AFA18524C2}"/>
                </a:ext>
              </a:extLst>
            </p:cNvPr>
            <p:cNvSpPr/>
            <p:nvPr userDrawn="1"/>
          </p:nvSpPr>
          <p:spPr>
            <a:xfrm>
              <a:off x="2519923" y="1767087"/>
              <a:ext cx="32384" cy="186690"/>
            </a:xfrm>
            <a:custGeom>
              <a:avLst/>
              <a:gdLst/>
              <a:ahLst/>
              <a:cxnLst/>
              <a:rect l="l" t="t" r="r" b="b"/>
              <a:pathLst>
                <a:path w="32385" h="186689">
                  <a:moveTo>
                    <a:pt x="31852" y="0"/>
                  </a:moveTo>
                  <a:lnTo>
                    <a:pt x="0" y="0"/>
                  </a:lnTo>
                  <a:lnTo>
                    <a:pt x="0" y="186182"/>
                  </a:lnTo>
                  <a:lnTo>
                    <a:pt x="31852" y="186182"/>
                  </a:lnTo>
                  <a:lnTo>
                    <a:pt x="31852" y="0"/>
                  </a:lnTo>
                  <a:close/>
                </a:path>
              </a:pathLst>
            </a:custGeom>
            <a:solidFill>
              <a:srgbClr val="FFFFFF"/>
            </a:solidFill>
          </p:spPr>
          <p:txBody>
            <a:bodyPr wrap="square" lIns="0" tIns="0" rIns="0" bIns="0" rtlCol="0"/>
            <a:lstStyle/>
            <a:p>
              <a:endParaRPr/>
            </a:p>
          </p:txBody>
        </p:sp>
        <p:pic>
          <p:nvPicPr>
            <p:cNvPr id="12" name="object 19">
              <a:extLst>
                <a:ext uri="{FF2B5EF4-FFF2-40B4-BE49-F238E27FC236}">
                  <a16:creationId xmlns:a16="http://schemas.microsoft.com/office/drawing/2014/main" id="{30881AC8-A7BE-D944-025A-B4DBEB61CC90}"/>
                </a:ext>
              </a:extLst>
            </p:cNvPr>
            <p:cNvPicPr/>
            <p:nvPr userDrawn="1"/>
          </p:nvPicPr>
          <p:blipFill>
            <a:blip r:embed="rId5" cstate="print"/>
            <a:stretch>
              <a:fillRect/>
            </a:stretch>
          </p:blipFill>
          <p:spPr>
            <a:xfrm>
              <a:off x="2599460" y="1767088"/>
              <a:ext cx="141367" cy="186182"/>
            </a:xfrm>
            <a:prstGeom prst="rect">
              <a:avLst/>
            </a:prstGeom>
          </p:spPr>
        </p:pic>
        <p:sp>
          <p:nvSpPr>
            <p:cNvPr id="13" name="object 20">
              <a:extLst>
                <a:ext uri="{FF2B5EF4-FFF2-40B4-BE49-F238E27FC236}">
                  <a16:creationId xmlns:a16="http://schemas.microsoft.com/office/drawing/2014/main" id="{218DAE75-423D-6D4B-C354-7F258A911FA2}"/>
                </a:ext>
              </a:extLst>
            </p:cNvPr>
            <p:cNvSpPr/>
            <p:nvPr userDrawn="1"/>
          </p:nvSpPr>
          <p:spPr>
            <a:xfrm>
              <a:off x="3440722" y="1766944"/>
              <a:ext cx="126364" cy="186690"/>
            </a:xfrm>
            <a:custGeom>
              <a:avLst/>
              <a:gdLst/>
              <a:ahLst/>
              <a:cxnLst/>
              <a:rect l="l" t="t" r="r" b="b"/>
              <a:pathLst>
                <a:path w="126364" h="186689">
                  <a:moveTo>
                    <a:pt x="126123" y="0"/>
                  </a:moveTo>
                  <a:lnTo>
                    <a:pt x="0" y="0"/>
                  </a:lnTo>
                  <a:lnTo>
                    <a:pt x="0" y="24130"/>
                  </a:lnTo>
                  <a:lnTo>
                    <a:pt x="47167" y="24130"/>
                  </a:lnTo>
                  <a:lnTo>
                    <a:pt x="47167" y="186690"/>
                  </a:lnTo>
                  <a:lnTo>
                    <a:pt x="78994" y="186690"/>
                  </a:lnTo>
                  <a:lnTo>
                    <a:pt x="78994" y="24130"/>
                  </a:lnTo>
                  <a:lnTo>
                    <a:pt x="126123" y="24130"/>
                  </a:lnTo>
                  <a:lnTo>
                    <a:pt x="126123" y="0"/>
                  </a:lnTo>
                  <a:close/>
                </a:path>
              </a:pathLst>
            </a:custGeom>
            <a:solidFill>
              <a:srgbClr val="FFFFFF"/>
            </a:solidFill>
          </p:spPr>
          <p:txBody>
            <a:bodyPr wrap="square" lIns="0" tIns="0" rIns="0" bIns="0" rtlCol="0"/>
            <a:lstStyle/>
            <a:p>
              <a:endParaRPr/>
            </a:p>
          </p:txBody>
        </p:sp>
        <p:sp>
          <p:nvSpPr>
            <p:cNvPr id="14" name="object 21">
              <a:extLst>
                <a:ext uri="{FF2B5EF4-FFF2-40B4-BE49-F238E27FC236}">
                  <a16:creationId xmlns:a16="http://schemas.microsoft.com/office/drawing/2014/main" id="{967C42A3-22F4-92B6-30F1-01CE9EE4F950}"/>
                </a:ext>
              </a:extLst>
            </p:cNvPr>
            <p:cNvSpPr/>
            <p:nvPr userDrawn="1"/>
          </p:nvSpPr>
          <p:spPr>
            <a:xfrm>
              <a:off x="4684386" y="1868417"/>
              <a:ext cx="32384" cy="85090"/>
            </a:xfrm>
            <a:custGeom>
              <a:avLst/>
              <a:gdLst/>
              <a:ahLst/>
              <a:cxnLst/>
              <a:rect l="l" t="t" r="r" b="b"/>
              <a:pathLst>
                <a:path w="32385" h="85089">
                  <a:moveTo>
                    <a:pt x="0" y="85090"/>
                  </a:moveTo>
                  <a:lnTo>
                    <a:pt x="31852" y="85090"/>
                  </a:lnTo>
                  <a:lnTo>
                    <a:pt x="31852" y="0"/>
                  </a:lnTo>
                  <a:lnTo>
                    <a:pt x="0" y="0"/>
                  </a:lnTo>
                  <a:lnTo>
                    <a:pt x="0" y="85090"/>
                  </a:lnTo>
                  <a:close/>
                </a:path>
              </a:pathLst>
            </a:custGeom>
            <a:solidFill>
              <a:srgbClr val="FFFFFF"/>
            </a:solidFill>
          </p:spPr>
          <p:txBody>
            <a:bodyPr wrap="square" lIns="0" tIns="0" rIns="0" bIns="0" rtlCol="0"/>
            <a:lstStyle/>
            <a:p>
              <a:endParaRPr/>
            </a:p>
          </p:txBody>
        </p:sp>
        <p:sp>
          <p:nvSpPr>
            <p:cNvPr id="15" name="object 22">
              <a:extLst>
                <a:ext uri="{FF2B5EF4-FFF2-40B4-BE49-F238E27FC236}">
                  <a16:creationId xmlns:a16="http://schemas.microsoft.com/office/drawing/2014/main" id="{2315E4E6-12CD-21D4-65FA-FC1FA12D4318}"/>
                </a:ext>
              </a:extLst>
            </p:cNvPr>
            <p:cNvSpPr/>
            <p:nvPr userDrawn="1"/>
          </p:nvSpPr>
          <p:spPr>
            <a:xfrm>
              <a:off x="4684382" y="1766817"/>
              <a:ext cx="131445" cy="186690"/>
            </a:xfrm>
            <a:custGeom>
              <a:avLst/>
              <a:gdLst/>
              <a:ahLst/>
              <a:cxnLst/>
              <a:rect l="l" t="t" r="r" b="b"/>
              <a:pathLst>
                <a:path w="131445" h="186689">
                  <a:moveTo>
                    <a:pt x="131292" y="0"/>
                  </a:moveTo>
                  <a:lnTo>
                    <a:pt x="99479" y="0"/>
                  </a:lnTo>
                  <a:lnTo>
                    <a:pt x="99479" y="77470"/>
                  </a:lnTo>
                  <a:lnTo>
                    <a:pt x="31851" y="77470"/>
                  </a:lnTo>
                  <a:lnTo>
                    <a:pt x="31851" y="0"/>
                  </a:lnTo>
                  <a:lnTo>
                    <a:pt x="0" y="0"/>
                  </a:lnTo>
                  <a:lnTo>
                    <a:pt x="0" y="77470"/>
                  </a:lnTo>
                  <a:lnTo>
                    <a:pt x="0" y="101600"/>
                  </a:lnTo>
                  <a:lnTo>
                    <a:pt x="99479" y="101600"/>
                  </a:lnTo>
                  <a:lnTo>
                    <a:pt x="99479" y="186690"/>
                  </a:lnTo>
                  <a:lnTo>
                    <a:pt x="131292" y="186690"/>
                  </a:lnTo>
                  <a:lnTo>
                    <a:pt x="131292" y="101600"/>
                  </a:lnTo>
                  <a:lnTo>
                    <a:pt x="131292" y="77470"/>
                  </a:lnTo>
                  <a:lnTo>
                    <a:pt x="131292" y="0"/>
                  </a:lnTo>
                  <a:close/>
                </a:path>
              </a:pathLst>
            </a:custGeom>
            <a:solidFill>
              <a:srgbClr val="FFFFFF"/>
            </a:solidFill>
          </p:spPr>
          <p:txBody>
            <a:bodyPr wrap="square" lIns="0" tIns="0" rIns="0" bIns="0" rtlCol="0"/>
            <a:lstStyle/>
            <a:p>
              <a:endParaRPr/>
            </a:p>
          </p:txBody>
        </p:sp>
        <p:pic>
          <p:nvPicPr>
            <p:cNvPr id="16" name="object 23">
              <a:extLst>
                <a:ext uri="{FF2B5EF4-FFF2-40B4-BE49-F238E27FC236}">
                  <a16:creationId xmlns:a16="http://schemas.microsoft.com/office/drawing/2014/main" id="{322F19AE-1494-4C58-1721-1515C98F1E81}"/>
                </a:ext>
              </a:extLst>
            </p:cNvPr>
            <p:cNvPicPr/>
            <p:nvPr userDrawn="1"/>
          </p:nvPicPr>
          <p:blipFill>
            <a:blip r:embed="rId6" cstate="print"/>
            <a:stretch>
              <a:fillRect/>
            </a:stretch>
          </p:blipFill>
          <p:spPr>
            <a:xfrm>
              <a:off x="4864229" y="1767088"/>
              <a:ext cx="141367" cy="186182"/>
            </a:xfrm>
            <a:prstGeom prst="rect">
              <a:avLst/>
            </a:prstGeom>
          </p:spPr>
        </p:pic>
        <p:pic>
          <p:nvPicPr>
            <p:cNvPr id="17" name="object 24">
              <a:extLst>
                <a:ext uri="{FF2B5EF4-FFF2-40B4-BE49-F238E27FC236}">
                  <a16:creationId xmlns:a16="http://schemas.microsoft.com/office/drawing/2014/main" id="{5932A657-A260-FF71-6CCA-442D1E23C31F}"/>
                </a:ext>
              </a:extLst>
            </p:cNvPr>
            <p:cNvPicPr/>
            <p:nvPr userDrawn="1"/>
          </p:nvPicPr>
          <p:blipFill>
            <a:blip r:embed="rId7" cstate="print"/>
            <a:stretch>
              <a:fillRect/>
            </a:stretch>
          </p:blipFill>
          <p:spPr>
            <a:xfrm>
              <a:off x="4516890" y="1764139"/>
              <a:ext cx="137252" cy="192119"/>
            </a:xfrm>
            <a:prstGeom prst="rect">
              <a:avLst/>
            </a:prstGeom>
          </p:spPr>
        </p:pic>
        <p:sp>
          <p:nvSpPr>
            <p:cNvPr id="18" name="object 25">
              <a:extLst>
                <a:ext uri="{FF2B5EF4-FFF2-40B4-BE49-F238E27FC236}">
                  <a16:creationId xmlns:a16="http://schemas.microsoft.com/office/drawing/2014/main" id="{DB6892D1-A950-D4D0-3AC5-240216F69D62}"/>
                </a:ext>
              </a:extLst>
            </p:cNvPr>
            <p:cNvSpPr/>
            <p:nvPr userDrawn="1"/>
          </p:nvSpPr>
          <p:spPr>
            <a:xfrm>
              <a:off x="4220705" y="1766944"/>
              <a:ext cx="126364"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FFFFFF"/>
            </a:solidFill>
          </p:spPr>
          <p:txBody>
            <a:bodyPr wrap="square" lIns="0" tIns="0" rIns="0" bIns="0" rtlCol="0"/>
            <a:lstStyle/>
            <a:p>
              <a:endParaRPr/>
            </a:p>
          </p:txBody>
        </p:sp>
        <p:pic>
          <p:nvPicPr>
            <p:cNvPr id="19" name="object 26">
              <a:extLst>
                <a:ext uri="{FF2B5EF4-FFF2-40B4-BE49-F238E27FC236}">
                  <a16:creationId xmlns:a16="http://schemas.microsoft.com/office/drawing/2014/main" id="{2796C9AD-5011-F38C-F6F7-CCC81EB97E3D}"/>
                </a:ext>
              </a:extLst>
            </p:cNvPr>
            <p:cNvPicPr/>
            <p:nvPr userDrawn="1"/>
          </p:nvPicPr>
          <p:blipFill>
            <a:blip r:embed="rId8" cstate="print"/>
            <a:stretch>
              <a:fillRect/>
            </a:stretch>
          </p:blipFill>
          <p:spPr>
            <a:xfrm>
              <a:off x="5046193" y="1764136"/>
              <a:ext cx="152016" cy="192130"/>
            </a:xfrm>
            <a:prstGeom prst="rect">
              <a:avLst/>
            </a:prstGeom>
          </p:spPr>
        </p:pic>
        <p:sp>
          <p:nvSpPr>
            <p:cNvPr id="20" name="object 27">
              <a:extLst>
                <a:ext uri="{FF2B5EF4-FFF2-40B4-BE49-F238E27FC236}">
                  <a16:creationId xmlns:a16="http://schemas.microsoft.com/office/drawing/2014/main" id="{BBDD1CA7-534F-58DC-0932-9966599EEFBF}"/>
                </a:ext>
              </a:extLst>
            </p:cNvPr>
            <p:cNvSpPr/>
            <p:nvPr userDrawn="1"/>
          </p:nvSpPr>
          <p:spPr>
            <a:xfrm>
              <a:off x="4375201" y="1767223"/>
              <a:ext cx="11239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FFFFFF"/>
            </a:solidFill>
          </p:spPr>
          <p:txBody>
            <a:bodyPr wrap="square" lIns="0" tIns="0" rIns="0" bIns="0" rtlCol="0"/>
            <a:lstStyle/>
            <a:p>
              <a:endParaRPr/>
            </a:p>
          </p:txBody>
        </p:sp>
        <p:grpSp>
          <p:nvGrpSpPr>
            <p:cNvPr id="21" name="object 28">
              <a:extLst>
                <a:ext uri="{FF2B5EF4-FFF2-40B4-BE49-F238E27FC236}">
                  <a16:creationId xmlns:a16="http://schemas.microsoft.com/office/drawing/2014/main" id="{19A4910D-D182-12A7-FC13-59CCDA566A00}"/>
                </a:ext>
              </a:extLst>
            </p:cNvPr>
            <p:cNvGrpSpPr/>
            <p:nvPr userDrawn="1"/>
          </p:nvGrpSpPr>
          <p:grpSpPr>
            <a:xfrm>
              <a:off x="5239113" y="1764136"/>
              <a:ext cx="614045" cy="192405"/>
              <a:chOff x="5239113" y="1764136"/>
              <a:chExt cx="614045" cy="192405"/>
            </a:xfrm>
          </p:grpSpPr>
          <p:pic>
            <p:nvPicPr>
              <p:cNvPr id="22" name="object 29">
                <a:extLst>
                  <a:ext uri="{FF2B5EF4-FFF2-40B4-BE49-F238E27FC236}">
                    <a16:creationId xmlns:a16="http://schemas.microsoft.com/office/drawing/2014/main" id="{28C757CE-DEF7-9F2D-A2B1-BE9E28779415}"/>
                  </a:ext>
                </a:extLst>
              </p:cNvPr>
              <p:cNvPicPr/>
              <p:nvPr/>
            </p:nvPicPr>
            <p:blipFill>
              <a:blip r:embed="rId9" cstate="print"/>
              <a:stretch>
                <a:fillRect/>
              </a:stretch>
            </p:blipFill>
            <p:spPr>
              <a:xfrm>
                <a:off x="5539051" y="1764140"/>
                <a:ext cx="313532" cy="192119"/>
              </a:xfrm>
              <a:prstGeom prst="rect">
                <a:avLst/>
              </a:prstGeom>
            </p:spPr>
          </p:pic>
          <p:pic>
            <p:nvPicPr>
              <p:cNvPr id="23" name="object 30">
                <a:extLst>
                  <a:ext uri="{FF2B5EF4-FFF2-40B4-BE49-F238E27FC236}">
                    <a16:creationId xmlns:a16="http://schemas.microsoft.com/office/drawing/2014/main" id="{5E68A2AD-C116-5FE4-5783-8E4DD2861AA3}"/>
                  </a:ext>
                </a:extLst>
              </p:cNvPr>
              <p:cNvPicPr/>
              <p:nvPr/>
            </p:nvPicPr>
            <p:blipFill>
              <a:blip r:embed="rId10" cstate="print"/>
              <a:stretch>
                <a:fillRect/>
              </a:stretch>
            </p:blipFill>
            <p:spPr>
              <a:xfrm>
                <a:off x="5239113" y="1764136"/>
                <a:ext cx="267220" cy="192130"/>
              </a:xfrm>
              <a:prstGeom prst="rect">
                <a:avLst/>
              </a:prstGeom>
            </p:spPr>
          </p:pic>
        </p:grpSp>
        <p:sp>
          <p:nvSpPr>
            <p:cNvPr id="24" name="object 31">
              <a:extLst>
                <a:ext uri="{FF2B5EF4-FFF2-40B4-BE49-F238E27FC236}">
                  <a16:creationId xmlns:a16="http://schemas.microsoft.com/office/drawing/2014/main" id="{077880EF-5A9B-F2A1-3647-A4FF76DE7014}"/>
                </a:ext>
              </a:extLst>
            </p:cNvPr>
            <p:cNvSpPr/>
            <p:nvPr userDrawn="1"/>
          </p:nvSpPr>
          <p:spPr>
            <a:xfrm>
              <a:off x="2918752" y="1766944"/>
              <a:ext cx="126364" cy="186690"/>
            </a:xfrm>
            <a:custGeom>
              <a:avLst/>
              <a:gdLst/>
              <a:ahLst/>
              <a:cxnLst/>
              <a:rect l="l" t="t" r="r" b="b"/>
              <a:pathLst>
                <a:path w="126364" h="186689">
                  <a:moveTo>
                    <a:pt x="126085" y="0"/>
                  </a:moveTo>
                  <a:lnTo>
                    <a:pt x="0" y="0"/>
                  </a:lnTo>
                  <a:lnTo>
                    <a:pt x="0" y="24130"/>
                  </a:lnTo>
                  <a:lnTo>
                    <a:pt x="47129" y="24130"/>
                  </a:lnTo>
                  <a:lnTo>
                    <a:pt x="47129" y="186690"/>
                  </a:lnTo>
                  <a:lnTo>
                    <a:pt x="78981" y="186690"/>
                  </a:lnTo>
                  <a:lnTo>
                    <a:pt x="78981" y="24130"/>
                  </a:lnTo>
                  <a:lnTo>
                    <a:pt x="126085" y="24130"/>
                  </a:lnTo>
                  <a:lnTo>
                    <a:pt x="126085" y="0"/>
                  </a:lnTo>
                  <a:close/>
                </a:path>
              </a:pathLst>
            </a:custGeom>
            <a:solidFill>
              <a:srgbClr val="FFFFFF"/>
            </a:solidFill>
          </p:spPr>
          <p:txBody>
            <a:bodyPr wrap="square" lIns="0" tIns="0" rIns="0" bIns="0" rtlCol="0"/>
            <a:lstStyle/>
            <a:p>
              <a:endParaRPr/>
            </a:p>
          </p:txBody>
        </p:sp>
        <p:sp>
          <p:nvSpPr>
            <p:cNvPr id="25" name="object 32">
              <a:extLst>
                <a:ext uri="{FF2B5EF4-FFF2-40B4-BE49-F238E27FC236}">
                  <a16:creationId xmlns:a16="http://schemas.microsoft.com/office/drawing/2014/main" id="{CA91AD44-8502-9249-6CC4-2FBD1F1D306F}"/>
                </a:ext>
              </a:extLst>
            </p:cNvPr>
            <p:cNvSpPr/>
            <p:nvPr userDrawn="1"/>
          </p:nvSpPr>
          <p:spPr>
            <a:xfrm>
              <a:off x="3072409" y="1766944"/>
              <a:ext cx="186055" cy="186690"/>
            </a:xfrm>
            <a:custGeom>
              <a:avLst/>
              <a:gdLst/>
              <a:ahLst/>
              <a:cxnLst/>
              <a:rect l="l" t="t" r="r" b="b"/>
              <a:pathLst>
                <a:path w="186054" h="186689">
                  <a:moveTo>
                    <a:pt x="31851" y="152"/>
                  </a:moveTo>
                  <a:lnTo>
                    <a:pt x="0" y="152"/>
                  </a:lnTo>
                  <a:lnTo>
                    <a:pt x="0" y="186334"/>
                  </a:lnTo>
                  <a:lnTo>
                    <a:pt x="31851" y="186334"/>
                  </a:lnTo>
                  <a:lnTo>
                    <a:pt x="31851" y="152"/>
                  </a:lnTo>
                  <a:close/>
                </a:path>
                <a:path w="186054" h="186689">
                  <a:moveTo>
                    <a:pt x="185496" y="0"/>
                  </a:moveTo>
                  <a:lnTo>
                    <a:pt x="59410" y="0"/>
                  </a:lnTo>
                  <a:lnTo>
                    <a:pt x="59410" y="24130"/>
                  </a:lnTo>
                  <a:lnTo>
                    <a:pt x="106502" y="24130"/>
                  </a:lnTo>
                  <a:lnTo>
                    <a:pt x="106502" y="186690"/>
                  </a:lnTo>
                  <a:lnTo>
                    <a:pt x="138353" y="186690"/>
                  </a:lnTo>
                  <a:lnTo>
                    <a:pt x="138353" y="24130"/>
                  </a:lnTo>
                  <a:lnTo>
                    <a:pt x="185496" y="24130"/>
                  </a:lnTo>
                  <a:lnTo>
                    <a:pt x="185496" y="0"/>
                  </a:lnTo>
                  <a:close/>
                </a:path>
              </a:pathLst>
            </a:custGeom>
            <a:solidFill>
              <a:srgbClr val="FFFFFF"/>
            </a:solidFill>
          </p:spPr>
          <p:txBody>
            <a:bodyPr wrap="square" lIns="0" tIns="0" rIns="0" bIns="0" rtlCol="0"/>
            <a:lstStyle/>
            <a:p>
              <a:endParaRPr/>
            </a:p>
          </p:txBody>
        </p:sp>
        <p:sp>
          <p:nvSpPr>
            <p:cNvPr id="26" name="object 33">
              <a:extLst>
                <a:ext uri="{FF2B5EF4-FFF2-40B4-BE49-F238E27FC236}">
                  <a16:creationId xmlns:a16="http://schemas.microsoft.com/office/drawing/2014/main" id="{C580FF8C-196C-A9A7-B0DB-AD43DAE3186B}"/>
                </a:ext>
              </a:extLst>
            </p:cNvPr>
            <p:cNvSpPr/>
            <p:nvPr userDrawn="1"/>
          </p:nvSpPr>
          <p:spPr>
            <a:xfrm>
              <a:off x="3595179" y="1767223"/>
              <a:ext cx="112395" cy="186690"/>
            </a:xfrm>
            <a:custGeom>
              <a:avLst/>
              <a:gdLst/>
              <a:ahLst/>
              <a:cxnLst/>
              <a:rect l="l" t="t" r="r" b="b"/>
              <a:pathLst>
                <a:path w="112395" h="186689">
                  <a:moveTo>
                    <a:pt x="111975" y="162560"/>
                  </a:moveTo>
                  <a:lnTo>
                    <a:pt x="31851" y="162560"/>
                  </a:lnTo>
                  <a:lnTo>
                    <a:pt x="31851" y="101600"/>
                  </a:lnTo>
                  <a:lnTo>
                    <a:pt x="105714" y="101600"/>
                  </a:lnTo>
                  <a:lnTo>
                    <a:pt x="105714" y="77470"/>
                  </a:lnTo>
                  <a:lnTo>
                    <a:pt x="31851" y="77470"/>
                  </a:lnTo>
                  <a:lnTo>
                    <a:pt x="31851" y="24130"/>
                  </a:lnTo>
                  <a:lnTo>
                    <a:pt x="109778" y="24130"/>
                  </a:lnTo>
                  <a:lnTo>
                    <a:pt x="109778" y="0"/>
                  </a:lnTo>
                  <a:lnTo>
                    <a:pt x="0" y="0"/>
                  </a:lnTo>
                  <a:lnTo>
                    <a:pt x="0" y="24130"/>
                  </a:lnTo>
                  <a:lnTo>
                    <a:pt x="0" y="77470"/>
                  </a:lnTo>
                  <a:lnTo>
                    <a:pt x="0" y="101600"/>
                  </a:lnTo>
                  <a:lnTo>
                    <a:pt x="0" y="162560"/>
                  </a:lnTo>
                  <a:lnTo>
                    <a:pt x="0" y="186690"/>
                  </a:lnTo>
                  <a:lnTo>
                    <a:pt x="111975" y="186690"/>
                  </a:lnTo>
                  <a:lnTo>
                    <a:pt x="111975" y="162560"/>
                  </a:lnTo>
                  <a:close/>
                </a:path>
              </a:pathLst>
            </a:custGeom>
            <a:solidFill>
              <a:srgbClr val="FFFFFF"/>
            </a:solidFill>
          </p:spPr>
          <p:txBody>
            <a:bodyPr wrap="square" lIns="0" tIns="0" rIns="0" bIns="0" rtlCol="0"/>
            <a:lstStyle/>
            <a:p>
              <a:endParaRPr/>
            </a:p>
          </p:txBody>
        </p:sp>
        <p:sp>
          <p:nvSpPr>
            <p:cNvPr id="27" name="object 34">
              <a:extLst>
                <a:ext uri="{FF2B5EF4-FFF2-40B4-BE49-F238E27FC236}">
                  <a16:creationId xmlns:a16="http://schemas.microsoft.com/office/drawing/2014/main" id="{E8CD2CD4-EE2A-E448-52FB-E33A1C6473EF}"/>
                </a:ext>
              </a:extLst>
            </p:cNvPr>
            <p:cNvSpPr/>
            <p:nvPr userDrawn="1"/>
          </p:nvSpPr>
          <p:spPr>
            <a:xfrm>
              <a:off x="2778442" y="1764134"/>
              <a:ext cx="125095" cy="192405"/>
            </a:xfrm>
            <a:custGeom>
              <a:avLst/>
              <a:gdLst/>
              <a:ahLst/>
              <a:cxnLst/>
              <a:rect l="l" t="t" r="r" b="b"/>
              <a:pathLst>
                <a:path w="125094" h="192405">
                  <a:moveTo>
                    <a:pt x="64573" y="0"/>
                  </a:moveTo>
                  <a:lnTo>
                    <a:pt x="39526" y="2835"/>
                  </a:lnTo>
                  <a:lnTo>
                    <a:pt x="18991" y="11562"/>
                  </a:lnTo>
                  <a:lnTo>
                    <a:pt x="5103" y="26513"/>
                  </a:lnTo>
                  <a:lnTo>
                    <a:pt x="0" y="48019"/>
                  </a:lnTo>
                  <a:lnTo>
                    <a:pt x="14008" y="79610"/>
                  </a:lnTo>
                  <a:lnTo>
                    <a:pt x="44825" y="100574"/>
                  </a:lnTo>
                  <a:lnTo>
                    <a:pt x="75643" y="119214"/>
                  </a:lnTo>
                  <a:lnTo>
                    <a:pt x="89651" y="143838"/>
                  </a:lnTo>
                  <a:lnTo>
                    <a:pt x="88023" y="153018"/>
                  </a:lnTo>
                  <a:lnTo>
                    <a:pt x="82559" y="161360"/>
                  </a:lnTo>
                  <a:lnTo>
                    <a:pt x="72392" y="167423"/>
                  </a:lnTo>
                  <a:lnTo>
                    <a:pt x="56657" y="169764"/>
                  </a:lnTo>
                  <a:lnTo>
                    <a:pt x="39914" y="167888"/>
                  </a:lnTo>
                  <a:lnTo>
                    <a:pt x="25394" y="163255"/>
                  </a:lnTo>
                  <a:lnTo>
                    <a:pt x="13234" y="157355"/>
                  </a:lnTo>
                  <a:lnTo>
                    <a:pt x="3570" y="151681"/>
                  </a:lnTo>
                  <a:lnTo>
                    <a:pt x="3570" y="184287"/>
                  </a:lnTo>
                  <a:lnTo>
                    <a:pt x="10677" y="186087"/>
                  </a:lnTo>
                  <a:lnTo>
                    <a:pt x="22598" y="188719"/>
                  </a:lnTo>
                  <a:lnTo>
                    <a:pt x="38002" y="191096"/>
                  </a:lnTo>
                  <a:lnTo>
                    <a:pt x="55558" y="192130"/>
                  </a:lnTo>
                  <a:lnTo>
                    <a:pt x="83612" y="188765"/>
                  </a:lnTo>
                  <a:lnTo>
                    <a:pt x="105485" y="178747"/>
                  </a:lnTo>
                  <a:lnTo>
                    <a:pt x="119694" y="162193"/>
                  </a:lnTo>
                  <a:lnTo>
                    <a:pt x="124760" y="139220"/>
                  </a:lnTo>
                  <a:lnTo>
                    <a:pt x="110752" y="105495"/>
                  </a:lnTo>
                  <a:lnTo>
                    <a:pt x="79934" y="83553"/>
                  </a:lnTo>
                  <a:lnTo>
                    <a:pt x="49116" y="65964"/>
                  </a:lnTo>
                  <a:lnTo>
                    <a:pt x="35108" y="45297"/>
                  </a:lnTo>
                  <a:lnTo>
                    <a:pt x="37314" y="34997"/>
                  </a:lnTo>
                  <a:lnTo>
                    <a:pt x="43354" y="27857"/>
                  </a:lnTo>
                  <a:lnTo>
                    <a:pt x="52363" y="23701"/>
                  </a:lnTo>
                  <a:lnTo>
                    <a:pt x="63474" y="22355"/>
                  </a:lnTo>
                  <a:lnTo>
                    <a:pt x="77123" y="23528"/>
                  </a:lnTo>
                  <a:lnTo>
                    <a:pt x="89489" y="26474"/>
                  </a:lnTo>
                  <a:lnTo>
                    <a:pt x="100621" y="30328"/>
                  </a:lnTo>
                  <a:lnTo>
                    <a:pt x="110572" y="34229"/>
                  </a:lnTo>
                  <a:lnTo>
                    <a:pt x="110572" y="5120"/>
                  </a:lnTo>
                  <a:lnTo>
                    <a:pt x="103475" y="3750"/>
                  </a:lnTo>
                  <a:lnTo>
                    <a:pt x="92893" y="2053"/>
                  </a:lnTo>
                  <a:lnTo>
                    <a:pt x="79652" y="610"/>
                  </a:lnTo>
                  <a:lnTo>
                    <a:pt x="64573" y="0"/>
                  </a:lnTo>
                  <a:close/>
                </a:path>
              </a:pathLst>
            </a:custGeom>
            <a:solidFill>
              <a:srgbClr val="FFFFFF"/>
            </a:solidFill>
          </p:spPr>
          <p:txBody>
            <a:bodyPr wrap="square" lIns="0" tIns="0" rIns="0" bIns="0" rtlCol="0"/>
            <a:lstStyle/>
            <a:p>
              <a:endParaRPr/>
            </a:p>
          </p:txBody>
        </p:sp>
        <p:pic>
          <p:nvPicPr>
            <p:cNvPr id="28" name="object 35">
              <a:extLst>
                <a:ext uri="{FF2B5EF4-FFF2-40B4-BE49-F238E27FC236}">
                  <a16:creationId xmlns:a16="http://schemas.microsoft.com/office/drawing/2014/main" id="{8F177E9D-DFCF-F298-72A6-2F3902A5A072}"/>
                </a:ext>
              </a:extLst>
            </p:cNvPr>
            <p:cNvPicPr/>
            <p:nvPr userDrawn="1"/>
          </p:nvPicPr>
          <p:blipFill>
            <a:blip r:embed="rId11" cstate="print"/>
            <a:stretch>
              <a:fillRect/>
            </a:stretch>
          </p:blipFill>
          <p:spPr>
            <a:xfrm>
              <a:off x="3284086" y="1767088"/>
              <a:ext cx="130467" cy="189177"/>
            </a:xfrm>
            <a:prstGeom prst="rect">
              <a:avLst/>
            </a:prstGeom>
          </p:spPr>
        </p:pic>
        <p:grpSp>
          <p:nvGrpSpPr>
            <p:cNvPr id="29" name="object 36">
              <a:extLst>
                <a:ext uri="{FF2B5EF4-FFF2-40B4-BE49-F238E27FC236}">
                  <a16:creationId xmlns:a16="http://schemas.microsoft.com/office/drawing/2014/main" id="{28A4E57A-25EC-C86B-9378-E55C79B9DB31}"/>
                </a:ext>
              </a:extLst>
            </p:cNvPr>
            <p:cNvGrpSpPr/>
            <p:nvPr userDrawn="1"/>
          </p:nvGrpSpPr>
          <p:grpSpPr>
            <a:xfrm>
              <a:off x="3820237" y="1764136"/>
              <a:ext cx="299085" cy="192405"/>
              <a:chOff x="3820237" y="1764136"/>
              <a:chExt cx="299085" cy="192405"/>
            </a:xfrm>
          </p:grpSpPr>
          <p:sp>
            <p:nvSpPr>
              <p:cNvPr id="30" name="object 37">
                <a:extLst>
                  <a:ext uri="{FF2B5EF4-FFF2-40B4-BE49-F238E27FC236}">
                    <a16:creationId xmlns:a16="http://schemas.microsoft.com/office/drawing/2014/main" id="{D7703ECF-E032-048E-B2E9-8284B8EECADE}"/>
                  </a:ext>
                </a:extLst>
              </p:cNvPr>
              <p:cNvSpPr/>
              <p:nvPr/>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FFFFFF"/>
              </a:solidFill>
            </p:spPr>
            <p:txBody>
              <a:bodyPr wrap="square" lIns="0" tIns="0" rIns="0" bIns="0" rtlCol="0"/>
              <a:lstStyle/>
              <a:p>
                <a:endParaRPr/>
              </a:p>
            </p:txBody>
          </p:sp>
          <p:pic>
            <p:nvPicPr>
              <p:cNvPr id="31" name="object 38">
                <a:extLst>
                  <a:ext uri="{FF2B5EF4-FFF2-40B4-BE49-F238E27FC236}">
                    <a16:creationId xmlns:a16="http://schemas.microsoft.com/office/drawing/2014/main" id="{C715C555-14CD-1DE9-073B-5FEB938EBB86}"/>
                  </a:ext>
                </a:extLst>
              </p:cNvPr>
              <p:cNvPicPr/>
              <p:nvPr/>
            </p:nvPicPr>
            <p:blipFill>
              <a:blip r:embed="rId12" cstate="print"/>
              <a:stretch>
                <a:fillRect/>
              </a:stretch>
            </p:blipFill>
            <p:spPr>
              <a:xfrm>
                <a:off x="3820237" y="1764136"/>
                <a:ext cx="151984" cy="192130"/>
              </a:xfrm>
              <a:prstGeom prst="rect">
                <a:avLst/>
              </a:prstGeom>
            </p:spPr>
          </p:pic>
        </p:grpSp>
        <p:sp>
          <p:nvSpPr>
            <p:cNvPr id="35" name="object 39">
              <a:extLst>
                <a:ext uri="{FF2B5EF4-FFF2-40B4-BE49-F238E27FC236}">
                  <a16:creationId xmlns:a16="http://schemas.microsoft.com/office/drawing/2014/main" id="{9C4D2FEC-D131-86BE-4360-F682978DE777}"/>
                </a:ext>
              </a:extLst>
            </p:cNvPr>
            <p:cNvSpPr/>
            <p:nvPr userDrawn="1"/>
          </p:nvSpPr>
          <p:spPr>
            <a:xfrm>
              <a:off x="2519912" y="1630913"/>
              <a:ext cx="3333115" cy="25400"/>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FFFFFF"/>
            </a:solidFill>
          </p:spPr>
          <p:txBody>
            <a:bodyPr wrap="square" lIns="0" tIns="0" rIns="0" bIns="0" rtlCol="0"/>
            <a:lstStyle/>
            <a:p>
              <a:endParaRPr/>
            </a:p>
          </p:txBody>
        </p:sp>
        <p:pic>
          <p:nvPicPr>
            <p:cNvPr id="36" name="object 40">
              <a:extLst>
                <a:ext uri="{FF2B5EF4-FFF2-40B4-BE49-F238E27FC236}">
                  <a16:creationId xmlns:a16="http://schemas.microsoft.com/office/drawing/2014/main" id="{17631A82-A9F1-D963-83EB-67EB5AA4B831}"/>
                </a:ext>
              </a:extLst>
            </p:cNvPr>
            <p:cNvPicPr/>
            <p:nvPr userDrawn="1"/>
          </p:nvPicPr>
          <p:blipFill>
            <a:blip r:embed="rId13" cstate="print"/>
            <a:stretch>
              <a:fillRect/>
            </a:stretch>
          </p:blipFill>
          <p:spPr>
            <a:xfrm>
              <a:off x="873663" y="691082"/>
              <a:ext cx="1476939" cy="1713220"/>
            </a:xfrm>
            <a:prstGeom prst="rect">
              <a:avLst/>
            </a:prstGeom>
          </p:spPr>
        </p:pic>
      </p:grpSp>
      <p:sp>
        <p:nvSpPr>
          <p:cNvPr id="39" name="object 45">
            <a:extLst>
              <a:ext uri="{FF2B5EF4-FFF2-40B4-BE49-F238E27FC236}">
                <a16:creationId xmlns:a16="http://schemas.microsoft.com/office/drawing/2014/main" id="{0D215B6D-813A-CB36-071D-B5ACAD21D3CE}"/>
              </a:ext>
            </a:extLst>
          </p:cNvPr>
          <p:cNvSpPr txBox="1"/>
          <p:nvPr userDrawn="1"/>
        </p:nvSpPr>
        <p:spPr>
          <a:xfrm>
            <a:off x="11284513" y="10043598"/>
            <a:ext cx="2140017" cy="349519"/>
          </a:xfrm>
          <a:prstGeom prst="rect">
            <a:avLst/>
          </a:prstGeom>
        </p:spPr>
        <p:txBody>
          <a:bodyPr vert="horz" wrap="square" lIns="0" tIns="32388" rIns="0" bIns="0" rtlCol="0">
            <a:spAutoFit/>
          </a:bodyPr>
          <a:lstStyle/>
          <a:p>
            <a:pPr marL="9526">
              <a:lnSpc>
                <a:spcPct val="100000"/>
              </a:lnSpc>
              <a:spcBef>
                <a:spcPts val="255"/>
              </a:spcBef>
            </a:pPr>
            <a:r>
              <a:rPr sz="1988" b="1" spc="206" dirty="0">
                <a:solidFill>
                  <a:srgbClr val="FFFFFF"/>
                </a:solidFill>
                <a:latin typeface="Palatino Linotype"/>
                <a:cs typeface="Palatino Linotype"/>
              </a:rPr>
              <a:t>&gt;</a:t>
            </a:r>
            <a:r>
              <a:rPr sz="1988" b="1" spc="-90" dirty="0">
                <a:solidFill>
                  <a:srgbClr val="FFFFFF"/>
                </a:solidFill>
                <a:latin typeface="Palatino Linotype"/>
                <a:cs typeface="Palatino Linotype"/>
              </a:rPr>
              <a:t> </a:t>
            </a:r>
            <a:r>
              <a:rPr sz="1988" b="1" spc="-8" dirty="0">
                <a:solidFill>
                  <a:srgbClr val="FFFFFF"/>
                </a:solidFill>
                <a:latin typeface="Palatino Linotype"/>
                <a:cs typeface="Palatino Linotype"/>
                <a:hlinkClick r:id="rId14"/>
              </a:rPr>
              <a:t>www.mit.edu.au</a:t>
            </a:r>
            <a:endParaRPr sz="1988" dirty="0">
              <a:latin typeface="Palatino Linotype"/>
              <a:cs typeface="Palatino Linotype"/>
            </a:endParaRPr>
          </a:p>
        </p:txBody>
      </p:sp>
      <p:sp>
        <p:nvSpPr>
          <p:cNvPr id="38" name="Text Placeholder 57">
            <a:extLst>
              <a:ext uri="{FF2B5EF4-FFF2-40B4-BE49-F238E27FC236}">
                <a16:creationId xmlns:a16="http://schemas.microsoft.com/office/drawing/2014/main" id="{E696094C-F2C0-BAF7-DAD5-58185410E3BE}"/>
              </a:ext>
            </a:extLst>
          </p:cNvPr>
          <p:cNvSpPr>
            <a:spLocks noGrp="1"/>
          </p:cNvSpPr>
          <p:nvPr>
            <p:ph type="body" sz="quarter" idx="10" hasCustomPrompt="1"/>
          </p:nvPr>
        </p:nvSpPr>
        <p:spPr>
          <a:xfrm>
            <a:off x="1027619" y="7664454"/>
            <a:ext cx="3594875" cy="346249"/>
          </a:xfrm>
          <a:prstGeom prst="rect">
            <a:avLst/>
          </a:prstGeom>
        </p:spPr>
        <p:txBody>
          <a:bodyPr wrap="square" lIns="0" tIns="0" rIns="0" bIns="0">
            <a:spAutoFit/>
          </a:bodyPr>
          <a:lstStyle>
            <a:lvl1pPr>
              <a:defRPr lang="en-US" sz="2250" b="1" dirty="0">
                <a:solidFill>
                  <a:schemeClr val="bg1"/>
                </a:solidFill>
                <a:latin typeface="Playfair Display" pitchFamily="2" charset="0"/>
                <a:ea typeface="Roboto" panose="02000000000000000000" pitchFamily="2" charset="0"/>
                <a:cs typeface="+mn-cs"/>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marL="0" lvl="0"/>
            <a:r>
              <a:rPr lang="en-US" dirty="0"/>
              <a:t>Professor John Doe</a:t>
            </a:r>
          </a:p>
        </p:txBody>
      </p:sp>
      <p:sp>
        <p:nvSpPr>
          <p:cNvPr id="42" name="Text Placeholder 57">
            <a:extLst>
              <a:ext uri="{FF2B5EF4-FFF2-40B4-BE49-F238E27FC236}">
                <a16:creationId xmlns:a16="http://schemas.microsoft.com/office/drawing/2014/main" id="{04666183-F0CA-41F8-2422-78936D8EA832}"/>
              </a:ext>
            </a:extLst>
          </p:cNvPr>
          <p:cNvSpPr>
            <a:spLocks noGrp="1"/>
          </p:cNvSpPr>
          <p:nvPr>
            <p:ph type="body" sz="quarter" idx="11" hasCustomPrompt="1"/>
          </p:nvPr>
        </p:nvSpPr>
        <p:spPr>
          <a:xfrm>
            <a:off x="1027619" y="8383864"/>
            <a:ext cx="3594875" cy="253916"/>
          </a:xfrm>
          <a:prstGeom prst="rect">
            <a:avLst/>
          </a:prstGeom>
        </p:spPr>
        <p:txBody>
          <a:bodyPr wrap="square" lIns="0" tIns="0" rIns="0" bIns="0">
            <a:spAutoFit/>
          </a:bodyPr>
          <a:lstStyle>
            <a:lvl1pPr>
              <a:spcAft>
                <a:spcPts val="900"/>
              </a:spcAft>
              <a:defRPr lang="en-US" sz="165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marL="0" lvl="0">
              <a:spcAft>
                <a:spcPts val="150"/>
              </a:spcAft>
            </a:pPr>
            <a:r>
              <a:rPr lang="en-US" dirty="0"/>
              <a:t>T +612 8267 1400</a:t>
            </a:r>
          </a:p>
        </p:txBody>
      </p:sp>
      <p:sp>
        <p:nvSpPr>
          <p:cNvPr id="43" name="object 24">
            <a:extLst>
              <a:ext uri="{FF2B5EF4-FFF2-40B4-BE49-F238E27FC236}">
                <a16:creationId xmlns:a16="http://schemas.microsoft.com/office/drawing/2014/main" id="{D4BF6D17-BAA1-C923-6B96-0B7CB3DE9F8E}"/>
              </a:ext>
            </a:extLst>
          </p:cNvPr>
          <p:cNvSpPr txBox="1"/>
          <p:nvPr userDrawn="1"/>
        </p:nvSpPr>
        <p:spPr>
          <a:xfrm>
            <a:off x="1027619" y="10252212"/>
            <a:ext cx="3261983" cy="140423"/>
          </a:xfrm>
          <a:prstGeom prst="rect">
            <a:avLst/>
          </a:prstGeom>
        </p:spPr>
        <p:txBody>
          <a:bodyPr vert="horz" wrap="none" lIns="0" tIns="1905" rIns="0" bIns="0" rtlCol="0">
            <a:spAutoFit/>
          </a:bodyPr>
          <a:lstStyle/>
          <a:p>
            <a:pPr marL="9526">
              <a:lnSpc>
                <a:spcPct val="100000"/>
              </a:lnSpc>
              <a:spcBef>
                <a:spcPts val="203"/>
              </a:spcBef>
            </a:pPr>
            <a:r>
              <a:rPr sz="900" spc="49" dirty="0">
                <a:solidFill>
                  <a:schemeClr val="bg1"/>
                </a:solidFill>
                <a:latin typeface="Roboto" panose="02000000000000000000" pitchFamily="2" charset="0"/>
                <a:ea typeface="Roboto" panose="02000000000000000000" pitchFamily="2" charset="0"/>
                <a:cs typeface="Roboto" panose="02000000000000000000" pitchFamily="2" charset="0"/>
              </a:rPr>
              <a:t>©</a:t>
            </a:r>
            <a:r>
              <a:rPr sz="900" spc="79"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spc="41" dirty="0">
                <a:solidFill>
                  <a:schemeClr val="bg1"/>
                </a:solidFill>
                <a:latin typeface="Roboto" panose="02000000000000000000" pitchFamily="2" charset="0"/>
                <a:ea typeface="Roboto" panose="02000000000000000000" pitchFamily="2" charset="0"/>
                <a:cs typeface="Roboto" panose="02000000000000000000" pitchFamily="2" charset="0"/>
              </a:rPr>
              <a:t>202</a:t>
            </a:r>
            <a:r>
              <a:rPr lang="en-AU" sz="900" spc="41" dirty="0">
                <a:solidFill>
                  <a:schemeClr val="bg1"/>
                </a:solidFill>
                <a:latin typeface="Roboto" panose="02000000000000000000" pitchFamily="2" charset="0"/>
                <a:ea typeface="Roboto" panose="02000000000000000000" pitchFamily="2" charset="0"/>
                <a:cs typeface="Roboto" panose="02000000000000000000" pitchFamily="2" charset="0"/>
              </a:rPr>
              <a:t>4</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Melbourne</a:t>
            </a:r>
            <a:r>
              <a:rPr sz="900" spc="79"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Institute</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of</a:t>
            </a:r>
            <a:r>
              <a:rPr sz="900" spc="56"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Technology.</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All</a:t>
            </a:r>
            <a:r>
              <a:rPr sz="900" spc="83"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dirty="0">
                <a:solidFill>
                  <a:schemeClr val="bg1"/>
                </a:solidFill>
                <a:latin typeface="Roboto" panose="02000000000000000000" pitchFamily="2" charset="0"/>
                <a:ea typeface="Roboto" panose="02000000000000000000" pitchFamily="2" charset="0"/>
                <a:cs typeface="Roboto" panose="02000000000000000000" pitchFamily="2" charset="0"/>
              </a:rPr>
              <a:t>rights</a:t>
            </a:r>
            <a:r>
              <a:rPr sz="900" spc="79" dirty="0">
                <a:solidFill>
                  <a:schemeClr val="bg1"/>
                </a:solidFill>
                <a:latin typeface="Roboto" panose="02000000000000000000" pitchFamily="2" charset="0"/>
                <a:ea typeface="Roboto" panose="02000000000000000000" pitchFamily="2" charset="0"/>
                <a:cs typeface="Roboto" panose="02000000000000000000" pitchFamily="2" charset="0"/>
              </a:rPr>
              <a:t> </a:t>
            </a:r>
            <a:r>
              <a:rPr sz="900" spc="-8" dirty="0">
                <a:solidFill>
                  <a:schemeClr val="bg1"/>
                </a:solidFill>
                <a:latin typeface="Roboto" panose="02000000000000000000" pitchFamily="2" charset="0"/>
                <a:ea typeface="Roboto" panose="02000000000000000000" pitchFamily="2" charset="0"/>
                <a:cs typeface="Roboto" panose="02000000000000000000" pitchFamily="2" charset="0"/>
              </a:rPr>
              <a:t>reserved</a:t>
            </a:r>
            <a:endParaRPr sz="9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601269245"/>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3671264662"/>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37" name="object 2">
            <a:extLst>
              <a:ext uri="{FF2B5EF4-FFF2-40B4-BE49-F238E27FC236}">
                <a16:creationId xmlns:a16="http://schemas.microsoft.com/office/drawing/2014/main" id="{AA7BE95D-6DCA-C163-5E8C-E1539A66F6C4}"/>
              </a:ext>
            </a:extLst>
          </p:cNvPr>
          <p:cNvSpPr/>
          <p:nvPr userDrawn="1"/>
        </p:nvSpPr>
        <p:spPr>
          <a:xfrm>
            <a:off x="13146999" y="4549674"/>
            <a:ext cx="1932826" cy="702945"/>
          </a:xfrm>
          <a:custGeom>
            <a:avLst/>
            <a:gdLst/>
            <a:ahLst/>
            <a:cxnLst/>
            <a:rect l="l" t="t" r="r" b="b"/>
            <a:pathLst>
              <a:path w="2576830" h="702945">
                <a:moveTo>
                  <a:pt x="2576602" y="0"/>
                </a:moveTo>
                <a:lnTo>
                  <a:pt x="0" y="0"/>
                </a:lnTo>
                <a:lnTo>
                  <a:pt x="0" y="702795"/>
                </a:lnTo>
                <a:lnTo>
                  <a:pt x="2576602" y="702795"/>
                </a:lnTo>
                <a:lnTo>
                  <a:pt x="2576602" y="0"/>
                </a:lnTo>
                <a:close/>
              </a:path>
            </a:pathLst>
          </a:custGeom>
          <a:solidFill>
            <a:srgbClr val="60C0C4"/>
          </a:solidFill>
        </p:spPr>
        <p:txBody>
          <a:bodyPr wrap="square" lIns="0" tIns="0" rIns="0" bIns="0" rtlCol="0"/>
          <a:lstStyle/>
          <a:p>
            <a:endParaRPr/>
          </a:p>
        </p:txBody>
      </p:sp>
      <p:sp>
        <p:nvSpPr>
          <p:cNvPr id="38" name="object 3">
            <a:extLst>
              <a:ext uri="{FF2B5EF4-FFF2-40B4-BE49-F238E27FC236}">
                <a16:creationId xmlns:a16="http://schemas.microsoft.com/office/drawing/2014/main" id="{A5890EEC-6B24-BE01-A55C-7F1626000B46}"/>
              </a:ext>
            </a:extLst>
          </p:cNvPr>
          <p:cNvSpPr/>
          <p:nvPr userDrawn="1"/>
        </p:nvSpPr>
        <p:spPr>
          <a:xfrm>
            <a:off x="13146999" y="3087257"/>
            <a:ext cx="1932826" cy="820419"/>
          </a:xfrm>
          <a:custGeom>
            <a:avLst/>
            <a:gdLst/>
            <a:ahLst/>
            <a:cxnLst/>
            <a:rect l="l" t="t" r="r" b="b"/>
            <a:pathLst>
              <a:path w="2576830" h="820420">
                <a:moveTo>
                  <a:pt x="2576602" y="0"/>
                </a:moveTo>
                <a:lnTo>
                  <a:pt x="0" y="0"/>
                </a:lnTo>
                <a:lnTo>
                  <a:pt x="0" y="819901"/>
                </a:lnTo>
                <a:lnTo>
                  <a:pt x="2576602" y="819901"/>
                </a:lnTo>
                <a:lnTo>
                  <a:pt x="2576602" y="0"/>
                </a:lnTo>
                <a:close/>
              </a:path>
            </a:pathLst>
          </a:custGeom>
          <a:solidFill>
            <a:srgbClr val="60C0C4"/>
          </a:solidFill>
        </p:spPr>
        <p:txBody>
          <a:bodyPr wrap="square" lIns="0" tIns="0" rIns="0" bIns="0" rtlCol="0"/>
          <a:lstStyle/>
          <a:p>
            <a:endParaRPr/>
          </a:p>
        </p:txBody>
      </p:sp>
      <p:sp>
        <p:nvSpPr>
          <p:cNvPr id="39" name="object 4">
            <a:extLst>
              <a:ext uri="{FF2B5EF4-FFF2-40B4-BE49-F238E27FC236}">
                <a16:creationId xmlns:a16="http://schemas.microsoft.com/office/drawing/2014/main" id="{B3AE07DF-EC48-CFB0-A004-C011BFACD612}"/>
              </a:ext>
            </a:extLst>
          </p:cNvPr>
          <p:cNvSpPr/>
          <p:nvPr userDrawn="1"/>
        </p:nvSpPr>
        <p:spPr>
          <a:xfrm>
            <a:off x="13146999" y="1640129"/>
            <a:ext cx="1932826" cy="972819"/>
          </a:xfrm>
          <a:custGeom>
            <a:avLst/>
            <a:gdLst/>
            <a:ahLst/>
            <a:cxnLst/>
            <a:rect l="l" t="t" r="r" b="b"/>
            <a:pathLst>
              <a:path w="2576830" h="972819">
                <a:moveTo>
                  <a:pt x="2576602" y="0"/>
                </a:moveTo>
                <a:lnTo>
                  <a:pt x="0" y="0"/>
                </a:lnTo>
                <a:lnTo>
                  <a:pt x="0" y="972630"/>
                </a:lnTo>
                <a:lnTo>
                  <a:pt x="2576602" y="972630"/>
                </a:lnTo>
                <a:lnTo>
                  <a:pt x="2576602" y="0"/>
                </a:lnTo>
                <a:close/>
              </a:path>
            </a:pathLst>
          </a:custGeom>
          <a:solidFill>
            <a:srgbClr val="60C0C4"/>
          </a:solidFill>
        </p:spPr>
        <p:txBody>
          <a:bodyPr wrap="square" lIns="0" tIns="0" rIns="0" bIns="0" rtlCol="0"/>
          <a:lstStyle/>
          <a:p>
            <a:endParaRPr/>
          </a:p>
        </p:txBody>
      </p:sp>
      <p:sp>
        <p:nvSpPr>
          <p:cNvPr id="40" name="object 5">
            <a:extLst>
              <a:ext uri="{FF2B5EF4-FFF2-40B4-BE49-F238E27FC236}">
                <a16:creationId xmlns:a16="http://schemas.microsoft.com/office/drawing/2014/main" id="{63788526-9F5C-2314-48CD-9B553257D233}"/>
              </a:ext>
            </a:extLst>
          </p:cNvPr>
          <p:cNvSpPr/>
          <p:nvPr userDrawn="1"/>
        </p:nvSpPr>
        <p:spPr>
          <a:xfrm>
            <a:off x="13147000" y="1"/>
            <a:ext cx="1932826" cy="1228725"/>
          </a:xfrm>
          <a:custGeom>
            <a:avLst/>
            <a:gdLst/>
            <a:ahLst/>
            <a:cxnLst/>
            <a:rect l="l" t="t" r="r" b="b"/>
            <a:pathLst>
              <a:path w="2576830" h="1228725">
                <a:moveTo>
                  <a:pt x="2576602" y="0"/>
                </a:moveTo>
                <a:lnTo>
                  <a:pt x="0" y="0"/>
                </a:lnTo>
                <a:lnTo>
                  <a:pt x="0" y="1216392"/>
                </a:lnTo>
                <a:lnTo>
                  <a:pt x="2576602" y="1228255"/>
                </a:lnTo>
                <a:lnTo>
                  <a:pt x="2576602" y="0"/>
                </a:lnTo>
                <a:close/>
              </a:path>
            </a:pathLst>
          </a:custGeom>
          <a:solidFill>
            <a:srgbClr val="60C0C4"/>
          </a:solidFill>
        </p:spPr>
        <p:txBody>
          <a:bodyPr wrap="square" lIns="0" tIns="0" rIns="0" bIns="0" rtlCol="0"/>
          <a:lstStyle/>
          <a:p>
            <a:endParaRPr/>
          </a:p>
        </p:txBody>
      </p:sp>
      <p:sp>
        <p:nvSpPr>
          <p:cNvPr id="41" name="object 6">
            <a:extLst>
              <a:ext uri="{FF2B5EF4-FFF2-40B4-BE49-F238E27FC236}">
                <a16:creationId xmlns:a16="http://schemas.microsoft.com/office/drawing/2014/main" id="{63465EA9-DC73-3492-AC25-0D82B7122439}"/>
              </a:ext>
            </a:extLst>
          </p:cNvPr>
          <p:cNvSpPr/>
          <p:nvPr userDrawn="1"/>
        </p:nvSpPr>
        <p:spPr>
          <a:xfrm>
            <a:off x="11294039" y="3778900"/>
            <a:ext cx="1853284" cy="1122680"/>
          </a:xfrm>
          <a:custGeom>
            <a:avLst/>
            <a:gdLst/>
            <a:ahLst/>
            <a:cxnLst/>
            <a:rect l="l" t="t" r="r" b="b"/>
            <a:pathLst>
              <a:path w="2470784" h="1122679">
                <a:moveTo>
                  <a:pt x="2470354" y="0"/>
                </a:moveTo>
                <a:lnTo>
                  <a:pt x="0" y="0"/>
                </a:lnTo>
                <a:lnTo>
                  <a:pt x="0" y="1122164"/>
                </a:lnTo>
                <a:lnTo>
                  <a:pt x="2470354" y="1122164"/>
                </a:lnTo>
                <a:lnTo>
                  <a:pt x="2470354" y="0"/>
                </a:lnTo>
                <a:close/>
              </a:path>
            </a:pathLst>
          </a:custGeom>
          <a:solidFill>
            <a:srgbClr val="60C0C4"/>
          </a:solidFill>
        </p:spPr>
        <p:txBody>
          <a:bodyPr wrap="square" lIns="0" tIns="0" rIns="0" bIns="0" rtlCol="0"/>
          <a:lstStyle/>
          <a:p>
            <a:endParaRPr/>
          </a:p>
        </p:txBody>
      </p:sp>
      <p:sp>
        <p:nvSpPr>
          <p:cNvPr id="42" name="object 7">
            <a:extLst>
              <a:ext uri="{FF2B5EF4-FFF2-40B4-BE49-F238E27FC236}">
                <a16:creationId xmlns:a16="http://schemas.microsoft.com/office/drawing/2014/main" id="{B81521D3-E3A5-4348-6B51-7DCBB6423D26}"/>
              </a:ext>
            </a:extLst>
          </p:cNvPr>
          <p:cNvSpPr/>
          <p:nvPr userDrawn="1"/>
        </p:nvSpPr>
        <p:spPr>
          <a:xfrm>
            <a:off x="11294039" y="2341144"/>
            <a:ext cx="1853284" cy="1003935"/>
          </a:xfrm>
          <a:custGeom>
            <a:avLst/>
            <a:gdLst/>
            <a:ahLst/>
            <a:cxnLst/>
            <a:rect l="l" t="t" r="r" b="b"/>
            <a:pathLst>
              <a:path w="2470784" h="1003935">
                <a:moveTo>
                  <a:pt x="2470354" y="0"/>
                </a:moveTo>
                <a:lnTo>
                  <a:pt x="0" y="0"/>
                </a:lnTo>
                <a:lnTo>
                  <a:pt x="0" y="1003445"/>
                </a:lnTo>
                <a:lnTo>
                  <a:pt x="2470354" y="1003445"/>
                </a:lnTo>
                <a:lnTo>
                  <a:pt x="2470354" y="0"/>
                </a:lnTo>
                <a:close/>
              </a:path>
            </a:pathLst>
          </a:custGeom>
          <a:solidFill>
            <a:srgbClr val="60C0C4"/>
          </a:solidFill>
        </p:spPr>
        <p:txBody>
          <a:bodyPr wrap="square" lIns="0" tIns="0" rIns="0" bIns="0" rtlCol="0"/>
          <a:lstStyle/>
          <a:p>
            <a:endParaRPr/>
          </a:p>
        </p:txBody>
      </p:sp>
      <p:sp>
        <p:nvSpPr>
          <p:cNvPr id="43" name="object 8">
            <a:extLst>
              <a:ext uri="{FF2B5EF4-FFF2-40B4-BE49-F238E27FC236}">
                <a16:creationId xmlns:a16="http://schemas.microsoft.com/office/drawing/2014/main" id="{4881C597-906C-1CFD-F885-1535C4F4B330}"/>
              </a:ext>
            </a:extLst>
          </p:cNvPr>
          <p:cNvSpPr/>
          <p:nvPr userDrawn="1"/>
        </p:nvSpPr>
        <p:spPr>
          <a:xfrm>
            <a:off x="11294039" y="872067"/>
            <a:ext cx="1853284" cy="886460"/>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rgbClr val="DB002E"/>
          </a:solidFill>
        </p:spPr>
        <p:txBody>
          <a:bodyPr wrap="square" lIns="0" tIns="0" rIns="0" bIns="0" rtlCol="0"/>
          <a:lstStyle/>
          <a:p>
            <a:endParaRPr/>
          </a:p>
        </p:txBody>
      </p:sp>
      <p:sp>
        <p:nvSpPr>
          <p:cNvPr id="44" name="object 9">
            <a:extLst>
              <a:ext uri="{FF2B5EF4-FFF2-40B4-BE49-F238E27FC236}">
                <a16:creationId xmlns:a16="http://schemas.microsoft.com/office/drawing/2014/main" id="{A8034A52-1F4B-EA27-E8D0-11073050292F}"/>
              </a:ext>
            </a:extLst>
          </p:cNvPr>
          <p:cNvSpPr/>
          <p:nvPr userDrawn="1"/>
        </p:nvSpPr>
        <p:spPr>
          <a:xfrm>
            <a:off x="2768409" y="1079112"/>
            <a:ext cx="504878" cy="445134"/>
          </a:xfrm>
          <a:custGeom>
            <a:avLst/>
            <a:gdLst/>
            <a:ahLst/>
            <a:cxnLst/>
            <a:rect l="l" t="t" r="r" b="b"/>
            <a:pathLst>
              <a:path w="673100" h="445134">
                <a:moveTo>
                  <a:pt x="278650" y="318503"/>
                </a:moveTo>
                <a:lnTo>
                  <a:pt x="269214" y="267081"/>
                </a:lnTo>
                <a:lnTo>
                  <a:pt x="246316" y="235445"/>
                </a:lnTo>
                <a:lnTo>
                  <a:pt x="245643" y="234505"/>
                </a:lnTo>
                <a:lnTo>
                  <a:pt x="215087" y="216458"/>
                </a:lnTo>
                <a:lnTo>
                  <a:pt x="203619" y="213499"/>
                </a:lnTo>
                <a:lnTo>
                  <a:pt x="203619" y="312254"/>
                </a:lnTo>
                <a:lnTo>
                  <a:pt x="194703" y="350901"/>
                </a:lnTo>
                <a:lnTo>
                  <a:pt x="171475" y="373227"/>
                </a:lnTo>
                <a:lnTo>
                  <a:pt x="139255" y="383489"/>
                </a:lnTo>
                <a:lnTo>
                  <a:pt x="103365" y="385965"/>
                </a:lnTo>
                <a:lnTo>
                  <a:pt x="73736" y="385965"/>
                </a:lnTo>
                <a:lnTo>
                  <a:pt x="73736" y="235445"/>
                </a:lnTo>
                <a:lnTo>
                  <a:pt x="103365" y="235445"/>
                </a:lnTo>
                <a:lnTo>
                  <a:pt x="144830" y="239458"/>
                </a:lnTo>
                <a:lnTo>
                  <a:pt x="176428" y="252539"/>
                </a:lnTo>
                <a:lnTo>
                  <a:pt x="196557" y="276275"/>
                </a:lnTo>
                <a:lnTo>
                  <a:pt x="203619" y="312254"/>
                </a:lnTo>
                <a:lnTo>
                  <a:pt x="203619" y="213499"/>
                </a:lnTo>
                <a:lnTo>
                  <a:pt x="184696" y="208584"/>
                </a:lnTo>
                <a:lnTo>
                  <a:pt x="184696" y="207352"/>
                </a:lnTo>
                <a:lnTo>
                  <a:pt x="206679" y="197434"/>
                </a:lnTo>
                <a:lnTo>
                  <a:pt x="225704" y="183591"/>
                </a:lnTo>
                <a:lnTo>
                  <a:pt x="230428" y="180162"/>
                </a:lnTo>
                <a:lnTo>
                  <a:pt x="249440" y="151638"/>
                </a:lnTo>
                <a:lnTo>
                  <a:pt x="257225" y="108026"/>
                </a:lnTo>
                <a:lnTo>
                  <a:pt x="245364" y="58699"/>
                </a:lnTo>
                <a:lnTo>
                  <a:pt x="244563" y="55346"/>
                </a:lnTo>
                <a:lnTo>
                  <a:pt x="213169" y="24676"/>
                </a:lnTo>
                <a:lnTo>
                  <a:pt x="182194" y="13690"/>
                </a:lnTo>
                <a:lnTo>
                  <a:pt x="182194" y="120523"/>
                </a:lnTo>
                <a:lnTo>
                  <a:pt x="176174" y="153822"/>
                </a:lnTo>
                <a:lnTo>
                  <a:pt x="159575" y="172897"/>
                </a:lnTo>
                <a:lnTo>
                  <a:pt x="134569" y="181546"/>
                </a:lnTo>
                <a:lnTo>
                  <a:pt x="103365" y="183591"/>
                </a:lnTo>
                <a:lnTo>
                  <a:pt x="73736" y="183591"/>
                </a:lnTo>
                <a:lnTo>
                  <a:pt x="73736" y="58699"/>
                </a:lnTo>
                <a:lnTo>
                  <a:pt x="103365" y="58699"/>
                </a:lnTo>
                <a:lnTo>
                  <a:pt x="135369" y="60794"/>
                </a:lnTo>
                <a:lnTo>
                  <a:pt x="160274" y="69456"/>
                </a:lnTo>
                <a:lnTo>
                  <a:pt x="176428" y="88201"/>
                </a:lnTo>
                <a:lnTo>
                  <a:pt x="182194" y="120523"/>
                </a:lnTo>
                <a:lnTo>
                  <a:pt x="182194" y="13690"/>
                </a:lnTo>
                <a:lnTo>
                  <a:pt x="172910" y="10388"/>
                </a:lnTo>
                <a:lnTo>
                  <a:pt x="133642" y="6870"/>
                </a:lnTo>
                <a:lnTo>
                  <a:pt x="0" y="6870"/>
                </a:lnTo>
                <a:lnTo>
                  <a:pt x="0" y="437781"/>
                </a:lnTo>
                <a:lnTo>
                  <a:pt x="133642" y="437781"/>
                </a:lnTo>
                <a:lnTo>
                  <a:pt x="172935" y="435571"/>
                </a:lnTo>
                <a:lnTo>
                  <a:pt x="211924" y="426364"/>
                </a:lnTo>
                <a:lnTo>
                  <a:pt x="245770" y="406349"/>
                </a:lnTo>
                <a:lnTo>
                  <a:pt x="269633" y="371678"/>
                </a:lnTo>
                <a:lnTo>
                  <a:pt x="278650" y="318503"/>
                </a:lnTo>
                <a:close/>
              </a:path>
              <a:path w="673100" h="445134">
                <a:moveTo>
                  <a:pt x="672668" y="222326"/>
                </a:moveTo>
                <a:lnTo>
                  <a:pt x="670039" y="170484"/>
                </a:lnTo>
                <a:lnTo>
                  <a:pt x="661504" y="123355"/>
                </a:lnTo>
                <a:lnTo>
                  <a:pt x="646112" y="82130"/>
                </a:lnTo>
                <a:lnTo>
                  <a:pt x="625513" y="51828"/>
                </a:lnTo>
                <a:lnTo>
                  <a:pt x="622909" y="47980"/>
                </a:lnTo>
                <a:lnTo>
                  <a:pt x="591324" y="22453"/>
                </a:lnTo>
                <a:lnTo>
                  <a:pt x="591324" y="222326"/>
                </a:lnTo>
                <a:lnTo>
                  <a:pt x="588632" y="275310"/>
                </a:lnTo>
                <a:lnTo>
                  <a:pt x="579462" y="321995"/>
                </a:lnTo>
                <a:lnTo>
                  <a:pt x="562190" y="359244"/>
                </a:lnTo>
                <a:lnTo>
                  <a:pt x="535165" y="383908"/>
                </a:lnTo>
                <a:lnTo>
                  <a:pt x="496785" y="392823"/>
                </a:lnTo>
                <a:lnTo>
                  <a:pt x="458127" y="383908"/>
                </a:lnTo>
                <a:lnTo>
                  <a:pt x="431076" y="359244"/>
                </a:lnTo>
                <a:lnTo>
                  <a:pt x="413880" y="321995"/>
                </a:lnTo>
                <a:lnTo>
                  <a:pt x="404825" y="275310"/>
                </a:lnTo>
                <a:lnTo>
                  <a:pt x="402196" y="222326"/>
                </a:lnTo>
                <a:lnTo>
                  <a:pt x="404825" y="169341"/>
                </a:lnTo>
                <a:lnTo>
                  <a:pt x="413880" y="122656"/>
                </a:lnTo>
                <a:lnTo>
                  <a:pt x="431076" y="85407"/>
                </a:lnTo>
                <a:lnTo>
                  <a:pt x="458127" y="60744"/>
                </a:lnTo>
                <a:lnTo>
                  <a:pt x="496785" y="51828"/>
                </a:lnTo>
                <a:lnTo>
                  <a:pt x="535165" y="60744"/>
                </a:lnTo>
                <a:lnTo>
                  <a:pt x="562190" y="85407"/>
                </a:lnTo>
                <a:lnTo>
                  <a:pt x="579462" y="122656"/>
                </a:lnTo>
                <a:lnTo>
                  <a:pt x="588632" y="169341"/>
                </a:lnTo>
                <a:lnTo>
                  <a:pt x="591324" y="222326"/>
                </a:lnTo>
                <a:lnTo>
                  <a:pt x="591324" y="22453"/>
                </a:lnTo>
                <a:lnTo>
                  <a:pt x="590918" y="22123"/>
                </a:lnTo>
                <a:lnTo>
                  <a:pt x="549198" y="5727"/>
                </a:lnTo>
                <a:lnTo>
                  <a:pt x="496785" y="0"/>
                </a:lnTo>
                <a:lnTo>
                  <a:pt x="444169" y="5727"/>
                </a:lnTo>
                <a:lnTo>
                  <a:pt x="402361" y="22123"/>
                </a:lnTo>
                <a:lnTo>
                  <a:pt x="370382" y="47980"/>
                </a:lnTo>
                <a:lnTo>
                  <a:pt x="347230" y="82130"/>
                </a:lnTo>
                <a:lnTo>
                  <a:pt x="331914" y="123355"/>
                </a:lnTo>
                <a:lnTo>
                  <a:pt x="323456" y="170484"/>
                </a:lnTo>
                <a:lnTo>
                  <a:pt x="320865" y="222326"/>
                </a:lnTo>
                <a:lnTo>
                  <a:pt x="323456" y="274167"/>
                </a:lnTo>
                <a:lnTo>
                  <a:pt x="331914" y="321297"/>
                </a:lnTo>
                <a:lnTo>
                  <a:pt x="347230" y="362521"/>
                </a:lnTo>
                <a:lnTo>
                  <a:pt x="370382" y="396671"/>
                </a:lnTo>
                <a:lnTo>
                  <a:pt x="402361" y="422529"/>
                </a:lnTo>
                <a:lnTo>
                  <a:pt x="444169" y="438924"/>
                </a:lnTo>
                <a:lnTo>
                  <a:pt x="496785" y="444652"/>
                </a:lnTo>
                <a:lnTo>
                  <a:pt x="549198" y="438924"/>
                </a:lnTo>
                <a:lnTo>
                  <a:pt x="590918" y="422529"/>
                </a:lnTo>
                <a:lnTo>
                  <a:pt x="622909" y="396671"/>
                </a:lnTo>
                <a:lnTo>
                  <a:pt x="625513" y="392823"/>
                </a:lnTo>
                <a:lnTo>
                  <a:pt x="646112" y="362521"/>
                </a:lnTo>
                <a:lnTo>
                  <a:pt x="661504" y="321297"/>
                </a:lnTo>
                <a:lnTo>
                  <a:pt x="670039" y="274167"/>
                </a:lnTo>
                <a:lnTo>
                  <a:pt x="672668" y="222326"/>
                </a:lnTo>
                <a:close/>
              </a:path>
            </a:pathLst>
          </a:custGeom>
          <a:solidFill>
            <a:srgbClr val="E31837"/>
          </a:solidFill>
        </p:spPr>
        <p:txBody>
          <a:bodyPr wrap="square" lIns="0" tIns="0" rIns="0" bIns="0" rtlCol="0"/>
          <a:lstStyle/>
          <a:p>
            <a:endParaRPr/>
          </a:p>
        </p:txBody>
      </p:sp>
      <p:sp>
        <p:nvSpPr>
          <p:cNvPr id="45" name="object 10">
            <a:extLst>
              <a:ext uri="{FF2B5EF4-FFF2-40B4-BE49-F238E27FC236}">
                <a16:creationId xmlns:a16="http://schemas.microsoft.com/office/drawing/2014/main" id="{C6B02596-B104-E63F-3F32-82A2881CDEDC}"/>
              </a:ext>
            </a:extLst>
          </p:cNvPr>
          <p:cNvSpPr/>
          <p:nvPr userDrawn="1"/>
        </p:nvSpPr>
        <p:spPr>
          <a:xfrm>
            <a:off x="1892173" y="1085986"/>
            <a:ext cx="333886" cy="431165"/>
          </a:xfrm>
          <a:custGeom>
            <a:avLst/>
            <a:gdLst/>
            <a:ahLst/>
            <a:cxnLst/>
            <a:rect l="l" t="t" r="r" b="b"/>
            <a:pathLst>
              <a:path w="445135" h="431165">
                <a:moveTo>
                  <a:pt x="445064" y="0"/>
                </a:moveTo>
                <a:lnTo>
                  <a:pt x="344837" y="0"/>
                </a:lnTo>
                <a:lnTo>
                  <a:pt x="223176" y="344115"/>
                </a:lnTo>
                <a:lnTo>
                  <a:pt x="221888" y="344115"/>
                </a:lnTo>
                <a:lnTo>
                  <a:pt x="100855" y="0"/>
                </a:lnTo>
                <a:lnTo>
                  <a:pt x="0" y="0"/>
                </a:lnTo>
                <a:lnTo>
                  <a:pt x="0" y="430897"/>
                </a:lnTo>
                <a:lnTo>
                  <a:pt x="67432" y="430897"/>
                </a:lnTo>
                <a:lnTo>
                  <a:pt x="67432" y="91169"/>
                </a:lnTo>
                <a:lnTo>
                  <a:pt x="68720" y="91169"/>
                </a:lnTo>
                <a:lnTo>
                  <a:pt x="188507" y="430897"/>
                </a:lnTo>
                <a:lnTo>
                  <a:pt x="256557" y="430897"/>
                </a:lnTo>
                <a:lnTo>
                  <a:pt x="376375" y="91169"/>
                </a:lnTo>
                <a:lnTo>
                  <a:pt x="377632" y="91169"/>
                </a:lnTo>
                <a:lnTo>
                  <a:pt x="377632" y="430897"/>
                </a:lnTo>
                <a:lnTo>
                  <a:pt x="445064" y="430897"/>
                </a:lnTo>
                <a:lnTo>
                  <a:pt x="445064" y="0"/>
                </a:lnTo>
                <a:close/>
              </a:path>
            </a:pathLst>
          </a:custGeom>
          <a:solidFill>
            <a:srgbClr val="E31837"/>
          </a:solidFill>
        </p:spPr>
        <p:txBody>
          <a:bodyPr wrap="square" lIns="0" tIns="0" rIns="0" bIns="0" rtlCol="0"/>
          <a:lstStyle/>
          <a:p>
            <a:endParaRPr/>
          </a:p>
        </p:txBody>
      </p:sp>
      <p:sp>
        <p:nvSpPr>
          <p:cNvPr id="46" name="object 11">
            <a:extLst>
              <a:ext uri="{FF2B5EF4-FFF2-40B4-BE49-F238E27FC236}">
                <a16:creationId xmlns:a16="http://schemas.microsoft.com/office/drawing/2014/main" id="{F77CF4D1-F51F-B9D1-81B9-E5745ED2672D}"/>
              </a:ext>
            </a:extLst>
          </p:cNvPr>
          <p:cNvSpPr/>
          <p:nvPr userDrawn="1"/>
        </p:nvSpPr>
        <p:spPr>
          <a:xfrm>
            <a:off x="2541433" y="1085385"/>
            <a:ext cx="183852" cy="431800"/>
          </a:xfrm>
          <a:custGeom>
            <a:avLst/>
            <a:gdLst/>
            <a:ahLst/>
            <a:cxnLst/>
            <a:rect l="l" t="t" r="r" b="b"/>
            <a:pathLst>
              <a:path w="245110" h="431800">
                <a:moveTo>
                  <a:pt x="244614" y="375920"/>
                </a:moveTo>
                <a:lnTo>
                  <a:pt x="73736" y="375920"/>
                </a:lnTo>
                <a:lnTo>
                  <a:pt x="73736" y="0"/>
                </a:lnTo>
                <a:lnTo>
                  <a:pt x="0" y="0"/>
                </a:lnTo>
                <a:lnTo>
                  <a:pt x="0" y="375920"/>
                </a:lnTo>
                <a:lnTo>
                  <a:pt x="0" y="431800"/>
                </a:lnTo>
                <a:lnTo>
                  <a:pt x="244614" y="431800"/>
                </a:lnTo>
                <a:lnTo>
                  <a:pt x="244614" y="375920"/>
                </a:lnTo>
                <a:close/>
              </a:path>
            </a:pathLst>
          </a:custGeom>
          <a:solidFill>
            <a:srgbClr val="E31837"/>
          </a:solidFill>
        </p:spPr>
        <p:txBody>
          <a:bodyPr wrap="square" lIns="0" tIns="0" rIns="0" bIns="0" rtlCol="0"/>
          <a:lstStyle/>
          <a:p>
            <a:endParaRPr/>
          </a:p>
        </p:txBody>
      </p:sp>
      <p:sp>
        <p:nvSpPr>
          <p:cNvPr id="47" name="object 12">
            <a:extLst>
              <a:ext uri="{FF2B5EF4-FFF2-40B4-BE49-F238E27FC236}">
                <a16:creationId xmlns:a16="http://schemas.microsoft.com/office/drawing/2014/main" id="{0BB4F3E1-349F-8BFF-62C0-80D700663AE8}"/>
              </a:ext>
            </a:extLst>
          </p:cNvPr>
          <p:cNvSpPr/>
          <p:nvPr userDrawn="1"/>
        </p:nvSpPr>
        <p:spPr>
          <a:xfrm>
            <a:off x="2295510" y="1085385"/>
            <a:ext cx="194807" cy="431800"/>
          </a:xfrm>
          <a:custGeom>
            <a:avLst/>
            <a:gdLst/>
            <a:ahLst/>
            <a:cxnLst/>
            <a:rect l="l" t="t" r="r" b="b"/>
            <a:pathLst>
              <a:path w="259714" h="431800">
                <a:moveTo>
                  <a:pt x="259143" y="375920"/>
                </a:moveTo>
                <a:lnTo>
                  <a:pt x="73774" y="375920"/>
                </a:lnTo>
                <a:lnTo>
                  <a:pt x="73774" y="236220"/>
                </a:lnTo>
                <a:lnTo>
                  <a:pt x="244640" y="236220"/>
                </a:lnTo>
                <a:lnTo>
                  <a:pt x="244640" y="180340"/>
                </a:lnTo>
                <a:lnTo>
                  <a:pt x="73774" y="180340"/>
                </a:lnTo>
                <a:lnTo>
                  <a:pt x="73774" y="55880"/>
                </a:lnTo>
                <a:lnTo>
                  <a:pt x="254088" y="55880"/>
                </a:lnTo>
                <a:lnTo>
                  <a:pt x="254088" y="0"/>
                </a:lnTo>
                <a:lnTo>
                  <a:pt x="0" y="0"/>
                </a:lnTo>
                <a:lnTo>
                  <a:pt x="0" y="55880"/>
                </a:lnTo>
                <a:lnTo>
                  <a:pt x="0" y="180340"/>
                </a:lnTo>
                <a:lnTo>
                  <a:pt x="0" y="236220"/>
                </a:lnTo>
                <a:lnTo>
                  <a:pt x="0" y="375920"/>
                </a:lnTo>
                <a:lnTo>
                  <a:pt x="0" y="431800"/>
                </a:lnTo>
                <a:lnTo>
                  <a:pt x="259143" y="431800"/>
                </a:lnTo>
                <a:lnTo>
                  <a:pt x="259143" y="375920"/>
                </a:lnTo>
                <a:close/>
              </a:path>
            </a:pathLst>
          </a:custGeom>
          <a:solidFill>
            <a:srgbClr val="E31837"/>
          </a:solidFill>
        </p:spPr>
        <p:txBody>
          <a:bodyPr wrap="square" lIns="0" tIns="0" rIns="0" bIns="0" rtlCol="0"/>
          <a:lstStyle/>
          <a:p>
            <a:endParaRPr/>
          </a:p>
        </p:txBody>
      </p:sp>
      <p:sp>
        <p:nvSpPr>
          <p:cNvPr id="48" name="object 13">
            <a:extLst>
              <a:ext uri="{FF2B5EF4-FFF2-40B4-BE49-F238E27FC236}">
                <a16:creationId xmlns:a16="http://schemas.microsoft.com/office/drawing/2014/main" id="{7027AD7E-7AAF-F0EB-9466-9F08A7BFA6D7}"/>
              </a:ext>
            </a:extLst>
          </p:cNvPr>
          <p:cNvSpPr/>
          <p:nvPr userDrawn="1"/>
        </p:nvSpPr>
        <p:spPr>
          <a:xfrm>
            <a:off x="4196490" y="1085385"/>
            <a:ext cx="194330" cy="431800"/>
          </a:xfrm>
          <a:custGeom>
            <a:avLst/>
            <a:gdLst/>
            <a:ahLst/>
            <a:cxnLst/>
            <a:rect l="l" t="t" r="r" b="b"/>
            <a:pathLst>
              <a:path w="259079" h="431800">
                <a:moveTo>
                  <a:pt x="259067" y="375920"/>
                </a:moveTo>
                <a:lnTo>
                  <a:pt x="73736" y="375920"/>
                </a:lnTo>
                <a:lnTo>
                  <a:pt x="73736" y="236220"/>
                </a:lnTo>
                <a:lnTo>
                  <a:pt x="244614" y="236220"/>
                </a:lnTo>
                <a:lnTo>
                  <a:pt x="244614" y="180340"/>
                </a:lnTo>
                <a:lnTo>
                  <a:pt x="73736" y="180340"/>
                </a:lnTo>
                <a:lnTo>
                  <a:pt x="73736" y="55880"/>
                </a:lnTo>
                <a:lnTo>
                  <a:pt x="254050" y="55880"/>
                </a:lnTo>
                <a:lnTo>
                  <a:pt x="254050" y="0"/>
                </a:lnTo>
                <a:lnTo>
                  <a:pt x="0" y="0"/>
                </a:lnTo>
                <a:lnTo>
                  <a:pt x="0" y="55880"/>
                </a:lnTo>
                <a:lnTo>
                  <a:pt x="0" y="180340"/>
                </a:lnTo>
                <a:lnTo>
                  <a:pt x="0" y="236220"/>
                </a:lnTo>
                <a:lnTo>
                  <a:pt x="0" y="375920"/>
                </a:lnTo>
                <a:lnTo>
                  <a:pt x="0" y="431800"/>
                </a:lnTo>
                <a:lnTo>
                  <a:pt x="259067" y="431800"/>
                </a:lnTo>
                <a:lnTo>
                  <a:pt x="259067" y="375920"/>
                </a:lnTo>
                <a:close/>
              </a:path>
            </a:pathLst>
          </a:custGeom>
          <a:solidFill>
            <a:srgbClr val="E31837"/>
          </a:solidFill>
        </p:spPr>
        <p:txBody>
          <a:bodyPr wrap="square" lIns="0" tIns="0" rIns="0" bIns="0" rtlCol="0"/>
          <a:lstStyle/>
          <a:p>
            <a:endParaRPr/>
          </a:p>
        </p:txBody>
      </p:sp>
      <p:sp>
        <p:nvSpPr>
          <p:cNvPr id="49" name="object 14">
            <a:extLst>
              <a:ext uri="{FF2B5EF4-FFF2-40B4-BE49-F238E27FC236}">
                <a16:creationId xmlns:a16="http://schemas.microsoft.com/office/drawing/2014/main" id="{18999DCB-81A1-85C5-D808-1675A103B705}"/>
              </a:ext>
            </a:extLst>
          </p:cNvPr>
          <p:cNvSpPr/>
          <p:nvPr userDrawn="1"/>
        </p:nvSpPr>
        <p:spPr>
          <a:xfrm>
            <a:off x="3881086" y="1085987"/>
            <a:ext cx="245771" cy="431165"/>
          </a:xfrm>
          <a:custGeom>
            <a:avLst/>
            <a:gdLst/>
            <a:ahLst/>
            <a:cxnLst/>
            <a:rect l="l" t="t" r="r" b="b"/>
            <a:pathLst>
              <a:path w="327660" h="431165">
                <a:moveTo>
                  <a:pt x="327204" y="0"/>
                </a:moveTo>
                <a:lnTo>
                  <a:pt x="259740" y="0"/>
                </a:lnTo>
                <a:lnTo>
                  <a:pt x="259740" y="317257"/>
                </a:lnTo>
                <a:lnTo>
                  <a:pt x="258484" y="317257"/>
                </a:lnTo>
                <a:lnTo>
                  <a:pt x="90782" y="0"/>
                </a:lnTo>
                <a:lnTo>
                  <a:pt x="0" y="0"/>
                </a:lnTo>
                <a:lnTo>
                  <a:pt x="0" y="430897"/>
                </a:lnTo>
                <a:lnTo>
                  <a:pt x="67432" y="430897"/>
                </a:lnTo>
                <a:lnTo>
                  <a:pt x="67432" y="98038"/>
                </a:lnTo>
                <a:lnTo>
                  <a:pt x="68730" y="98038"/>
                </a:lnTo>
                <a:lnTo>
                  <a:pt x="244568" y="430897"/>
                </a:lnTo>
                <a:lnTo>
                  <a:pt x="327204" y="430897"/>
                </a:lnTo>
                <a:lnTo>
                  <a:pt x="327204" y="0"/>
                </a:lnTo>
                <a:close/>
              </a:path>
            </a:pathLst>
          </a:custGeom>
          <a:solidFill>
            <a:srgbClr val="E31837"/>
          </a:solidFill>
        </p:spPr>
        <p:txBody>
          <a:bodyPr wrap="square" lIns="0" tIns="0" rIns="0" bIns="0" rtlCol="0"/>
          <a:lstStyle/>
          <a:p>
            <a:endParaRPr/>
          </a:p>
        </p:txBody>
      </p:sp>
      <p:sp>
        <p:nvSpPr>
          <p:cNvPr id="50" name="object 15">
            <a:extLst>
              <a:ext uri="{FF2B5EF4-FFF2-40B4-BE49-F238E27FC236}">
                <a16:creationId xmlns:a16="http://schemas.microsoft.com/office/drawing/2014/main" id="{68648315-7DDE-F34D-1ABA-3B5AEA6C5CD7}"/>
              </a:ext>
            </a:extLst>
          </p:cNvPr>
          <p:cNvSpPr/>
          <p:nvPr userDrawn="1"/>
        </p:nvSpPr>
        <p:spPr>
          <a:xfrm>
            <a:off x="3617228" y="1085985"/>
            <a:ext cx="217193" cy="431165"/>
          </a:xfrm>
          <a:custGeom>
            <a:avLst/>
            <a:gdLst/>
            <a:ahLst/>
            <a:cxnLst/>
            <a:rect l="l" t="t" r="r" b="b"/>
            <a:pathLst>
              <a:path w="289560" h="431165">
                <a:moveTo>
                  <a:pt x="131776" y="0"/>
                </a:moveTo>
                <a:lnTo>
                  <a:pt x="0" y="0"/>
                </a:lnTo>
                <a:lnTo>
                  <a:pt x="0" y="430897"/>
                </a:lnTo>
                <a:lnTo>
                  <a:pt x="73704" y="430897"/>
                </a:lnTo>
                <a:lnTo>
                  <a:pt x="73704" y="246034"/>
                </a:lnTo>
                <a:lnTo>
                  <a:pt x="239273" y="246034"/>
                </a:lnTo>
                <a:lnTo>
                  <a:pt x="221552" y="228242"/>
                </a:lnTo>
                <a:lnTo>
                  <a:pt x="185334" y="214202"/>
                </a:lnTo>
                <a:lnTo>
                  <a:pt x="185334" y="212967"/>
                </a:lnTo>
                <a:lnTo>
                  <a:pt x="217702" y="202435"/>
                </a:lnTo>
                <a:lnTo>
                  <a:pt x="230371" y="194213"/>
                </a:lnTo>
                <a:lnTo>
                  <a:pt x="73704" y="194213"/>
                </a:lnTo>
                <a:lnTo>
                  <a:pt x="73704" y="51809"/>
                </a:lnTo>
                <a:lnTo>
                  <a:pt x="254897" y="51809"/>
                </a:lnTo>
                <a:lnTo>
                  <a:pt x="246033" y="36820"/>
                </a:lnTo>
                <a:lnTo>
                  <a:pt x="216416" y="15505"/>
                </a:lnTo>
                <a:lnTo>
                  <a:pt x="177785" y="3661"/>
                </a:lnTo>
                <a:lnTo>
                  <a:pt x="131776" y="0"/>
                </a:lnTo>
                <a:close/>
              </a:path>
              <a:path w="289560" h="431165">
                <a:moveTo>
                  <a:pt x="239273" y="246034"/>
                </a:moveTo>
                <a:lnTo>
                  <a:pt x="102740" y="246034"/>
                </a:lnTo>
                <a:lnTo>
                  <a:pt x="143356" y="250721"/>
                </a:lnTo>
                <a:lnTo>
                  <a:pt x="168070" y="266186"/>
                </a:lnTo>
                <a:lnTo>
                  <a:pt x="182972" y="294533"/>
                </a:lnTo>
                <a:lnTo>
                  <a:pt x="194151" y="337864"/>
                </a:lnTo>
                <a:lnTo>
                  <a:pt x="214328" y="430897"/>
                </a:lnTo>
                <a:lnTo>
                  <a:pt x="289362" y="430897"/>
                </a:lnTo>
                <a:lnTo>
                  <a:pt x="262871" y="309728"/>
                </a:lnTo>
                <a:lnTo>
                  <a:pt x="255013" y="277418"/>
                </a:lnTo>
                <a:lnTo>
                  <a:pt x="243009" y="249785"/>
                </a:lnTo>
                <a:lnTo>
                  <a:pt x="239273" y="246034"/>
                </a:lnTo>
                <a:close/>
              </a:path>
              <a:path w="289560" h="431165">
                <a:moveTo>
                  <a:pt x="254897" y="51809"/>
                </a:moveTo>
                <a:lnTo>
                  <a:pt x="131776" y="51809"/>
                </a:lnTo>
                <a:lnTo>
                  <a:pt x="159456" y="56321"/>
                </a:lnTo>
                <a:lnTo>
                  <a:pt x="179824" y="69616"/>
                </a:lnTo>
                <a:lnTo>
                  <a:pt x="192397" y="91341"/>
                </a:lnTo>
                <a:lnTo>
                  <a:pt x="196695" y="121137"/>
                </a:lnTo>
                <a:lnTo>
                  <a:pt x="188483" y="159422"/>
                </a:lnTo>
                <a:lnTo>
                  <a:pt x="166967" y="181557"/>
                </a:lnTo>
                <a:lnTo>
                  <a:pt x="136826" y="191751"/>
                </a:lnTo>
                <a:lnTo>
                  <a:pt x="102740" y="194213"/>
                </a:lnTo>
                <a:lnTo>
                  <a:pt x="230371" y="194213"/>
                </a:lnTo>
                <a:lnTo>
                  <a:pt x="245289" y="184532"/>
                </a:lnTo>
                <a:lnTo>
                  <a:pt x="264487" y="155860"/>
                </a:lnTo>
                <a:lnTo>
                  <a:pt x="271688" y="113022"/>
                </a:lnTo>
                <a:lnTo>
                  <a:pt x="265001" y="68896"/>
                </a:lnTo>
                <a:lnTo>
                  <a:pt x="254897" y="51809"/>
                </a:lnTo>
                <a:close/>
              </a:path>
            </a:pathLst>
          </a:custGeom>
          <a:solidFill>
            <a:srgbClr val="E31837"/>
          </a:solidFill>
        </p:spPr>
        <p:txBody>
          <a:bodyPr wrap="square" lIns="0" tIns="0" rIns="0" bIns="0" rtlCol="0"/>
          <a:lstStyle/>
          <a:p>
            <a:endParaRPr/>
          </a:p>
        </p:txBody>
      </p:sp>
      <p:sp>
        <p:nvSpPr>
          <p:cNvPr id="51" name="object 16">
            <a:extLst>
              <a:ext uri="{FF2B5EF4-FFF2-40B4-BE49-F238E27FC236}">
                <a16:creationId xmlns:a16="http://schemas.microsoft.com/office/drawing/2014/main" id="{375795F0-8E30-DE55-4965-95B1C5380A7B}"/>
              </a:ext>
            </a:extLst>
          </p:cNvPr>
          <p:cNvSpPr/>
          <p:nvPr userDrawn="1"/>
        </p:nvSpPr>
        <p:spPr>
          <a:xfrm>
            <a:off x="3325459" y="1085979"/>
            <a:ext cx="226719" cy="438150"/>
          </a:xfrm>
          <a:custGeom>
            <a:avLst/>
            <a:gdLst/>
            <a:ahLst/>
            <a:cxnLst/>
            <a:rect l="l" t="t" r="r" b="b"/>
            <a:pathLst>
              <a:path w="302260" h="438150">
                <a:moveTo>
                  <a:pt x="301969" y="0"/>
                </a:moveTo>
                <a:lnTo>
                  <a:pt x="228223" y="0"/>
                </a:lnTo>
                <a:lnTo>
                  <a:pt x="228223" y="299132"/>
                </a:lnTo>
                <a:lnTo>
                  <a:pt x="224272" y="333513"/>
                </a:lnTo>
                <a:lnTo>
                  <a:pt x="211278" y="361046"/>
                </a:lnTo>
                <a:lnTo>
                  <a:pt x="187530" y="379328"/>
                </a:lnTo>
                <a:lnTo>
                  <a:pt x="151314" y="385956"/>
                </a:lnTo>
                <a:lnTo>
                  <a:pt x="114736" y="379328"/>
                </a:lnTo>
                <a:lnTo>
                  <a:pt x="90800" y="361046"/>
                </a:lnTo>
                <a:lnTo>
                  <a:pt x="77738" y="333513"/>
                </a:lnTo>
                <a:lnTo>
                  <a:pt x="73777" y="299132"/>
                </a:lnTo>
                <a:lnTo>
                  <a:pt x="73777" y="0"/>
                </a:lnTo>
                <a:lnTo>
                  <a:pt x="0" y="0"/>
                </a:lnTo>
                <a:lnTo>
                  <a:pt x="0" y="299132"/>
                </a:lnTo>
                <a:lnTo>
                  <a:pt x="7142" y="350008"/>
                </a:lnTo>
                <a:lnTo>
                  <a:pt x="27479" y="388949"/>
                </a:lnTo>
                <a:lnTo>
                  <a:pt x="59376" y="416316"/>
                </a:lnTo>
                <a:lnTo>
                  <a:pt x="101200" y="432472"/>
                </a:lnTo>
                <a:lnTo>
                  <a:pt x="151314" y="437777"/>
                </a:lnTo>
                <a:lnTo>
                  <a:pt x="202804" y="432472"/>
                </a:lnTo>
                <a:lnTo>
                  <a:pt x="244644" y="416316"/>
                </a:lnTo>
                <a:lnTo>
                  <a:pt x="275805" y="388949"/>
                </a:lnTo>
                <a:lnTo>
                  <a:pt x="295257" y="350008"/>
                </a:lnTo>
                <a:lnTo>
                  <a:pt x="301969" y="299132"/>
                </a:lnTo>
                <a:lnTo>
                  <a:pt x="301969" y="0"/>
                </a:lnTo>
                <a:close/>
              </a:path>
            </a:pathLst>
          </a:custGeom>
          <a:solidFill>
            <a:srgbClr val="E31837"/>
          </a:solidFill>
        </p:spPr>
        <p:txBody>
          <a:bodyPr wrap="square" lIns="0" tIns="0" rIns="0" bIns="0" rtlCol="0"/>
          <a:lstStyle/>
          <a:p>
            <a:endParaRPr/>
          </a:p>
        </p:txBody>
      </p:sp>
      <p:sp>
        <p:nvSpPr>
          <p:cNvPr id="54" name="object 17">
            <a:extLst>
              <a:ext uri="{FF2B5EF4-FFF2-40B4-BE49-F238E27FC236}">
                <a16:creationId xmlns:a16="http://schemas.microsoft.com/office/drawing/2014/main" id="{E615D77B-136D-8E79-CAA9-7090C1F902A8}"/>
              </a:ext>
            </a:extLst>
          </p:cNvPr>
          <p:cNvSpPr/>
          <p:nvPr userDrawn="1"/>
        </p:nvSpPr>
        <p:spPr>
          <a:xfrm>
            <a:off x="1890141" y="1767087"/>
            <a:ext cx="24291" cy="186690"/>
          </a:xfrm>
          <a:custGeom>
            <a:avLst/>
            <a:gdLst/>
            <a:ahLst/>
            <a:cxnLst/>
            <a:rect l="l" t="t" r="r" b="b"/>
            <a:pathLst>
              <a:path w="32385" h="186689">
                <a:moveTo>
                  <a:pt x="31852" y="0"/>
                </a:moveTo>
                <a:lnTo>
                  <a:pt x="0" y="0"/>
                </a:lnTo>
                <a:lnTo>
                  <a:pt x="0" y="186182"/>
                </a:lnTo>
                <a:lnTo>
                  <a:pt x="31852" y="186182"/>
                </a:lnTo>
                <a:lnTo>
                  <a:pt x="31852" y="0"/>
                </a:lnTo>
                <a:close/>
              </a:path>
            </a:pathLst>
          </a:custGeom>
          <a:solidFill>
            <a:srgbClr val="E31837"/>
          </a:solidFill>
        </p:spPr>
        <p:txBody>
          <a:bodyPr wrap="square" lIns="0" tIns="0" rIns="0" bIns="0" rtlCol="0"/>
          <a:lstStyle/>
          <a:p>
            <a:endParaRPr/>
          </a:p>
        </p:txBody>
      </p:sp>
      <p:pic>
        <p:nvPicPr>
          <p:cNvPr id="56" name="object 18">
            <a:extLst>
              <a:ext uri="{FF2B5EF4-FFF2-40B4-BE49-F238E27FC236}">
                <a16:creationId xmlns:a16="http://schemas.microsoft.com/office/drawing/2014/main" id="{B05954A8-91A0-60FB-BE8C-30A5A0135F10}"/>
              </a:ext>
            </a:extLst>
          </p:cNvPr>
          <p:cNvPicPr/>
          <p:nvPr userDrawn="1"/>
        </p:nvPicPr>
        <p:blipFill>
          <a:blip r:embed="rId5" cstate="print"/>
          <a:stretch>
            <a:fillRect/>
          </a:stretch>
        </p:blipFill>
        <p:spPr>
          <a:xfrm>
            <a:off x="1949801" y="1767088"/>
            <a:ext cx="106036" cy="186182"/>
          </a:xfrm>
          <a:prstGeom prst="rect">
            <a:avLst/>
          </a:prstGeom>
        </p:spPr>
      </p:pic>
      <p:sp>
        <p:nvSpPr>
          <p:cNvPr id="57" name="object 19">
            <a:extLst>
              <a:ext uri="{FF2B5EF4-FFF2-40B4-BE49-F238E27FC236}">
                <a16:creationId xmlns:a16="http://schemas.microsoft.com/office/drawing/2014/main" id="{2331BA3D-292B-0A54-85EA-5BA119A8412D}"/>
              </a:ext>
            </a:extLst>
          </p:cNvPr>
          <p:cNvSpPr/>
          <p:nvPr userDrawn="1"/>
        </p:nvSpPr>
        <p:spPr>
          <a:xfrm>
            <a:off x="2580813" y="1766944"/>
            <a:ext cx="94783" cy="186690"/>
          </a:xfrm>
          <a:custGeom>
            <a:avLst/>
            <a:gdLst/>
            <a:ahLst/>
            <a:cxnLst/>
            <a:rect l="l" t="t" r="r" b="b"/>
            <a:pathLst>
              <a:path w="126364" h="186689">
                <a:moveTo>
                  <a:pt x="126123" y="0"/>
                </a:moveTo>
                <a:lnTo>
                  <a:pt x="0" y="0"/>
                </a:lnTo>
                <a:lnTo>
                  <a:pt x="0" y="24130"/>
                </a:lnTo>
                <a:lnTo>
                  <a:pt x="47167" y="24130"/>
                </a:lnTo>
                <a:lnTo>
                  <a:pt x="47167"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a:p>
        </p:txBody>
      </p:sp>
      <p:sp>
        <p:nvSpPr>
          <p:cNvPr id="60" name="object 20">
            <a:extLst>
              <a:ext uri="{FF2B5EF4-FFF2-40B4-BE49-F238E27FC236}">
                <a16:creationId xmlns:a16="http://schemas.microsoft.com/office/drawing/2014/main" id="{DC693907-9C15-AD16-84DD-DF8C4DCBD3D5}"/>
              </a:ext>
            </a:extLst>
          </p:cNvPr>
          <p:cNvSpPr/>
          <p:nvPr userDrawn="1"/>
        </p:nvSpPr>
        <p:spPr>
          <a:xfrm>
            <a:off x="3513659" y="1868417"/>
            <a:ext cx="24291" cy="85090"/>
          </a:xfrm>
          <a:custGeom>
            <a:avLst/>
            <a:gdLst/>
            <a:ahLst/>
            <a:cxnLst/>
            <a:rect l="l" t="t" r="r" b="b"/>
            <a:pathLst>
              <a:path w="32385" h="85089">
                <a:moveTo>
                  <a:pt x="0" y="85090"/>
                </a:moveTo>
                <a:lnTo>
                  <a:pt x="31852" y="85090"/>
                </a:lnTo>
                <a:lnTo>
                  <a:pt x="31852" y="0"/>
                </a:lnTo>
                <a:lnTo>
                  <a:pt x="0" y="0"/>
                </a:lnTo>
                <a:lnTo>
                  <a:pt x="0" y="85090"/>
                </a:lnTo>
                <a:close/>
              </a:path>
            </a:pathLst>
          </a:custGeom>
          <a:solidFill>
            <a:srgbClr val="E31837"/>
          </a:solidFill>
        </p:spPr>
        <p:txBody>
          <a:bodyPr wrap="square" lIns="0" tIns="0" rIns="0" bIns="0" rtlCol="0"/>
          <a:lstStyle/>
          <a:p>
            <a:endParaRPr/>
          </a:p>
        </p:txBody>
      </p:sp>
      <p:sp>
        <p:nvSpPr>
          <p:cNvPr id="61" name="object 21">
            <a:extLst>
              <a:ext uri="{FF2B5EF4-FFF2-40B4-BE49-F238E27FC236}">
                <a16:creationId xmlns:a16="http://schemas.microsoft.com/office/drawing/2014/main" id="{EA4D3534-56A8-1601-E14A-5D2E2C241650}"/>
              </a:ext>
            </a:extLst>
          </p:cNvPr>
          <p:cNvSpPr/>
          <p:nvPr userDrawn="1"/>
        </p:nvSpPr>
        <p:spPr>
          <a:xfrm>
            <a:off x="3513657" y="1766817"/>
            <a:ext cx="98594" cy="186690"/>
          </a:xfrm>
          <a:custGeom>
            <a:avLst/>
            <a:gdLst/>
            <a:ahLst/>
            <a:cxnLst/>
            <a:rect l="l" t="t" r="r" b="b"/>
            <a:pathLst>
              <a:path w="131445" h="186689">
                <a:moveTo>
                  <a:pt x="131292" y="0"/>
                </a:moveTo>
                <a:lnTo>
                  <a:pt x="99479" y="0"/>
                </a:lnTo>
                <a:lnTo>
                  <a:pt x="99479" y="77470"/>
                </a:lnTo>
                <a:lnTo>
                  <a:pt x="31851" y="77470"/>
                </a:lnTo>
                <a:lnTo>
                  <a:pt x="31851" y="0"/>
                </a:lnTo>
                <a:lnTo>
                  <a:pt x="0" y="0"/>
                </a:lnTo>
                <a:lnTo>
                  <a:pt x="0" y="77470"/>
                </a:lnTo>
                <a:lnTo>
                  <a:pt x="0" y="101600"/>
                </a:lnTo>
                <a:lnTo>
                  <a:pt x="99479" y="101600"/>
                </a:lnTo>
                <a:lnTo>
                  <a:pt x="99479" y="186690"/>
                </a:lnTo>
                <a:lnTo>
                  <a:pt x="131292" y="186690"/>
                </a:lnTo>
                <a:lnTo>
                  <a:pt x="131292" y="101600"/>
                </a:lnTo>
                <a:lnTo>
                  <a:pt x="131292" y="77470"/>
                </a:lnTo>
                <a:lnTo>
                  <a:pt x="131292" y="0"/>
                </a:lnTo>
                <a:close/>
              </a:path>
            </a:pathLst>
          </a:custGeom>
          <a:solidFill>
            <a:srgbClr val="E31837"/>
          </a:solidFill>
        </p:spPr>
        <p:txBody>
          <a:bodyPr wrap="square" lIns="0" tIns="0" rIns="0" bIns="0" rtlCol="0"/>
          <a:lstStyle/>
          <a:p>
            <a:endParaRPr/>
          </a:p>
        </p:txBody>
      </p:sp>
      <p:pic>
        <p:nvPicPr>
          <p:cNvPr id="62" name="object 22">
            <a:extLst>
              <a:ext uri="{FF2B5EF4-FFF2-40B4-BE49-F238E27FC236}">
                <a16:creationId xmlns:a16="http://schemas.microsoft.com/office/drawing/2014/main" id="{A6A36B37-6500-F5FF-07A9-CBF4B3CABFA5}"/>
              </a:ext>
            </a:extLst>
          </p:cNvPr>
          <p:cNvPicPr/>
          <p:nvPr userDrawn="1"/>
        </p:nvPicPr>
        <p:blipFill>
          <a:blip r:embed="rId6" cstate="print"/>
          <a:stretch>
            <a:fillRect/>
          </a:stretch>
        </p:blipFill>
        <p:spPr>
          <a:xfrm>
            <a:off x="3648557" y="1767088"/>
            <a:ext cx="106036" cy="186182"/>
          </a:xfrm>
          <a:prstGeom prst="rect">
            <a:avLst/>
          </a:prstGeom>
        </p:spPr>
      </p:pic>
      <p:pic>
        <p:nvPicPr>
          <p:cNvPr id="63" name="object 23">
            <a:extLst>
              <a:ext uri="{FF2B5EF4-FFF2-40B4-BE49-F238E27FC236}">
                <a16:creationId xmlns:a16="http://schemas.microsoft.com/office/drawing/2014/main" id="{33A0EB28-630F-A724-D2C0-9F170D9EBCE7}"/>
              </a:ext>
            </a:extLst>
          </p:cNvPr>
          <p:cNvPicPr/>
          <p:nvPr userDrawn="1"/>
        </p:nvPicPr>
        <p:blipFill>
          <a:blip r:embed="rId7" cstate="print"/>
          <a:stretch>
            <a:fillRect/>
          </a:stretch>
        </p:blipFill>
        <p:spPr>
          <a:xfrm>
            <a:off x="3388024" y="1764140"/>
            <a:ext cx="102950" cy="192119"/>
          </a:xfrm>
          <a:prstGeom prst="rect">
            <a:avLst/>
          </a:prstGeom>
        </p:spPr>
      </p:pic>
      <p:sp>
        <p:nvSpPr>
          <p:cNvPr id="64" name="object 24">
            <a:extLst>
              <a:ext uri="{FF2B5EF4-FFF2-40B4-BE49-F238E27FC236}">
                <a16:creationId xmlns:a16="http://schemas.microsoft.com/office/drawing/2014/main" id="{F4B04D11-F55F-6065-2182-466733034ED7}"/>
              </a:ext>
            </a:extLst>
          </p:cNvPr>
          <p:cNvSpPr/>
          <p:nvPr userDrawn="1"/>
        </p:nvSpPr>
        <p:spPr>
          <a:xfrm>
            <a:off x="3165862" y="1766944"/>
            <a:ext cx="94783"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a:p>
        </p:txBody>
      </p:sp>
      <p:pic>
        <p:nvPicPr>
          <p:cNvPr id="65" name="object 25">
            <a:extLst>
              <a:ext uri="{FF2B5EF4-FFF2-40B4-BE49-F238E27FC236}">
                <a16:creationId xmlns:a16="http://schemas.microsoft.com/office/drawing/2014/main" id="{1BB3245F-E6FC-4F49-B104-62A814A67373}"/>
              </a:ext>
            </a:extLst>
          </p:cNvPr>
          <p:cNvPicPr/>
          <p:nvPr userDrawn="1"/>
        </p:nvPicPr>
        <p:blipFill>
          <a:blip r:embed="rId8" cstate="print"/>
          <a:stretch>
            <a:fillRect/>
          </a:stretch>
        </p:blipFill>
        <p:spPr>
          <a:xfrm>
            <a:off x="3785043" y="1764136"/>
            <a:ext cx="114024" cy="192130"/>
          </a:xfrm>
          <a:prstGeom prst="rect">
            <a:avLst/>
          </a:prstGeom>
        </p:spPr>
      </p:pic>
      <p:sp>
        <p:nvSpPr>
          <p:cNvPr id="66" name="object 26">
            <a:extLst>
              <a:ext uri="{FF2B5EF4-FFF2-40B4-BE49-F238E27FC236}">
                <a16:creationId xmlns:a16="http://schemas.microsoft.com/office/drawing/2014/main" id="{4E4B5C77-1035-80C1-3159-0A193969F3D4}"/>
              </a:ext>
            </a:extLst>
          </p:cNvPr>
          <p:cNvSpPr/>
          <p:nvPr userDrawn="1"/>
        </p:nvSpPr>
        <p:spPr>
          <a:xfrm>
            <a:off x="3281747" y="1767223"/>
            <a:ext cx="8430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E31837"/>
          </a:solidFill>
        </p:spPr>
        <p:txBody>
          <a:bodyPr wrap="square" lIns="0" tIns="0" rIns="0" bIns="0" rtlCol="0"/>
          <a:lstStyle/>
          <a:p>
            <a:endParaRPr/>
          </a:p>
        </p:txBody>
      </p:sp>
      <p:grpSp>
        <p:nvGrpSpPr>
          <p:cNvPr id="67" name="object 27">
            <a:extLst>
              <a:ext uri="{FF2B5EF4-FFF2-40B4-BE49-F238E27FC236}">
                <a16:creationId xmlns:a16="http://schemas.microsoft.com/office/drawing/2014/main" id="{2957D8E7-B066-B5C5-0831-9775D376B324}"/>
              </a:ext>
            </a:extLst>
          </p:cNvPr>
          <p:cNvGrpSpPr/>
          <p:nvPr userDrawn="1"/>
        </p:nvGrpSpPr>
        <p:grpSpPr>
          <a:xfrm>
            <a:off x="3929749" y="1764137"/>
            <a:ext cx="460582" cy="192405"/>
            <a:chOff x="5239113" y="1764136"/>
            <a:chExt cx="614045" cy="192405"/>
          </a:xfrm>
        </p:grpSpPr>
        <p:pic>
          <p:nvPicPr>
            <p:cNvPr id="68" name="object 28">
              <a:extLst>
                <a:ext uri="{FF2B5EF4-FFF2-40B4-BE49-F238E27FC236}">
                  <a16:creationId xmlns:a16="http://schemas.microsoft.com/office/drawing/2014/main" id="{E7C560C9-B0C6-6EC2-CE72-9C6797BCF902}"/>
                </a:ext>
              </a:extLst>
            </p:cNvPr>
            <p:cNvPicPr/>
            <p:nvPr/>
          </p:nvPicPr>
          <p:blipFill>
            <a:blip r:embed="rId9" cstate="print"/>
            <a:stretch>
              <a:fillRect/>
            </a:stretch>
          </p:blipFill>
          <p:spPr>
            <a:xfrm>
              <a:off x="5539051" y="1764140"/>
              <a:ext cx="313532" cy="192119"/>
            </a:xfrm>
            <a:prstGeom prst="rect">
              <a:avLst/>
            </a:prstGeom>
          </p:spPr>
        </p:pic>
        <p:pic>
          <p:nvPicPr>
            <p:cNvPr id="69" name="object 29">
              <a:extLst>
                <a:ext uri="{FF2B5EF4-FFF2-40B4-BE49-F238E27FC236}">
                  <a16:creationId xmlns:a16="http://schemas.microsoft.com/office/drawing/2014/main" id="{9029A703-E2AB-934B-92AE-034FC0D59977}"/>
                </a:ext>
              </a:extLst>
            </p:cNvPr>
            <p:cNvPicPr/>
            <p:nvPr/>
          </p:nvPicPr>
          <p:blipFill>
            <a:blip r:embed="rId10" cstate="print"/>
            <a:stretch>
              <a:fillRect/>
            </a:stretch>
          </p:blipFill>
          <p:spPr>
            <a:xfrm>
              <a:off x="5239113" y="1764136"/>
              <a:ext cx="267220" cy="192130"/>
            </a:xfrm>
            <a:prstGeom prst="rect">
              <a:avLst/>
            </a:prstGeom>
          </p:spPr>
        </p:pic>
      </p:grpSp>
      <p:sp>
        <p:nvSpPr>
          <p:cNvPr id="70" name="object 30">
            <a:extLst>
              <a:ext uri="{FF2B5EF4-FFF2-40B4-BE49-F238E27FC236}">
                <a16:creationId xmlns:a16="http://schemas.microsoft.com/office/drawing/2014/main" id="{20D0D220-6CE9-3869-58BD-2464DE191B27}"/>
              </a:ext>
            </a:extLst>
          </p:cNvPr>
          <p:cNvSpPr/>
          <p:nvPr userDrawn="1"/>
        </p:nvSpPr>
        <p:spPr>
          <a:xfrm>
            <a:off x="2189295" y="1766944"/>
            <a:ext cx="94783" cy="186690"/>
          </a:xfrm>
          <a:custGeom>
            <a:avLst/>
            <a:gdLst/>
            <a:ahLst/>
            <a:cxnLst/>
            <a:rect l="l" t="t" r="r" b="b"/>
            <a:pathLst>
              <a:path w="126364" h="186689">
                <a:moveTo>
                  <a:pt x="126085" y="0"/>
                </a:moveTo>
                <a:lnTo>
                  <a:pt x="0" y="0"/>
                </a:lnTo>
                <a:lnTo>
                  <a:pt x="0" y="24130"/>
                </a:lnTo>
                <a:lnTo>
                  <a:pt x="47129" y="24130"/>
                </a:lnTo>
                <a:lnTo>
                  <a:pt x="47129" y="186690"/>
                </a:lnTo>
                <a:lnTo>
                  <a:pt x="78981" y="186690"/>
                </a:lnTo>
                <a:lnTo>
                  <a:pt x="78981" y="24130"/>
                </a:lnTo>
                <a:lnTo>
                  <a:pt x="126085" y="24130"/>
                </a:lnTo>
                <a:lnTo>
                  <a:pt x="126085" y="0"/>
                </a:lnTo>
                <a:close/>
              </a:path>
            </a:pathLst>
          </a:custGeom>
          <a:solidFill>
            <a:srgbClr val="E31837"/>
          </a:solidFill>
        </p:spPr>
        <p:txBody>
          <a:bodyPr wrap="square" lIns="0" tIns="0" rIns="0" bIns="0" rtlCol="0"/>
          <a:lstStyle/>
          <a:p>
            <a:endParaRPr/>
          </a:p>
        </p:txBody>
      </p:sp>
      <p:sp>
        <p:nvSpPr>
          <p:cNvPr id="71" name="object 31">
            <a:extLst>
              <a:ext uri="{FF2B5EF4-FFF2-40B4-BE49-F238E27FC236}">
                <a16:creationId xmlns:a16="http://schemas.microsoft.com/office/drawing/2014/main" id="{8A6DB6F5-D1E6-06DA-DE02-98098B6B1595}"/>
              </a:ext>
            </a:extLst>
          </p:cNvPr>
          <p:cNvSpPr/>
          <p:nvPr userDrawn="1"/>
        </p:nvSpPr>
        <p:spPr>
          <a:xfrm>
            <a:off x="2304550" y="1766944"/>
            <a:ext cx="139556" cy="186690"/>
          </a:xfrm>
          <a:custGeom>
            <a:avLst/>
            <a:gdLst/>
            <a:ahLst/>
            <a:cxnLst/>
            <a:rect l="l" t="t" r="r" b="b"/>
            <a:pathLst>
              <a:path w="186054" h="186689">
                <a:moveTo>
                  <a:pt x="31851" y="152"/>
                </a:moveTo>
                <a:lnTo>
                  <a:pt x="0" y="152"/>
                </a:lnTo>
                <a:lnTo>
                  <a:pt x="0" y="186334"/>
                </a:lnTo>
                <a:lnTo>
                  <a:pt x="31851" y="186334"/>
                </a:lnTo>
                <a:lnTo>
                  <a:pt x="31851" y="152"/>
                </a:lnTo>
                <a:close/>
              </a:path>
              <a:path w="186054" h="186689">
                <a:moveTo>
                  <a:pt x="185496" y="0"/>
                </a:moveTo>
                <a:lnTo>
                  <a:pt x="59410" y="0"/>
                </a:lnTo>
                <a:lnTo>
                  <a:pt x="59410" y="24130"/>
                </a:lnTo>
                <a:lnTo>
                  <a:pt x="106502" y="24130"/>
                </a:lnTo>
                <a:lnTo>
                  <a:pt x="106502" y="186690"/>
                </a:lnTo>
                <a:lnTo>
                  <a:pt x="138353" y="186690"/>
                </a:lnTo>
                <a:lnTo>
                  <a:pt x="138353" y="24130"/>
                </a:lnTo>
                <a:lnTo>
                  <a:pt x="185496" y="24130"/>
                </a:lnTo>
                <a:lnTo>
                  <a:pt x="185496" y="0"/>
                </a:lnTo>
                <a:close/>
              </a:path>
            </a:pathLst>
          </a:custGeom>
          <a:solidFill>
            <a:srgbClr val="E31837"/>
          </a:solidFill>
        </p:spPr>
        <p:txBody>
          <a:bodyPr wrap="square" lIns="0" tIns="0" rIns="0" bIns="0" rtlCol="0"/>
          <a:lstStyle/>
          <a:p>
            <a:endParaRPr/>
          </a:p>
        </p:txBody>
      </p:sp>
      <p:sp>
        <p:nvSpPr>
          <p:cNvPr id="72" name="object 32">
            <a:extLst>
              <a:ext uri="{FF2B5EF4-FFF2-40B4-BE49-F238E27FC236}">
                <a16:creationId xmlns:a16="http://schemas.microsoft.com/office/drawing/2014/main" id="{4EDB0613-2892-FEF2-9DF4-21EB6135F909}"/>
              </a:ext>
            </a:extLst>
          </p:cNvPr>
          <p:cNvSpPr/>
          <p:nvPr userDrawn="1"/>
        </p:nvSpPr>
        <p:spPr>
          <a:xfrm>
            <a:off x="2696669" y="1767223"/>
            <a:ext cx="84305" cy="186690"/>
          </a:xfrm>
          <a:custGeom>
            <a:avLst/>
            <a:gdLst/>
            <a:ahLst/>
            <a:cxnLst/>
            <a:rect l="l" t="t" r="r" b="b"/>
            <a:pathLst>
              <a:path w="112395" h="186689">
                <a:moveTo>
                  <a:pt x="111975" y="162560"/>
                </a:moveTo>
                <a:lnTo>
                  <a:pt x="31851" y="162560"/>
                </a:lnTo>
                <a:lnTo>
                  <a:pt x="31851" y="101600"/>
                </a:lnTo>
                <a:lnTo>
                  <a:pt x="105714" y="101600"/>
                </a:lnTo>
                <a:lnTo>
                  <a:pt x="105714" y="77470"/>
                </a:lnTo>
                <a:lnTo>
                  <a:pt x="31851" y="77470"/>
                </a:lnTo>
                <a:lnTo>
                  <a:pt x="31851" y="24130"/>
                </a:lnTo>
                <a:lnTo>
                  <a:pt x="109778" y="24130"/>
                </a:lnTo>
                <a:lnTo>
                  <a:pt x="109778" y="0"/>
                </a:lnTo>
                <a:lnTo>
                  <a:pt x="0" y="0"/>
                </a:lnTo>
                <a:lnTo>
                  <a:pt x="0" y="24130"/>
                </a:lnTo>
                <a:lnTo>
                  <a:pt x="0" y="77470"/>
                </a:lnTo>
                <a:lnTo>
                  <a:pt x="0" y="101600"/>
                </a:lnTo>
                <a:lnTo>
                  <a:pt x="0" y="162560"/>
                </a:lnTo>
                <a:lnTo>
                  <a:pt x="0" y="186690"/>
                </a:lnTo>
                <a:lnTo>
                  <a:pt x="111975" y="186690"/>
                </a:lnTo>
                <a:lnTo>
                  <a:pt x="111975" y="162560"/>
                </a:lnTo>
                <a:close/>
              </a:path>
            </a:pathLst>
          </a:custGeom>
          <a:solidFill>
            <a:srgbClr val="E31837"/>
          </a:solidFill>
        </p:spPr>
        <p:txBody>
          <a:bodyPr wrap="square" lIns="0" tIns="0" rIns="0" bIns="0" rtlCol="0"/>
          <a:lstStyle/>
          <a:p>
            <a:endParaRPr/>
          </a:p>
        </p:txBody>
      </p:sp>
      <p:sp>
        <p:nvSpPr>
          <p:cNvPr id="73" name="object 33">
            <a:extLst>
              <a:ext uri="{FF2B5EF4-FFF2-40B4-BE49-F238E27FC236}">
                <a16:creationId xmlns:a16="http://schemas.microsoft.com/office/drawing/2014/main" id="{5FFA2732-4A5E-87EF-C732-1FC0C7640683}"/>
              </a:ext>
            </a:extLst>
          </p:cNvPr>
          <p:cNvSpPr/>
          <p:nvPr userDrawn="1"/>
        </p:nvSpPr>
        <p:spPr>
          <a:xfrm>
            <a:off x="2084051" y="1764134"/>
            <a:ext cx="93831" cy="192405"/>
          </a:xfrm>
          <a:custGeom>
            <a:avLst/>
            <a:gdLst/>
            <a:ahLst/>
            <a:cxnLst/>
            <a:rect l="l" t="t" r="r" b="b"/>
            <a:pathLst>
              <a:path w="125094" h="192405">
                <a:moveTo>
                  <a:pt x="64573" y="0"/>
                </a:moveTo>
                <a:lnTo>
                  <a:pt x="39526" y="2835"/>
                </a:lnTo>
                <a:lnTo>
                  <a:pt x="18991" y="11562"/>
                </a:lnTo>
                <a:lnTo>
                  <a:pt x="5103" y="26513"/>
                </a:lnTo>
                <a:lnTo>
                  <a:pt x="0" y="48019"/>
                </a:lnTo>
                <a:lnTo>
                  <a:pt x="14008" y="79610"/>
                </a:lnTo>
                <a:lnTo>
                  <a:pt x="44825" y="100574"/>
                </a:lnTo>
                <a:lnTo>
                  <a:pt x="75643" y="119214"/>
                </a:lnTo>
                <a:lnTo>
                  <a:pt x="89651" y="143838"/>
                </a:lnTo>
                <a:lnTo>
                  <a:pt x="88023" y="153018"/>
                </a:lnTo>
                <a:lnTo>
                  <a:pt x="82559" y="161360"/>
                </a:lnTo>
                <a:lnTo>
                  <a:pt x="72392" y="167423"/>
                </a:lnTo>
                <a:lnTo>
                  <a:pt x="56657" y="169764"/>
                </a:lnTo>
                <a:lnTo>
                  <a:pt x="39914" y="167888"/>
                </a:lnTo>
                <a:lnTo>
                  <a:pt x="25394" y="163255"/>
                </a:lnTo>
                <a:lnTo>
                  <a:pt x="13234" y="157355"/>
                </a:lnTo>
                <a:lnTo>
                  <a:pt x="3570" y="151681"/>
                </a:lnTo>
                <a:lnTo>
                  <a:pt x="3570" y="184287"/>
                </a:lnTo>
                <a:lnTo>
                  <a:pt x="10677" y="186087"/>
                </a:lnTo>
                <a:lnTo>
                  <a:pt x="22598" y="188719"/>
                </a:lnTo>
                <a:lnTo>
                  <a:pt x="38002" y="191096"/>
                </a:lnTo>
                <a:lnTo>
                  <a:pt x="55558" y="192130"/>
                </a:lnTo>
                <a:lnTo>
                  <a:pt x="83612" y="188765"/>
                </a:lnTo>
                <a:lnTo>
                  <a:pt x="105485" y="178747"/>
                </a:lnTo>
                <a:lnTo>
                  <a:pt x="119694" y="162193"/>
                </a:lnTo>
                <a:lnTo>
                  <a:pt x="124760" y="139220"/>
                </a:lnTo>
                <a:lnTo>
                  <a:pt x="110752" y="105495"/>
                </a:lnTo>
                <a:lnTo>
                  <a:pt x="79934" y="83553"/>
                </a:lnTo>
                <a:lnTo>
                  <a:pt x="49116" y="65964"/>
                </a:lnTo>
                <a:lnTo>
                  <a:pt x="35108" y="45297"/>
                </a:lnTo>
                <a:lnTo>
                  <a:pt x="37314" y="34997"/>
                </a:lnTo>
                <a:lnTo>
                  <a:pt x="43354" y="27857"/>
                </a:lnTo>
                <a:lnTo>
                  <a:pt x="52363" y="23701"/>
                </a:lnTo>
                <a:lnTo>
                  <a:pt x="63474" y="22355"/>
                </a:lnTo>
                <a:lnTo>
                  <a:pt x="77123" y="23528"/>
                </a:lnTo>
                <a:lnTo>
                  <a:pt x="89489" y="26474"/>
                </a:lnTo>
                <a:lnTo>
                  <a:pt x="100621" y="30328"/>
                </a:lnTo>
                <a:lnTo>
                  <a:pt x="110572" y="34229"/>
                </a:lnTo>
                <a:lnTo>
                  <a:pt x="110572" y="5120"/>
                </a:lnTo>
                <a:lnTo>
                  <a:pt x="103475" y="3750"/>
                </a:lnTo>
                <a:lnTo>
                  <a:pt x="92893" y="2053"/>
                </a:lnTo>
                <a:lnTo>
                  <a:pt x="79652" y="610"/>
                </a:lnTo>
                <a:lnTo>
                  <a:pt x="64573" y="0"/>
                </a:lnTo>
                <a:close/>
              </a:path>
            </a:pathLst>
          </a:custGeom>
          <a:solidFill>
            <a:srgbClr val="E31837"/>
          </a:solidFill>
        </p:spPr>
        <p:txBody>
          <a:bodyPr wrap="square" lIns="0" tIns="0" rIns="0" bIns="0" rtlCol="0"/>
          <a:lstStyle/>
          <a:p>
            <a:endParaRPr/>
          </a:p>
        </p:txBody>
      </p:sp>
      <p:pic>
        <p:nvPicPr>
          <p:cNvPr id="74" name="object 34">
            <a:extLst>
              <a:ext uri="{FF2B5EF4-FFF2-40B4-BE49-F238E27FC236}">
                <a16:creationId xmlns:a16="http://schemas.microsoft.com/office/drawing/2014/main" id="{30C9B50C-6E4B-6325-502E-60890340772E}"/>
              </a:ext>
            </a:extLst>
          </p:cNvPr>
          <p:cNvPicPr/>
          <p:nvPr userDrawn="1"/>
        </p:nvPicPr>
        <p:blipFill>
          <a:blip r:embed="rId11" cstate="print"/>
          <a:stretch>
            <a:fillRect/>
          </a:stretch>
        </p:blipFill>
        <p:spPr>
          <a:xfrm>
            <a:off x="2463324" y="1767089"/>
            <a:ext cx="97861" cy="189177"/>
          </a:xfrm>
          <a:prstGeom prst="rect">
            <a:avLst/>
          </a:prstGeom>
        </p:spPr>
      </p:pic>
      <p:grpSp>
        <p:nvGrpSpPr>
          <p:cNvPr id="75" name="object 35">
            <a:extLst>
              <a:ext uri="{FF2B5EF4-FFF2-40B4-BE49-F238E27FC236}">
                <a16:creationId xmlns:a16="http://schemas.microsoft.com/office/drawing/2014/main" id="{84CA7AF7-2CDE-F2B1-33B2-FF11F330BAA0}"/>
              </a:ext>
            </a:extLst>
          </p:cNvPr>
          <p:cNvGrpSpPr/>
          <p:nvPr userDrawn="1"/>
        </p:nvGrpSpPr>
        <p:grpSpPr>
          <a:xfrm>
            <a:off x="2865480" y="1764137"/>
            <a:ext cx="224337" cy="192405"/>
            <a:chOff x="3820237" y="1764136"/>
            <a:chExt cx="299085" cy="192405"/>
          </a:xfrm>
        </p:grpSpPr>
        <p:sp>
          <p:nvSpPr>
            <p:cNvPr id="76" name="object 36">
              <a:extLst>
                <a:ext uri="{FF2B5EF4-FFF2-40B4-BE49-F238E27FC236}">
                  <a16:creationId xmlns:a16="http://schemas.microsoft.com/office/drawing/2014/main" id="{FB641E01-385A-D168-2B34-70A87752E21C}"/>
                </a:ext>
              </a:extLst>
            </p:cNvPr>
            <p:cNvSpPr/>
            <p:nvPr/>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E31837"/>
            </a:solidFill>
          </p:spPr>
          <p:txBody>
            <a:bodyPr wrap="square" lIns="0" tIns="0" rIns="0" bIns="0" rtlCol="0"/>
            <a:lstStyle/>
            <a:p>
              <a:endParaRPr/>
            </a:p>
          </p:txBody>
        </p:sp>
        <p:pic>
          <p:nvPicPr>
            <p:cNvPr id="77" name="object 37">
              <a:extLst>
                <a:ext uri="{FF2B5EF4-FFF2-40B4-BE49-F238E27FC236}">
                  <a16:creationId xmlns:a16="http://schemas.microsoft.com/office/drawing/2014/main" id="{484C0C5B-7C66-9146-95E0-F6BCA2CE2850}"/>
                </a:ext>
              </a:extLst>
            </p:cNvPr>
            <p:cNvPicPr/>
            <p:nvPr/>
          </p:nvPicPr>
          <p:blipFill>
            <a:blip r:embed="rId12" cstate="print"/>
            <a:stretch>
              <a:fillRect/>
            </a:stretch>
          </p:blipFill>
          <p:spPr>
            <a:xfrm>
              <a:off x="3820237" y="1764136"/>
              <a:ext cx="151984" cy="192130"/>
            </a:xfrm>
            <a:prstGeom prst="rect">
              <a:avLst/>
            </a:prstGeom>
          </p:spPr>
        </p:pic>
      </p:grpSp>
      <p:sp>
        <p:nvSpPr>
          <p:cNvPr id="78" name="object 38">
            <a:extLst>
              <a:ext uri="{FF2B5EF4-FFF2-40B4-BE49-F238E27FC236}">
                <a16:creationId xmlns:a16="http://schemas.microsoft.com/office/drawing/2014/main" id="{0DE16108-5DA0-3719-3628-972B73419848}"/>
              </a:ext>
            </a:extLst>
          </p:cNvPr>
          <p:cNvSpPr/>
          <p:nvPr userDrawn="1"/>
        </p:nvSpPr>
        <p:spPr>
          <a:xfrm>
            <a:off x="1890133" y="1630913"/>
            <a:ext cx="2500100" cy="25400"/>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E31837"/>
          </a:solidFill>
        </p:spPr>
        <p:txBody>
          <a:bodyPr wrap="square" lIns="0" tIns="0" rIns="0" bIns="0" rtlCol="0"/>
          <a:lstStyle/>
          <a:p>
            <a:endParaRPr/>
          </a:p>
        </p:txBody>
      </p:sp>
      <p:pic>
        <p:nvPicPr>
          <p:cNvPr id="79" name="object 39">
            <a:extLst>
              <a:ext uri="{FF2B5EF4-FFF2-40B4-BE49-F238E27FC236}">
                <a16:creationId xmlns:a16="http://schemas.microsoft.com/office/drawing/2014/main" id="{034050E7-D26A-0571-4A3D-7881D49D8DE3}"/>
              </a:ext>
            </a:extLst>
          </p:cNvPr>
          <p:cNvPicPr/>
          <p:nvPr userDrawn="1"/>
        </p:nvPicPr>
        <p:blipFill>
          <a:blip r:embed="rId13" cstate="print"/>
          <a:stretch>
            <a:fillRect/>
          </a:stretch>
        </p:blipFill>
        <p:spPr>
          <a:xfrm>
            <a:off x="655317" y="691082"/>
            <a:ext cx="1107821" cy="1713220"/>
          </a:xfrm>
          <a:prstGeom prst="rect">
            <a:avLst/>
          </a:prstGeom>
        </p:spPr>
      </p:pic>
      <p:sp>
        <p:nvSpPr>
          <p:cNvPr id="85" name="bg object 16">
            <a:extLst>
              <a:ext uri="{FF2B5EF4-FFF2-40B4-BE49-F238E27FC236}">
                <a16:creationId xmlns:a16="http://schemas.microsoft.com/office/drawing/2014/main" id="{FF97AA88-9DD9-7A92-9BE1-31F2A0B10DB2}"/>
              </a:ext>
            </a:extLst>
          </p:cNvPr>
          <p:cNvSpPr/>
          <p:nvPr userDrawn="1"/>
        </p:nvSpPr>
        <p:spPr>
          <a:xfrm>
            <a:off x="0" y="10240526"/>
            <a:ext cx="15079663" cy="1068070"/>
          </a:xfrm>
          <a:custGeom>
            <a:avLst/>
            <a:gdLst/>
            <a:ahLst/>
            <a:cxnLst/>
            <a:rect l="l" t="t" r="r" b="b"/>
            <a:pathLst>
              <a:path w="20104100" h="1068070">
                <a:moveTo>
                  <a:pt x="20104099" y="0"/>
                </a:moveTo>
                <a:lnTo>
                  <a:pt x="0" y="0"/>
                </a:lnTo>
                <a:lnTo>
                  <a:pt x="0" y="1068030"/>
                </a:lnTo>
                <a:lnTo>
                  <a:pt x="20104099" y="1068030"/>
                </a:lnTo>
                <a:lnTo>
                  <a:pt x="20104099" y="0"/>
                </a:lnTo>
                <a:close/>
              </a:path>
            </a:pathLst>
          </a:custGeom>
          <a:solidFill>
            <a:srgbClr val="E41E35"/>
          </a:solidFill>
        </p:spPr>
        <p:txBody>
          <a:bodyPr wrap="square" lIns="0" tIns="0" rIns="0" bIns="0" rtlCol="0"/>
          <a:lstStyle/>
          <a:p>
            <a:endParaRPr/>
          </a:p>
        </p:txBody>
      </p:sp>
      <p:sp>
        <p:nvSpPr>
          <p:cNvPr id="2" name="Text Placeholder 57">
            <a:extLst>
              <a:ext uri="{FF2B5EF4-FFF2-40B4-BE49-F238E27FC236}">
                <a16:creationId xmlns:a16="http://schemas.microsoft.com/office/drawing/2014/main" id="{0EB431C3-EFC6-2D39-4A3F-AE14A34D9B3A}"/>
              </a:ext>
            </a:extLst>
          </p:cNvPr>
          <p:cNvSpPr>
            <a:spLocks noGrp="1"/>
          </p:cNvSpPr>
          <p:nvPr>
            <p:ph type="body" sz="quarter" idx="10" hasCustomPrompt="1"/>
          </p:nvPr>
        </p:nvSpPr>
        <p:spPr>
          <a:xfrm>
            <a:off x="685656" y="5037862"/>
            <a:ext cx="7449646" cy="761875"/>
          </a:xfrm>
          <a:prstGeom prst="rect">
            <a:avLst/>
          </a:prstGeom>
        </p:spPr>
        <p:txBody>
          <a:bodyPr wrap="square" lIns="0" tIns="0" rIns="0" bIns="0">
            <a:spAutoFit/>
          </a:bodyPr>
          <a:lstStyle>
            <a:lvl1pPr>
              <a:defRPr sz="49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Sub heading</a:t>
            </a:r>
          </a:p>
        </p:txBody>
      </p:sp>
      <p:sp>
        <p:nvSpPr>
          <p:cNvPr id="3" name="Text Placeholder 57">
            <a:extLst>
              <a:ext uri="{FF2B5EF4-FFF2-40B4-BE49-F238E27FC236}">
                <a16:creationId xmlns:a16="http://schemas.microsoft.com/office/drawing/2014/main" id="{33FD3B4F-C658-A098-D640-0CF7D35630BB}"/>
              </a:ext>
            </a:extLst>
          </p:cNvPr>
          <p:cNvSpPr>
            <a:spLocks noGrp="1"/>
          </p:cNvSpPr>
          <p:nvPr>
            <p:ph type="body" sz="quarter" idx="11" hasCustomPrompt="1"/>
          </p:nvPr>
        </p:nvSpPr>
        <p:spPr>
          <a:xfrm>
            <a:off x="685656" y="6416675"/>
            <a:ext cx="7449646" cy="2389372"/>
          </a:xfrm>
          <a:prstGeom prst="rect">
            <a:avLst/>
          </a:prstGeom>
        </p:spPr>
        <p:txBody>
          <a:bodyPr wrap="square" lIns="0" tIns="0" rIns="0" bIns="0">
            <a:spAutoFit/>
          </a:bodyPr>
          <a:lstStyle>
            <a:lvl1pPr>
              <a:lnSpc>
                <a:spcPct val="90000"/>
              </a:lnSpc>
              <a:defRPr sz="8626" b="1">
                <a:solidFill>
                  <a:srgbClr val="E31837"/>
                </a:solidFill>
                <a:latin typeface="Playfair Display"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Main title can</a:t>
            </a:r>
          </a:p>
          <a:p>
            <a:pPr lvl="0"/>
            <a:r>
              <a:rPr lang="en-US" dirty="0"/>
              <a:t>go in here</a:t>
            </a:r>
          </a:p>
        </p:txBody>
      </p:sp>
      <p:sp>
        <p:nvSpPr>
          <p:cNvPr id="4" name="object 24">
            <a:extLst>
              <a:ext uri="{FF2B5EF4-FFF2-40B4-BE49-F238E27FC236}">
                <a16:creationId xmlns:a16="http://schemas.microsoft.com/office/drawing/2014/main" id="{298CF02A-9FC8-B131-1CF8-05DAFA8F808D}"/>
              </a:ext>
            </a:extLst>
          </p:cNvPr>
          <p:cNvSpPr txBox="1"/>
          <p:nvPr userDrawn="1"/>
        </p:nvSpPr>
        <p:spPr>
          <a:xfrm>
            <a:off x="10940628" y="10505577"/>
            <a:ext cx="3771738" cy="537968"/>
          </a:xfrm>
          <a:prstGeom prst="rect">
            <a:avLst/>
          </a:prstGeom>
        </p:spPr>
        <p:txBody>
          <a:bodyPr vert="horz" wrap="none" lIns="0" tIns="1905" rIns="0" bIns="0" rtlCol="0" anchor="ctr">
            <a:spAutoFit/>
          </a:bodyPr>
          <a:lstStyle/>
          <a:p>
            <a:pPr marR="4763" algn="r">
              <a:lnSpc>
                <a:spcPct val="100000"/>
              </a:lnSpc>
              <a:spcBef>
                <a:spcPts val="15"/>
              </a:spcBef>
            </a:pPr>
            <a:r>
              <a:rPr sz="1050" spc="-15" dirty="0">
                <a:solidFill>
                  <a:srgbClr val="FFFFFF"/>
                </a:solidFill>
                <a:latin typeface="Roboto" panose="02000000000000000000" pitchFamily="2" charset="0"/>
                <a:ea typeface="Roboto" panose="02000000000000000000" pitchFamily="2" charset="0"/>
                <a:cs typeface="Roboto" panose="02000000000000000000" pitchFamily="2" charset="0"/>
              </a:rPr>
              <a:t>CRICOS</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Provider</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Code</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01545C</a:t>
            </a:r>
            <a:r>
              <a:rPr sz="1050" spc="5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56" dirty="0">
                <a:solidFill>
                  <a:srgbClr val="FFFFFF"/>
                </a:solidFill>
                <a:latin typeface="Roboto" panose="02000000000000000000" pitchFamily="2" charset="0"/>
                <a:ea typeface="Roboto" panose="02000000000000000000" pitchFamily="2" charset="0"/>
                <a:cs typeface="Roboto" panose="02000000000000000000" pitchFamily="2" charset="0"/>
              </a:rPr>
              <a:t>and</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03245K</a:t>
            </a: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19" dirty="0">
                <a:solidFill>
                  <a:srgbClr val="FFFFFF"/>
                </a:solidFill>
                <a:latin typeface="Roboto" panose="02000000000000000000" pitchFamily="2" charset="0"/>
                <a:ea typeface="Roboto" panose="02000000000000000000" pitchFamily="2" charset="0"/>
                <a:cs typeface="Roboto" panose="02000000000000000000" pitchFamily="2" charset="0"/>
              </a:rPr>
              <a:t>NSW</a:t>
            </a:r>
            <a:endParaRPr sz="1050" dirty="0">
              <a:latin typeface="Roboto" panose="02000000000000000000" pitchFamily="2" charset="0"/>
              <a:ea typeface="Roboto" panose="02000000000000000000" pitchFamily="2" charset="0"/>
              <a:cs typeface="Roboto" panose="02000000000000000000" pitchFamily="2" charset="0"/>
            </a:endParaRPr>
          </a:p>
          <a:p>
            <a:pPr marR="4287" algn="r">
              <a:lnSpc>
                <a:spcPct val="100000"/>
              </a:lnSpc>
              <a:spcBef>
                <a:spcPts val="203"/>
              </a:spcBef>
            </a:pPr>
            <a:r>
              <a:rPr sz="1050" dirty="0">
                <a:solidFill>
                  <a:srgbClr val="FFFFFF"/>
                </a:solidFill>
                <a:latin typeface="Roboto" panose="02000000000000000000" pitchFamily="2" charset="0"/>
                <a:ea typeface="Roboto" panose="02000000000000000000" pitchFamily="2" charset="0"/>
                <a:cs typeface="Roboto" panose="02000000000000000000" pitchFamily="2" charset="0"/>
              </a:rPr>
              <a:t>TEQSA</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Provider</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Code</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26" dirty="0">
                <a:solidFill>
                  <a:srgbClr val="FFFFFF"/>
                </a:solidFill>
                <a:latin typeface="Roboto" panose="02000000000000000000" pitchFamily="2" charset="0"/>
                <a:ea typeface="Roboto" panose="02000000000000000000" pitchFamily="2" charset="0"/>
                <a:cs typeface="Roboto" panose="02000000000000000000" pitchFamily="2" charset="0"/>
              </a:rPr>
              <a:t>12138</a:t>
            </a:r>
            <a:endParaRPr sz="1050" dirty="0">
              <a:latin typeface="Roboto" panose="02000000000000000000" pitchFamily="2" charset="0"/>
              <a:ea typeface="Roboto" panose="02000000000000000000" pitchFamily="2" charset="0"/>
              <a:cs typeface="Roboto" panose="02000000000000000000" pitchFamily="2" charset="0"/>
            </a:endParaRPr>
          </a:p>
          <a:p>
            <a:pPr marL="9526" algn="r">
              <a:lnSpc>
                <a:spcPct val="100000"/>
              </a:lnSpc>
              <a:spcBef>
                <a:spcPts val="203"/>
              </a:spcBef>
            </a:pPr>
            <a:r>
              <a:rPr sz="1050" spc="49" dirty="0">
                <a:solidFill>
                  <a:srgbClr val="FFFFFF"/>
                </a:solidFill>
                <a:latin typeface="Roboto" panose="02000000000000000000" pitchFamily="2" charset="0"/>
                <a:ea typeface="Roboto" panose="02000000000000000000" pitchFamily="2" charset="0"/>
                <a:cs typeface="Roboto" panose="02000000000000000000" pitchFamily="2" charset="0"/>
              </a:rPr>
              <a:t>©</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41" dirty="0">
                <a:solidFill>
                  <a:srgbClr val="FFFFFF"/>
                </a:solidFill>
                <a:latin typeface="Roboto" panose="02000000000000000000" pitchFamily="2" charset="0"/>
                <a:ea typeface="Roboto" panose="02000000000000000000" pitchFamily="2" charset="0"/>
                <a:cs typeface="Roboto" panose="02000000000000000000" pitchFamily="2" charset="0"/>
              </a:rPr>
              <a:t>202</a:t>
            </a:r>
            <a:r>
              <a:rPr lang="en-AU" sz="1050" spc="41" dirty="0">
                <a:solidFill>
                  <a:srgbClr val="FFFFFF"/>
                </a:solidFill>
                <a:latin typeface="Roboto" panose="02000000000000000000" pitchFamily="2" charset="0"/>
                <a:ea typeface="Roboto" panose="02000000000000000000" pitchFamily="2" charset="0"/>
                <a:cs typeface="Roboto" panose="02000000000000000000" pitchFamily="2" charset="0"/>
              </a:rPr>
              <a:t>4</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Melbourne</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Institute</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of</a:t>
            </a:r>
            <a:r>
              <a:rPr sz="1050" spc="56"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Technology.</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All</a:t>
            </a:r>
            <a:r>
              <a:rPr sz="1050" spc="83"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dirty="0">
                <a:solidFill>
                  <a:srgbClr val="FFFFFF"/>
                </a:solidFill>
                <a:latin typeface="Roboto" panose="02000000000000000000" pitchFamily="2" charset="0"/>
                <a:ea typeface="Roboto" panose="02000000000000000000" pitchFamily="2" charset="0"/>
                <a:cs typeface="Roboto" panose="02000000000000000000" pitchFamily="2" charset="0"/>
              </a:rPr>
              <a:t>rights</a:t>
            </a:r>
            <a:r>
              <a:rPr sz="1050" spc="79" dirty="0">
                <a:solidFill>
                  <a:srgbClr val="FFFFFF"/>
                </a:solidFill>
                <a:latin typeface="Roboto" panose="02000000000000000000" pitchFamily="2" charset="0"/>
                <a:ea typeface="Roboto" panose="02000000000000000000" pitchFamily="2" charset="0"/>
                <a:cs typeface="Roboto" panose="02000000000000000000" pitchFamily="2" charset="0"/>
              </a:rPr>
              <a:t> </a:t>
            </a:r>
            <a:r>
              <a:rPr sz="1050" spc="-8" dirty="0">
                <a:solidFill>
                  <a:srgbClr val="FFFFFF"/>
                </a:solidFill>
                <a:latin typeface="Roboto" panose="02000000000000000000" pitchFamily="2" charset="0"/>
                <a:ea typeface="Roboto" panose="02000000000000000000" pitchFamily="2" charset="0"/>
                <a:cs typeface="Roboto" panose="02000000000000000000" pitchFamily="2" charset="0"/>
              </a:rPr>
              <a:t>reserved</a:t>
            </a:r>
            <a:endParaRPr sz="1050" dirty="0">
              <a:latin typeface="Roboto" panose="02000000000000000000" pitchFamily="2" charset="0"/>
              <a:ea typeface="Roboto" panose="02000000000000000000" pitchFamily="2" charset="0"/>
              <a:cs typeface="Roboto" panose="02000000000000000000" pitchFamily="2" charset="0"/>
            </a:endParaRPr>
          </a:p>
        </p:txBody>
      </p:sp>
      <p:sp>
        <p:nvSpPr>
          <p:cNvPr id="5" name="object 25">
            <a:extLst>
              <a:ext uri="{FF2B5EF4-FFF2-40B4-BE49-F238E27FC236}">
                <a16:creationId xmlns:a16="http://schemas.microsoft.com/office/drawing/2014/main" id="{FAF1731F-B464-F95E-940D-52FC80735350}"/>
              </a:ext>
            </a:extLst>
          </p:cNvPr>
          <p:cNvSpPr txBox="1"/>
          <p:nvPr userDrawn="1"/>
        </p:nvSpPr>
        <p:spPr>
          <a:xfrm>
            <a:off x="642355" y="10467654"/>
            <a:ext cx="2140017" cy="349519"/>
          </a:xfrm>
          <a:prstGeom prst="rect">
            <a:avLst/>
          </a:prstGeom>
        </p:spPr>
        <p:txBody>
          <a:bodyPr vert="horz" wrap="square" lIns="0" tIns="32388" rIns="0" bIns="0" rtlCol="0">
            <a:spAutoFit/>
          </a:bodyPr>
          <a:lstStyle/>
          <a:p>
            <a:pPr marL="9526">
              <a:lnSpc>
                <a:spcPct val="100000"/>
              </a:lnSpc>
              <a:spcBef>
                <a:spcPts val="255"/>
              </a:spcBef>
            </a:pPr>
            <a:r>
              <a:rPr sz="1988" b="1" spc="206" dirty="0">
                <a:solidFill>
                  <a:srgbClr val="FFFFFF"/>
                </a:solidFill>
                <a:latin typeface="Palatino Linotype"/>
                <a:cs typeface="Palatino Linotype"/>
              </a:rPr>
              <a:t>&gt;</a:t>
            </a:r>
            <a:r>
              <a:rPr sz="1988" b="1" spc="-90" dirty="0">
                <a:solidFill>
                  <a:srgbClr val="FFFFFF"/>
                </a:solidFill>
                <a:latin typeface="Palatino Linotype"/>
                <a:cs typeface="Palatino Linotype"/>
              </a:rPr>
              <a:t> </a:t>
            </a:r>
            <a:r>
              <a:rPr sz="1988" b="1" spc="-8" dirty="0">
                <a:solidFill>
                  <a:srgbClr val="FFFFFF"/>
                </a:solidFill>
                <a:latin typeface="Palatino Linotype"/>
                <a:cs typeface="Palatino Linotype"/>
              </a:rPr>
              <a:t>www.mit.edu.au</a:t>
            </a:r>
            <a:endParaRPr sz="1988" dirty="0">
              <a:latin typeface="Palatino Linotype"/>
              <a:cs typeface="Palatino Linotype"/>
            </a:endParaRPr>
          </a:p>
        </p:txBody>
      </p:sp>
    </p:spTree>
    <p:extLst>
      <p:ext uri="{BB962C8B-B14F-4D97-AF65-F5344CB8AC3E}">
        <p14:creationId xmlns:p14="http://schemas.microsoft.com/office/powerpoint/2010/main" val="2483105223"/>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3671264662"/>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37" name="object 2">
            <a:extLst>
              <a:ext uri="{FF2B5EF4-FFF2-40B4-BE49-F238E27FC236}">
                <a16:creationId xmlns:a16="http://schemas.microsoft.com/office/drawing/2014/main" id="{AA7BE95D-6DCA-C163-5E8C-E1539A66F6C4}"/>
              </a:ext>
            </a:extLst>
          </p:cNvPr>
          <p:cNvSpPr/>
          <p:nvPr userDrawn="1"/>
        </p:nvSpPr>
        <p:spPr>
          <a:xfrm>
            <a:off x="13146999" y="4549674"/>
            <a:ext cx="1932826" cy="702945"/>
          </a:xfrm>
          <a:custGeom>
            <a:avLst/>
            <a:gdLst/>
            <a:ahLst/>
            <a:cxnLst/>
            <a:rect l="l" t="t" r="r" b="b"/>
            <a:pathLst>
              <a:path w="2576830" h="702945">
                <a:moveTo>
                  <a:pt x="2576602" y="0"/>
                </a:moveTo>
                <a:lnTo>
                  <a:pt x="0" y="0"/>
                </a:lnTo>
                <a:lnTo>
                  <a:pt x="0" y="702795"/>
                </a:lnTo>
                <a:lnTo>
                  <a:pt x="2576602" y="702795"/>
                </a:lnTo>
                <a:lnTo>
                  <a:pt x="2576602" y="0"/>
                </a:lnTo>
                <a:close/>
              </a:path>
            </a:pathLst>
          </a:custGeom>
          <a:solidFill>
            <a:srgbClr val="60C0C4"/>
          </a:solidFill>
        </p:spPr>
        <p:txBody>
          <a:bodyPr wrap="square" lIns="0" tIns="0" rIns="0" bIns="0" rtlCol="0"/>
          <a:lstStyle/>
          <a:p>
            <a:endParaRPr/>
          </a:p>
        </p:txBody>
      </p:sp>
      <p:sp>
        <p:nvSpPr>
          <p:cNvPr id="38" name="object 3">
            <a:extLst>
              <a:ext uri="{FF2B5EF4-FFF2-40B4-BE49-F238E27FC236}">
                <a16:creationId xmlns:a16="http://schemas.microsoft.com/office/drawing/2014/main" id="{A5890EEC-6B24-BE01-A55C-7F1626000B46}"/>
              </a:ext>
            </a:extLst>
          </p:cNvPr>
          <p:cNvSpPr/>
          <p:nvPr userDrawn="1"/>
        </p:nvSpPr>
        <p:spPr>
          <a:xfrm>
            <a:off x="13146999" y="3087257"/>
            <a:ext cx="1932826" cy="820419"/>
          </a:xfrm>
          <a:custGeom>
            <a:avLst/>
            <a:gdLst/>
            <a:ahLst/>
            <a:cxnLst/>
            <a:rect l="l" t="t" r="r" b="b"/>
            <a:pathLst>
              <a:path w="2576830" h="820420">
                <a:moveTo>
                  <a:pt x="2576602" y="0"/>
                </a:moveTo>
                <a:lnTo>
                  <a:pt x="0" y="0"/>
                </a:lnTo>
                <a:lnTo>
                  <a:pt x="0" y="819901"/>
                </a:lnTo>
                <a:lnTo>
                  <a:pt x="2576602" y="819901"/>
                </a:lnTo>
                <a:lnTo>
                  <a:pt x="2576602" y="0"/>
                </a:lnTo>
                <a:close/>
              </a:path>
            </a:pathLst>
          </a:custGeom>
          <a:solidFill>
            <a:srgbClr val="60C0C4"/>
          </a:solidFill>
        </p:spPr>
        <p:txBody>
          <a:bodyPr wrap="square" lIns="0" tIns="0" rIns="0" bIns="0" rtlCol="0"/>
          <a:lstStyle/>
          <a:p>
            <a:endParaRPr/>
          </a:p>
        </p:txBody>
      </p:sp>
      <p:sp>
        <p:nvSpPr>
          <p:cNvPr id="39" name="object 4">
            <a:extLst>
              <a:ext uri="{FF2B5EF4-FFF2-40B4-BE49-F238E27FC236}">
                <a16:creationId xmlns:a16="http://schemas.microsoft.com/office/drawing/2014/main" id="{B3AE07DF-EC48-CFB0-A004-C011BFACD612}"/>
              </a:ext>
            </a:extLst>
          </p:cNvPr>
          <p:cNvSpPr/>
          <p:nvPr userDrawn="1"/>
        </p:nvSpPr>
        <p:spPr>
          <a:xfrm>
            <a:off x="13146999" y="1640129"/>
            <a:ext cx="1932826" cy="972819"/>
          </a:xfrm>
          <a:custGeom>
            <a:avLst/>
            <a:gdLst/>
            <a:ahLst/>
            <a:cxnLst/>
            <a:rect l="l" t="t" r="r" b="b"/>
            <a:pathLst>
              <a:path w="2576830" h="972819">
                <a:moveTo>
                  <a:pt x="2576602" y="0"/>
                </a:moveTo>
                <a:lnTo>
                  <a:pt x="0" y="0"/>
                </a:lnTo>
                <a:lnTo>
                  <a:pt x="0" y="972630"/>
                </a:lnTo>
                <a:lnTo>
                  <a:pt x="2576602" y="972630"/>
                </a:lnTo>
                <a:lnTo>
                  <a:pt x="2576602" y="0"/>
                </a:lnTo>
                <a:close/>
              </a:path>
            </a:pathLst>
          </a:custGeom>
          <a:solidFill>
            <a:srgbClr val="60C0C4"/>
          </a:solidFill>
        </p:spPr>
        <p:txBody>
          <a:bodyPr wrap="square" lIns="0" tIns="0" rIns="0" bIns="0" rtlCol="0"/>
          <a:lstStyle/>
          <a:p>
            <a:endParaRPr/>
          </a:p>
        </p:txBody>
      </p:sp>
      <p:sp>
        <p:nvSpPr>
          <p:cNvPr id="40" name="object 5">
            <a:extLst>
              <a:ext uri="{FF2B5EF4-FFF2-40B4-BE49-F238E27FC236}">
                <a16:creationId xmlns:a16="http://schemas.microsoft.com/office/drawing/2014/main" id="{63788526-9F5C-2314-48CD-9B553257D233}"/>
              </a:ext>
            </a:extLst>
          </p:cNvPr>
          <p:cNvSpPr/>
          <p:nvPr userDrawn="1"/>
        </p:nvSpPr>
        <p:spPr>
          <a:xfrm>
            <a:off x="13147000" y="1"/>
            <a:ext cx="1932826" cy="1228725"/>
          </a:xfrm>
          <a:custGeom>
            <a:avLst/>
            <a:gdLst/>
            <a:ahLst/>
            <a:cxnLst/>
            <a:rect l="l" t="t" r="r" b="b"/>
            <a:pathLst>
              <a:path w="2576830" h="1228725">
                <a:moveTo>
                  <a:pt x="2576602" y="0"/>
                </a:moveTo>
                <a:lnTo>
                  <a:pt x="0" y="0"/>
                </a:lnTo>
                <a:lnTo>
                  <a:pt x="0" y="1216392"/>
                </a:lnTo>
                <a:lnTo>
                  <a:pt x="2576602" y="1228255"/>
                </a:lnTo>
                <a:lnTo>
                  <a:pt x="2576602" y="0"/>
                </a:lnTo>
                <a:close/>
              </a:path>
            </a:pathLst>
          </a:custGeom>
          <a:solidFill>
            <a:srgbClr val="60C0C4"/>
          </a:solidFill>
        </p:spPr>
        <p:txBody>
          <a:bodyPr wrap="square" lIns="0" tIns="0" rIns="0" bIns="0" rtlCol="0"/>
          <a:lstStyle/>
          <a:p>
            <a:endParaRPr/>
          </a:p>
        </p:txBody>
      </p:sp>
      <p:sp>
        <p:nvSpPr>
          <p:cNvPr id="41" name="object 6">
            <a:extLst>
              <a:ext uri="{FF2B5EF4-FFF2-40B4-BE49-F238E27FC236}">
                <a16:creationId xmlns:a16="http://schemas.microsoft.com/office/drawing/2014/main" id="{63465EA9-DC73-3492-AC25-0D82B7122439}"/>
              </a:ext>
            </a:extLst>
          </p:cNvPr>
          <p:cNvSpPr/>
          <p:nvPr userDrawn="1"/>
        </p:nvSpPr>
        <p:spPr>
          <a:xfrm>
            <a:off x="11294039" y="3778900"/>
            <a:ext cx="1853284" cy="1122680"/>
          </a:xfrm>
          <a:custGeom>
            <a:avLst/>
            <a:gdLst/>
            <a:ahLst/>
            <a:cxnLst/>
            <a:rect l="l" t="t" r="r" b="b"/>
            <a:pathLst>
              <a:path w="2470784" h="1122679">
                <a:moveTo>
                  <a:pt x="2470354" y="0"/>
                </a:moveTo>
                <a:lnTo>
                  <a:pt x="0" y="0"/>
                </a:lnTo>
                <a:lnTo>
                  <a:pt x="0" y="1122164"/>
                </a:lnTo>
                <a:lnTo>
                  <a:pt x="2470354" y="1122164"/>
                </a:lnTo>
                <a:lnTo>
                  <a:pt x="2470354" y="0"/>
                </a:lnTo>
                <a:close/>
              </a:path>
            </a:pathLst>
          </a:custGeom>
          <a:solidFill>
            <a:srgbClr val="60C0C4"/>
          </a:solidFill>
        </p:spPr>
        <p:txBody>
          <a:bodyPr wrap="square" lIns="0" tIns="0" rIns="0" bIns="0" rtlCol="0"/>
          <a:lstStyle/>
          <a:p>
            <a:endParaRPr/>
          </a:p>
        </p:txBody>
      </p:sp>
      <p:sp>
        <p:nvSpPr>
          <p:cNvPr id="42" name="object 7">
            <a:extLst>
              <a:ext uri="{FF2B5EF4-FFF2-40B4-BE49-F238E27FC236}">
                <a16:creationId xmlns:a16="http://schemas.microsoft.com/office/drawing/2014/main" id="{B81521D3-E3A5-4348-6B51-7DCBB6423D26}"/>
              </a:ext>
            </a:extLst>
          </p:cNvPr>
          <p:cNvSpPr/>
          <p:nvPr userDrawn="1"/>
        </p:nvSpPr>
        <p:spPr>
          <a:xfrm>
            <a:off x="11294039" y="2341144"/>
            <a:ext cx="1853284" cy="1003935"/>
          </a:xfrm>
          <a:custGeom>
            <a:avLst/>
            <a:gdLst/>
            <a:ahLst/>
            <a:cxnLst/>
            <a:rect l="l" t="t" r="r" b="b"/>
            <a:pathLst>
              <a:path w="2470784" h="1003935">
                <a:moveTo>
                  <a:pt x="2470354" y="0"/>
                </a:moveTo>
                <a:lnTo>
                  <a:pt x="0" y="0"/>
                </a:lnTo>
                <a:lnTo>
                  <a:pt x="0" y="1003445"/>
                </a:lnTo>
                <a:lnTo>
                  <a:pt x="2470354" y="1003445"/>
                </a:lnTo>
                <a:lnTo>
                  <a:pt x="2470354" y="0"/>
                </a:lnTo>
                <a:close/>
              </a:path>
            </a:pathLst>
          </a:custGeom>
          <a:solidFill>
            <a:srgbClr val="60C0C4"/>
          </a:solidFill>
        </p:spPr>
        <p:txBody>
          <a:bodyPr wrap="square" lIns="0" tIns="0" rIns="0" bIns="0" rtlCol="0"/>
          <a:lstStyle/>
          <a:p>
            <a:endParaRPr/>
          </a:p>
        </p:txBody>
      </p:sp>
      <p:sp>
        <p:nvSpPr>
          <p:cNvPr id="43" name="object 8">
            <a:extLst>
              <a:ext uri="{FF2B5EF4-FFF2-40B4-BE49-F238E27FC236}">
                <a16:creationId xmlns:a16="http://schemas.microsoft.com/office/drawing/2014/main" id="{4881C597-906C-1CFD-F885-1535C4F4B330}"/>
              </a:ext>
            </a:extLst>
          </p:cNvPr>
          <p:cNvSpPr/>
          <p:nvPr userDrawn="1"/>
        </p:nvSpPr>
        <p:spPr>
          <a:xfrm>
            <a:off x="11294039" y="872067"/>
            <a:ext cx="1853284" cy="886460"/>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rgbClr val="DB002E"/>
          </a:solidFill>
        </p:spPr>
        <p:txBody>
          <a:bodyPr wrap="square" lIns="0" tIns="0" rIns="0" bIns="0" rtlCol="0"/>
          <a:lstStyle/>
          <a:p>
            <a:endParaRPr/>
          </a:p>
        </p:txBody>
      </p:sp>
      <p:sp>
        <p:nvSpPr>
          <p:cNvPr id="44" name="object 9">
            <a:extLst>
              <a:ext uri="{FF2B5EF4-FFF2-40B4-BE49-F238E27FC236}">
                <a16:creationId xmlns:a16="http://schemas.microsoft.com/office/drawing/2014/main" id="{A8034A52-1F4B-EA27-E8D0-11073050292F}"/>
              </a:ext>
            </a:extLst>
          </p:cNvPr>
          <p:cNvSpPr/>
          <p:nvPr userDrawn="1"/>
        </p:nvSpPr>
        <p:spPr>
          <a:xfrm>
            <a:off x="2768409" y="1079112"/>
            <a:ext cx="504878" cy="445134"/>
          </a:xfrm>
          <a:custGeom>
            <a:avLst/>
            <a:gdLst/>
            <a:ahLst/>
            <a:cxnLst/>
            <a:rect l="l" t="t" r="r" b="b"/>
            <a:pathLst>
              <a:path w="673100" h="445134">
                <a:moveTo>
                  <a:pt x="278650" y="318503"/>
                </a:moveTo>
                <a:lnTo>
                  <a:pt x="269214" y="267081"/>
                </a:lnTo>
                <a:lnTo>
                  <a:pt x="246316" y="235445"/>
                </a:lnTo>
                <a:lnTo>
                  <a:pt x="245643" y="234505"/>
                </a:lnTo>
                <a:lnTo>
                  <a:pt x="215087" y="216458"/>
                </a:lnTo>
                <a:lnTo>
                  <a:pt x="203619" y="213499"/>
                </a:lnTo>
                <a:lnTo>
                  <a:pt x="203619" y="312254"/>
                </a:lnTo>
                <a:lnTo>
                  <a:pt x="194703" y="350901"/>
                </a:lnTo>
                <a:lnTo>
                  <a:pt x="171475" y="373227"/>
                </a:lnTo>
                <a:lnTo>
                  <a:pt x="139255" y="383489"/>
                </a:lnTo>
                <a:lnTo>
                  <a:pt x="103365" y="385965"/>
                </a:lnTo>
                <a:lnTo>
                  <a:pt x="73736" y="385965"/>
                </a:lnTo>
                <a:lnTo>
                  <a:pt x="73736" y="235445"/>
                </a:lnTo>
                <a:lnTo>
                  <a:pt x="103365" y="235445"/>
                </a:lnTo>
                <a:lnTo>
                  <a:pt x="144830" y="239458"/>
                </a:lnTo>
                <a:lnTo>
                  <a:pt x="176428" y="252539"/>
                </a:lnTo>
                <a:lnTo>
                  <a:pt x="196557" y="276275"/>
                </a:lnTo>
                <a:lnTo>
                  <a:pt x="203619" y="312254"/>
                </a:lnTo>
                <a:lnTo>
                  <a:pt x="203619" y="213499"/>
                </a:lnTo>
                <a:lnTo>
                  <a:pt x="184696" y="208584"/>
                </a:lnTo>
                <a:lnTo>
                  <a:pt x="184696" y="207352"/>
                </a:lnTo>
                <a:lnTo>
                  <a:pt x="206679" y="197434"/>
                </a:lnTo>
                <a:lnTo>
                  <a:pt x="225704" y="183591"/>
                </a:lnTo>
                <a:lnTo>
                  <a:pt x="230428" y="180162"/>
                </a:lnTo>
                <a:lnTo>
                  <a:pt x="249440" y="151638"/>
                </a:lnTo>
                <a:lnTo>
                  <a:pt x="257225" y="108026"/>
                </a:lnTo>
                <a:lnTo>
                  <a:pt x="245364" y="58699"/>
                </a:lnTo>
                <a:lnTo>
                  <a:pt x="244563" y="55346"/>
                </a:lnTo>
                <a:lnTo>
                  <a:pt x="213169" y="24676"/>
                </a:lnTo>
                <a:lnTo>
                  <a:pt x="182194" y="13690"/>
                </a:lnTo>
                <a:lnTo>
                  <a:pt x="182194" y="120523"/>
                </a:lnTo>
                <a:lnTo>
                  <a:pt x="176174" y="153822"/>
                </a:lnTo>
                <a:lnTo>
                  <a:pt x="159575" y="172897"/>
                </a:lnTo>
                <a:lnTo>
                  <a:pt x="134569" y="181546"/>
                </a:lnTo>
                <a:lnTo>
                  <a:pt x="103365" y="183591"/>
                </a:lnTo>
                <a:lnTo>
                  <a:pt x="73736" y="183591"/>
                </a:lnTo>
                <a:lnTo>
                  <a:pt x="73736" y="58699"/>
                </a:lnTo>
                <a:lnTo>
                  <a:pt x="103365" y="58699"/>
                </a:lnTo>
                <a:lnTo>
                  <a:pt x="135369" y="60794"/>
                </a:lnTo>
                <a:lnTo>
                  <a:pt x="160274" y="69456"/>
                </a:lnTo>
                <a:lnTo>
                  <a:pt x="176428" y="88201"/>
                </a:lnTo>
                <a:lnTo>
                  <a:pt x="182194" y="120523"/>
                </a:lnTo>
                <a:lnTo>
                  <a:pt x="182194" y="13690"/>
                </a:lnTo>
                <a:lnTo>
                  <a:pt x="172910" y="10388"/>
                </a:lnTo>
                <a:lnTo>
                  <a:pt x="133642" y="6870"/>
                </a:lnTo>
                <a:lnTo>
                  <a:pt x="0" y="6870"/>
                </a:lnTo>
                <a:lnTo>
                  <a:pt x="0" y="437781"/>
                </a:lnTo>
                <a:lnTo>
                  <a:pt x="133642" y="437781"/>
                </a:lnTo>
                <a:lnTo>
                  <a:pt x="172935" y="435571"/>
                </a:lnTo>
                <a:lnTo>
                  <a:pt x="211924" y="426364"/>
                </a:lnTo>
                <a:lnTo>
                  <a:pt x="245770" y="406349"/>
                </a:lnTo>
                <a:lnTo>
                  <a:pt x="269633" y="371678"/>
                </a:lnTo>
                <a:lnTo>
                  <a:pt x="278650" y="318503"/>
                </a:lnTo>
                <a:close/>
              </a:path>
              <a:path w="673100" h="445134">
                <a:moveTo>
                  <a:pt x="672668" y="222326"/>
                </a:moveTo>
                <a:lnTo>
                  <a:pt x="670039" y="170484"/>
                </a:lnTo>
                <a:lnTo>
                  <a:pt x="661504" y="123355"/>
                </a:lnTo>
                <a:lnTo>
                  <a:pt x="646112" y="82130"/>
                </a:lnTo>
                <a:lnTo>
                  <a:pt x="625513" y="51828"/>
                </a:lnTo>
                <a:lnTo>
                  <a:pt x="622909" y="47980"/>
                </a:lnTo>
                <a:lnTo>
                  <a:pt x="591324" y="22453"/>
                </a:lnTo>
                <a:lnTo>
                  <a:pt x="591324" y="222326"/>
                </a:lnTo>
                <a:lnTo>
                  <a:pt x="588632" y="275310"/>
                </a:lnTo>
                <a:lnTo>
                  <a:pt x="579462" y="321995"/>
                </a:lnTo>
                <a:lnTo>
                  <a:pt x="562190" y="359244"/>
                </a:lnTo>
                <a:lnTo>
                  <a:pt x="535165" y="383908"/>
                </a:lnTo>
                <a:lnTo>
                  <a:pt x="496785" y="392823"/>
                </a:lnTo>
                <a:lnTo>
                  <a:pt x="458127" y="383908"/>
                </a:lnTo>
                <a:lnTo>
                  <a:pt x="431076" y="359244"/>
                </a:lnTo>
                <a:lnTo>
                  <a:pt x="413880" y="321995"/>
                </a:lnTo>
                <a:lnTo>
                  <a:pt x="404825" y="275310"/>
                </a:lnTo>
                <a:lnTo>
                  <a:pt x="402196" y="222326"/>
                </a:lnTo>
                <a:lnTo>
                  <a:pt x="404825" y="169341"/>
                </a:lnTo>
                <a:lnTo>
                  <a:pt x="413880" y="122656"/>
                </a:lnTo>
                <a:lnTo>
                  <a:pt x="431076" y="85407"/>
                </a:lnTo>
                <a:lnTo>
                  <a:pt x="458127" y="60744"/>
                </a:lnTo>
                <a:lnTo>
                  <a:pt x="496785" y="51828"/>
                </a:lnTo>
                <a:lnTo>
                  <a:pt x="535165" y="60744"/>
                </a:lnTo>
                <a:lnTo>
                  <a:pt x="562190" y="85407"/>
                </a:lnTo>
                <a:lnTo>
                  <a:pt x="579462" y="122656"/>
                </a:lnTo>
                <a:lnTo>
                  <a:pt x="588632" y="169341"/>
                </a:lnTo>
                <a:lnTo>
                  <a:pt x="591324" y="222326"/>
                </a:lnTo>
                <a:lnTo>
                  <a:pt x="591324" y="22453"/>
                </a:lnTo>
                <a:lnTo>
                  <a:pt x="590918" y="22123"/>
                </a:lnTo>
                <a:lnTo>
                  <a:pt x="549198" y="5727"/>
                </a:lnTo>
                <a:lnTo>
                  <a:pt x="496785" y="0"/>
                </a:lnTo>
                <a:lnTo>
                  <a:pt x="444169" y="5727"/>
                </a:lnTo>
                <a:lnTo>
                  <a:pt x="402361" y="22123"/>
                </a:lnTo>
                <a:lnTo>
                  <a:pt x="370382" y="47980"/>
                </a:lnTo>
                <a:lnTo>
                  <a:pt x="347230" y="82130"/>
                </a:lnTo>
                <a:lnTo>
                  <a:pt x="331914" y="123355"/>
                </a:lnTo>
                <a:lnTo>
                  <a:pt x="323456" y="170484"/>
                </a:lnTo>
                <a:lnTo>
                  <a:pt x="320865" y="222326"/>
                </a:lnTo>
                <a:lnTo>
                  <a:pt x="323456" y="274167"/>
                </a:lnTo>
                <a:lnTo>
                  <a:pt x="331914" y="321297"/>
                </a:lnTo>
                <a:lnTo>
                  <a:pt x="347230" y="362521"/>
                </a:lnTo>
                <a:lnTo>
                  <a:pt x="370382" y="396671"/>
                </a:lnTo>
                <a:lnTo>
                  <a:pt x="402361" y="422529"/>
                </a:lnTo>
                <a:lnTo>
                  <a:pt x="444169" y="438924"/>
                </a:lnTo>
                <a:lnTo>
                  <a:pt x="496785" y="444652"/>
                </a:lnTo>
                <a:lnTo>
                  <a:pt x="549198" y="438924"/>
                </a:lnTo>
                <a:lnTo>
                  <a:pt x="590918" y="422529"/>
                </a:lnTo>
                <a:lnTo>
                  <a:pt x="622909" y="396671"/>
                </a:lnTo>
                <a:lnTo>
                  <a:pt x="625513" y="392823"/>
                </a:lnTo>
                <a:lnTo>
                  <a:pt x="646112" y="362521"/>
                </a:lnTo>
                <a:lnTo>
                  <a:pt x="661504" y="321297"/>
                </a:lnTo>
                <a:lnTo>
                  <a:pt x="670039" y="274167"/>
                </a:lnTo>
                <a:lnTo>
                  <a:pt x="672668" y="222326"/>
                </a:lnTo>
                <a:close/>
              </a:path>
            </a:pathLst>
          </a:custGeom>
          <a:solidFill>
            <a:srgbClr val="E31837"/>
          </a:solidFill>
        </p:spPr>
        <p:txBody>
          <a:bodyPr wrap="square" lIns="0" tIns="0" rIns="0" bIns="0" rtlCol="0"/>
          <a:lstStyle/>
          <a:p>
            <a:endParaRPr/>
          </a:p>
        </p:txBody>
      </p:sp>
      <p:sp>
        <p:nvSpPr>
          <p:cNvPr id="45" name="object 10">
            <a:extLst>
              <a:ext uri="{FF2B5EF4-FFF2-40B4-BE49-F238E27FC236}">
                <a16:creationId xmlns:a16="http://schemas.microsoft.com/office/drawing/2014/main" id="{C6B02596-B104-E63F-3F32-82A2881CDEDC}"/>
              </a:ext>
            </a:extLst>
          </p:cNvPr>
          <p:cNvSpPr/>
          <p:nvPr userDrawn="1"/>
        </p:nvSpPr>
        <p:spPr>
          <a:xfrm>
            <a:off x="1892173" y="1085986"/>
            <a:ext cx="333886" cy="431165"/>
          </a:xfrm>
          <a:custGeom>
            <a:avLst/>
            <a:gdLst/>
            <a:ahLst/>
            <a:cxnLst/>
            <a:rect l="l" t="t" r="r" b="b"/>
            <a:pathLst>
              <a:path w="445135" h="431165">
                <a:moveTo>
                  <a:pt x="445064" y="0"/>
                </a:moveTo>
                <a:lnTo>
                  <a:pt x="344837" y="0"/>
                </a:lnTo>
                <a:lnTo>
                  <a:pt x="223176" y="344115"/>
                </a:lnTo>
                <a:lnTo>
                  <a:pt x="221888" y="344115"/>
                </a:lnTo>
                <a:lnTo>
                  <a:pt x="100855" y="0"/>
                </a:lnTo>
                <a:lnTo>
                  <a:pt x="0" y="0"/>
                </a:lnTo>
                <a:lnTo>
                  <a:pt x="0" y="430897"/>
                </a:lnTo>
                <a:lnTo>
                  <a:pt x="67432" y="430897"/>
                </a:lnTo>
                <a:lnTo>
                  <a:pt x="67432" y="91169"/>
                </a:lnTo>
                <a:lnTo>
                  <a:pt x="68720" y="91169"/>
                </a:lnTo>
                <a:lnTo>
                  <a:pt x="188507" y="430897"/>
                </a:lnTo>
                <a:lnTo>
                  <a:pt x="256557" y="430897"/>
                </a:lnTo>
                <a:lnTo>
                  <a:pt x="376375" y="91169"/>
                </a:lnTo>
                <a:lnTo>
                  <a:pt x="377632" y="91169"/>
                </a:lnTo>
                <a:lnTo>
                  <a:pt x="377632" y="430897"/>
                </a:lnTo>
                <a:lnTo>
                  <a:pt x="445064" y="430897"/>
                </a:lnTo>
                <a:lnTo>
                  <a:pt x="445064" y="0"/>
                </a:lnTo>
                <a:close/>
              </a:path>
            </a:pathLst>
          </a:custGeom>
          <a:solidFill>
            <a:srgbClr val="E31837"/>
          </a:solidFill>
        </p:spPr>
        <p:txBody>
          <a:bodyPr wrap="square" lIns="0" tIns="0" rIns="0" bIns="0" rtlCol="0"/>
          <a:lstStyle/>
          <a:p>
            <a:endParaRPr/>
          </a:p>
        </p:txBody>
      </p:sp>
      <p:sp>
        <p:nvSpPr>
          <p:cNvPr id="46" name="object 11">
            <a:extLst>
              <a:ext uri="{FF2B5EF4-FFF2-40B4-BE49-F238E27FC236}">
                <a16:creationId xmlns:a16="http://schemas.microsoft.com/office/drawing/2014/main" id="{F77CF4D1-F51F-B9D1-81B9-E5745ED2672D}"/>
              </a:ext>
            </a:extLst>
          </p:cNvPr>
          <p:cNvSpPr/>
          <p:nvPr userDrawn="1"/>
        </p:nvSpPr>
        <p:spPr>
          <a:xfrm>
            <a:off x="2541433" y="1085385"/>
            <a:ext cx="183852" cy="431800"/>
          </a:xfrm>
          <a:custGeom>
            <a:avLst/>
            <a:gdLst/>
            <a:ahLst/>
            <a:cxnLst/>
            <a:rect l="l" t="t" r="r" b="b"/>
            <a:pathLst>
              <a:path w="245110" h="431800">
                <a:moveTo>
                  <a:pt x="244614" y="375920"/>
                </a:moveTo>
                <a:lnTo>
                  <a:pt x="73736" y="375920"/>
                </a:lnTo>
                <a:lnTo>
                  <a:pt x="73736" y="0"/>
                </a:lnTo>
                <a:lnTo>
                  <a:pt x="0" y="0"/>
                </a:lnTo>
                <a:lnTo>
                  <a:pt x="0" y="375920"/>
                </a:lnTo>
                <a:lnTo>
                  <a:pt x="0" y="431800"/>
                </a:lnTo>
                <a:lnTo>
                  <a:pt x="244614" y="431800"/>
                </a:lnTo>
                <a:lnTo>
                  <a:pt x="244614" y="375920"/>
                </a:lnTo>
                <a:close/>
              </a:path>
            </a:pathLst>
          </a:custGeom>
          <a:solidFill>
            <a:srgbClr val="E31837"/>
          </a:solidFill>
        </p:spPr>
        <p:txBody>
          <a:bodyPr wrap="square" lIns="0" tIns="0" rIns="0" bIns="0" rtlCol="0"/>
          <a:lstStyle/>
          <a:p>
            <a:endParaRPr/>
          </a:p>
        </p:txBody>
      </p:sp>
      <p:sp>
        <p:nvSpPr>
          <p:cNvPr id="47" name="object 12">
            <a:extLst>
              <a:ext uri="{FF2B5EF4-FFF2-40B4-BE49-F238E27FC236}">
                <a16:creationId xmlns:a16="http://schemas.microsoft.com/office/drawing/2014/main" id="{0BB4F3E1-349F-8BFF-62C0-80D700663AE8}"/>
              </a:ext>
            </a:extLst>
          </p:cNvPr>
          <p:cNvSpPr/>
          <p:nvPr userDrawn="1"/>
        </p:nvSpPr>
        <p:spPr>
          <a:xfrm>
            <a:off x="2295510" y="1085385"/>
            <a:ext cx="194807" cy="431800"/>
          </a:xfrm>
          <a:custGeom>
            <a:avLst/>
            <a:gdLst/>
            <a:ahLst/>
            <a:cxnLst/>
            <a:rect l="l" t="t" r="r" b="b"/>
            <a:pathLst>
              <a:path w="259714" h="431800">
                <a:moveTo>
                  <a:pt x="259143" y="375920"/>
                </a:moveTo>
                <a:lnTo>
                  <a:pt x="73774" y="375920"/>
                </a:lnTo>
                <a:lnTo>
                  <a:pt x="73774" y="236220"/>
                </a:lnTo>
                <a:lnTo>
                  <a:pt x="244640" y="236220"/>
                </a:lnTo>
                <a:lnTo>
                  <a:pt x="244640" y="180340"/>
                </a:lnTo>
                <a:lnTo>
                  <a:pt x="73774" y="180340"/>
                </a:lnTo>
                <a:lnTo>
                  <a:pt x="73774" y="55880"/>
                </a:lnTo>
                <a:lnTo>
                  <a:pt x="254088" y="55880"/>
                </a:lnTo>
                <a:lnTo>
                  <a:pt x="254088" y="0"/>
                </a:lnTo>
                <a:lnTo>
                  <a:pt x="0" y="0"/>
                </a:lnTo>
                <a:lnTo>
                  <a:pt x="0" y="55880"/>
                </a:lnTo>
                <a:lnTo>
                  <a:pt x="0" y="180340"/>
                </a:lnTo>
                <a:lnTo>
                  <a:pt x="0" y="236220"/>
                </a:lnTo>
                <a:lnTo>
                  <a:pt x="0" y="375920"/>
                </a:lnTo>
                <a:lnTo>
                  <a:pt x="0" y="431800"/>
                </a:lnTo>
                <a:lnTo>
                  <a:pt x="259143" y="431800"/>
                </a:lnTo>
                <a:lnTo>
                  <a:pt x="259143" y="375920"/>
                </a:lnTo>
                <a:close/>
              </a:path>
            </a:pathLst>
          </a:custGeom>
          <a:solidFill>
            <a:srgbClr val="E31837"/>
          </a:solidFill>
        </p:spPr>
        <p:txBody>
          <a:bodyPr wrap="square" lIns="0" tIns="0" rIns="0" bIns="0" rtlCol="0"/>
          <a:lstStyle/>
          <a:p>
            <a:endParaRPr/>
          </a:p>
        </p:txBody>
      </p:sp>
      <p:sp>
        <p:nvSpPr>
          <p:cNvPr id="48" name="object 13">
            <a:extLst>
              <a:ext uri="{FF2B5EF4-FFF2-40B4-BE49-F238E27FC236}">
                <a16:creationId xmlns:a16="http://schemas.microsoft.com/office/drawing/2014/main" id="{7027AD7E-7AAF-F0EB-9466-9F08A7BFA6D7}"/>
              </a:ext>
            </a:extLst>
          </p:cNvPr>
          <p:cNvSpPr/>
          <p:nvPr userDrawn="1"/>
        </p:nvSpPr>
        <p:spPr>
          <a:xfrm>
            <a:off x="4196490" y="1085385"/>
            <a:ext cx="194330" cy="431800"/>
          </a:xfrm>
          <a:custGeom>
            <a:avLst/>
            <a:gdLst/>
            <a:ahLst/>
            <a:cxnLst/>
            <a:rect l="l" t="t" r="r" b="b"/>
            <a:pathLst>
              <a:path w="259079" h="431800">
                <a:moveTo>
                  <a:pt x="259067" y="375920"/>
                </a:moveTo>
                <a:lnTo>
                  <a:pt x="73736" y="375920"/>
                </a:lnTo>
                <a:lnTo>
                  <a:pt x="73736" y="236220"/>
                </a:lnTo>
                <a:lnTo>
                  <a:pt x="244614" y="236220"/>
                </a:lnTo>
                <a:lnTo>
                  <a:pt x="244614" y="180340"/>
                </a:lnTo>
                <a:lnTo>
                  <a:pt x="73736" y="180340"/>
                </a:lnTo>
                <a:lnTo>
                  <a:pt x="73736" y="55880"/>
                </a:lnTo>
                <a:lnTo>
                  <a:pt x="254050" y="55880"/>
                </a:lnTo>
                <a:lnTo>
                  <a:pt x="254050" y="0"/>
                </a:lnTo>
                <a:lnTo>
                  <a:pt x="0" y="0"/>
                </a:lnTo>
                <a:lnTo>
                  <a:pt x="0" y="55880"/>
                </a:lnTo>
                <a:lnTo>
                  <a:pt x="0" y="180340"/>
                </a:lnTo>
                <a:lnTo>
                  <a:pt x="0" y="236220"/>
                </a:lnTo>
                <a:lnTo>
                  <a:pt x="0" y="375920"/>
                </a:lnTo>
                <a:lnTo>
                  <a:pt x="0" y="431800"/>
                </a:lnTo>
                <a:lnTo>
                  <a:pt x="259067" y="431800"/>
                </a:lnTo>
                <a:lnTo>
                  <a:pt x="259067" y="375920"/>
                </a:lnTo>
                <a:close/>
              </a:path>
            </a:pathLst>
          </a:custGeom>
          <a:solidFill>
            <a:srgbClr val="E31837"/>
          </a:solidFill>
        </p:spPr>
        <p:txBody>
          <a:bodyPr wrap="square" lIns="0" tIns="0" rIns="0" bIns="0" rtlCol="0"/>
          <a:lstStyle/>
          <a:p>
            <a:endParaRPr/>
          </a:p>
        </p:txBody>
      </p:sp>
      <p:sp>
        <p:nvSpPr>
          <p:cNvPr id="49" name="object 14">
            <a:extLst>
              <a:ext uri="{FF2B5EF4-FFF2-40B4-BE49-F238E27FC236}">
                <a16:creationId xmlns:a16="http://schemas.microsoft.com/office/drawing/2014/main" id="{18999DCB-81A1-85C5-D808-1675A103B705}"/>
              </a:ext>
            </a:extLst>
          </p:cNvPr>
          <p:cNvSpPr/>
          <p:nvPr userDrawn="1"/>
        </p:nvSpPr>
        <p:spPr>
          <a:xfrm>
            <a:off x="3881086" y="1085987"/>
            <a:ext cx="245771" cy="431165"/>
          </a:xfrm>
          <a:custGeom>
            <a:avLst/>
            <a:gdLst/>
            <a:ahLst/>
            <a:cxnLst/>
            <a:rect l="l" t="t" r="r" b="b"/>
            <a:pathLst>
              <a:path w="327660" h="431165">
                <a:moveTo>
                  <a:pt x="327204" y="0"/>
                </a:moveTo>
                <a:lnTo>
                  <a:pt x="259740" y="0"/>
                </a:lnTo>
                <a:lnTo>
                  <a:pt x="259740" y="317257"/>
                </a:lnTo>
                <a:lnTo>
                  <a:pt x="258484" y="317257"/>
                </a:lnTo>
                <a:lnTo>
                  <a:pt x="90782" y="0"/>
                </a:lnTo>
                <a:lnTo>
                  <a:pt x="0" y="0"/>
                </a:lnTo>
                <a:lnTo>
                  <a:pt x="0" y="430897"/>
                </a:lnTo>
                <a:lnTo>
                  <a:pt x="67432" y="430897"/>
                </a:lnTo>
                <a:lnTo>
                  <a:pt x="67432" y="98038"/>
                </a:lnTo>
                <a:lnTo>
                  <a:pt x="68730" y="98038"/>
                </a:lnTo>
                <a:lnTo>
                  <a:pt x="244568" y="430897"/>
                </a:lnTo>
                <a:lnTo>
                  <a:pt x="327204" y="430897"/>
                </a:lnTo>
                <a:lnTo>
                  <a:pt x="327204" y="0"/>
                </a:lnTo>
                <a:close/>
              </a:path>
            </a:pathLst>
          </a:custGeom>
          <a:solidFill>
            <a:srgbClr val="E31837"/>
          </a:solidFill>
        </p:spPr>
        <p:txBody>
          <a:bodyPr wrap="square" lIns="0" tIns="0" rIns="0" bIns="0" rtlCol="0"/>
          <a:lstStyle/>
          <a:p>
            <a:endParaRPr/>
          </a:p>
        </p:txBody>
      </p:sp>
      <p:sp>
        <p:nvSpPr>
          <p:cNvPr id="50" name="object 15">
            <a:extLst>
              <a:ext uri="{FF2B5EF4-FFF2-40B4-BE49-F238E27FC236}">
                <a16:creationId xmlns:a16="http://schemas.microsoft.com/office/drawing/2014/main" id="{68648315-7DDE-F34D-1ABA-3B5AEA6C5CD7}"/>
              </a:ext>
            </a:extLst>
          </p:cNvPr>
          <p:cNvSpPr/>
          <p:nvPr userDrawn="1"/>
        </p:nvSpPr>
        <p:spPr>
          <a:xfrm>
            <a:off x="3617228" y="1085985"/>
            <a:ext cx="217193" cy="431165"/>
          </a:xfrm>
          <a:custGeom>
            <a:avLst/>
            <a:gdLst/>
            <a:ahLst/>
            <a:cxnLst/>
            <a:rect l="l" t="t" r="r" b="b"/>
            <a:pathLst>
              <a:path w="289560" h="431165">
                <a:moveTo>
                  <a:pt x="131776" y="0"/>
                </a:moveTo>
                <a:lnTo>
                  <a:pt x="0" y="0"/>
                </a:lnTo>
                <a:lnTo>
                  <a:pt x="0" y="430897"/>
                </a:lnTo>
                <a:lnTo>
                  <a:pt x="73704" y="430897"/>
                </a:lnTo>
                <a:lnTo>
                  <a:pt x="73704" y="246034"/>
                </a:lnTo>
                <a:lnTo>
                  <a:pt x="239273" y="246034"/>
                </a:lnTo>
                <a:lnTo>
                  <a:pt x="221552" y="228242"/>
                </a:lnTo>
                <a:lnTo>
                  <a:pt x="185334" y="214202"/>
                </a:lnTo>
                <a:lnTo>
                  <a:pt x="185334" y="212967"/>
                </a:lnTo>
                <a:lnTo>
                  <a:pt x="217702" y="202435"/>
                </a:lnTo>
                <a:lnTo>
                  <a:pt x="230371" y="194213"/>
                </a:lnTo>
                <a:lnTo>
                  <a:pt x="73704" y="194213"/>
                </a:lnTo>
                <a:lnTo>
                  <a:pt x="73704" y="51809"/>
                </a:lnTo>
                <a:lnTo>
                  <a:pt x="254897" y="51809"/>
                </a:lnTo>
                <a:lnTo>
                  <a:pt x="246033" y="36820"/>
                </a:lnTo>
                <a:lnTo>
                  <a:pt x="216416" y="15505"/>
                </a:lnTo>
                <a:lnTo>
                  <a:pt x="177785" y="3661"/>
                </a:lnTo>
                <a:lnTo>
                  <a:pt x="131776" y="0"/>
                </a:lnTo>
                <a:close/>
              </a:path>
              <a:path w="289560" h="431165">
                <a:moveTo>
                  <a:pt x="239273" y="246034"/>
                </a:moveTo>
                <a:lnTo>
                  <a:pt x="102740" y="246034"/>
                </a:lnTo>
                <a:lnTo>
                  <a:pt x="143356" y="250721"/>
                </a:lnTo>
                <a:lnTo>
                  <a:pt x="168070" y="266186"/>
                </a:lnTo>
                <a:lnTo>
                  <a:pt x="182972" y="294533"/>
                </a:lnTo>
                <a:lnTo>
                  <a:pt x="194151" y="337864"/>
                </a:lnTo>
                <a:lnTo>
                  <a:pt x="214328" y="430897"/>
                </a:lnTo>
                <a:lnTo>
                  <a:pt x="289362" y="430897"/>
                </a:lnTo>
                <a:lnTo>
                  <a:pt x="262871" y="309728"/>
                </a:lnTo>
                <a:lnTo>
                  <a:pt x="255013" y="277418"/>
                </a:lnTo>
                <a:lnTo>
                  <a:pt x="243009" y="249785"/>
                </a:lnTo>
                <a:lnTo>
                  <a:pt x="239273" y="246034"/>
                </a:lnTo>
                <a:close/>
              </a:path>
              <a:path w="289560" h="431165">
                <a:moveTo>
                  <a:pt x="254897" y="51809"/>
                </a:moveTo>
                <a:lnTo>
                  <a:pt x="131776" y="51809"/>
                </a:lnTo>
                <a:lnTo>
                  <a:pt x="159456" y="56321"/>
                </a:lnTo>
                <a:lnTo>
                  <a:pt x="179824" y="69616"/>
                </a:lnTo>
                <a:lnTo>
                  <a:pt x="192397" y="91341"/>
                </a:lnTo>
                <a:lnTo>
                  <a:pt x="196695" y="121137"/>
                </a:lnTo>
                <a:lnTo>
                  <a:pt x="188483" y="159422"/>
                </a:lnTo>
                <a:lnTo>
                  <a:pt x="166967" y="181557"/>
                </a:lnTo>
                <a:lnTo>
                  <a:pt x="136826" y="191751"/>
                </a:lnTo>
                <a:lnTo>
                  <a:pt x="102740" y="194213"/>
                </a:lnTo>
                <a:lnTo>
                  <a:pt x="230371" y="194213"/>
                </a:lnTo>
                <a:lnTo>
                  <a:pt x="245289" y="184532"/>
                </a:lnTo>
                <a:lnTo>
                  <a:pt x="264487" y="155860"/>
                </a:lnTo>
                <a:lnTo>
                  <a:pt x="271688" y="113022"/>
                </a:lnTo>
                <a:lnTo>
                  <a:pt x="265001" y="68896"/>
                </a:lnTo>
                <a:lnTo>
                  <a:pt x="254897" y="51809"/>
                </a:lnTo>
                <a:close/>
              </a:path>
            </a:pathLst>
          </a:custGeom>
          <a:solidFill>
            <a:srgbClr val="E31837"/>
          </a:solidFill>
        </p:spPr>
        <p:txBody>
          <a:bodyPr wrap="square" lIns="0" tIns="0" rIns="0" bIns="0" rtlCol="0"/>
          <a:lstStyle/>
          <a:p>
            <a:endParaRPr/>
          </a:p>
        </p:txBody>
      </p:sp>
      <p:sp>
        <p:nvSpPr>
          <p:cNvPr id="51" name="object 16">
            <a:extLst>
              <a:ext uri="{FF2B5EF4-FFF2-40B4-BE49-F238E27FC236}">
                <a16:creationId xmlns:a16="http://schemas.microsoft.com/office/drawing/2014/main" id="{375795F0-8E30-DE55-4965-95B1C5380A7B}"/>
              </a:ext>
            </a:extLst>
          </p:cNvPr>
          <p:cNvSpPr/>
          <p:nvPr userDrawn="1"/>
        </p:nvSpPr>
        <p:spPr>
          <a:xfrm>
            <a:off x="3325459" y="1085979"/>
            <a:ext cx="226719" cy="438150"/>
          </a:xfrm>
          <a:custGeom>
            <a:avLst/>
            <a:gdLst/>
            <a:ahLst/>
            <a:cxnLst/>
            <a:rect l="l" t="t" r="r" b="b"/>
            <a:pathLst>
              <a:path w="302260" h="438150">
                <a:moveTo>
                  <a:pt x="301969" y="0"/>
                </a:moveTo>
                <a:lnTo>
                  <a:pt x="228223" y="0"/>
                </a:lnTo>
                <a:lnTo>
                  <a:pt x="228223" y="299132"/>
                </a:lnTo>
                <a:lnTo>
                  <a:pt x="224272" y="333513"/>
                </a:lnTo>
                <a:lnTo>
                  <a:pt x="211278" y="361046"/>
                </a:lnTo>
                <a:lnTo>
                  <a:pt x="187530" y="379328"/>
                </a:lnTo>
                <a:lnTo>
                  <a:pt x="151314" y="385956"/>
                </a:lnTo>
                <a:lnTo>
                  <a:pt x="114736" y="379328"/>
                </a:lnTo>
                <a:lnTo>
                  <a:pt x="90800" y="361046"/>
                </a:lnTo>
                <a:lnTo>
                  <a:pt x="77738" y="333513"/>
                </a:lnTo>
                <a:lnTo>
                  <a:pt x="73777" y="299132"/>
                </a:lnTo>
                <a:lnTo>
                  <a:pt x="73777" y="0"/>
                </a:lnTo>
                <a:lnTo>
                  <a:pt x="0" y="0"/>
                </a:lnTo>
                <a:lnTo>
                  <a:pt x="0" y="299132"/>
                </a:lnTo>
                <a:lnTo>
                  <a:pt x="7142" y="350008"/>
                </a:lnTo>
                <a:lnTo>
                  <a:pt x="27479" y="388949"/>
                </a:lnTo>
                <a:lnTo>
                  <a:pt x="59376" y="416316"/>
                </a:lnTo>
                <a:lnTo>
                  <a:pt x="101200" y="432472"/>
                </a:lnTo>
                <a:lnTo>
                  <a:pt x="151314" y="437777"/>
                </a:lnTo>
                <a:lnTo>
                  <a:pt x="202804" y="432472"/>
                </a:lnTo>
                <a:lnTo>
                  <a:pt x="244644" y="416316"/>
                </a:lnTo>
                <a:lnTo>
                  <a:pt x="275805" y="388949"/>
                </a:lnTo>
                <a:lnTo>
                  <a:pt x="295257" y="350008"/>
                </a:lnTo>
                <a:lnTo>
                  <a:pt x="301969" y="299132"/>
                </a:lnTo>
                <a:lnTo>
                  <a:pt x="301969" y="0"/>
                </a:lnTo>
                <a:close/>
              </a:path>
            </a:pathLst>
          </a:custGeom>
          <a:solidFill>
            <a:srgbClr val="E31837"/>
          </a:solidFill>
        </p:spPr>
        <p:txBody>
          <a:bodyPr wrap="square" lIns="0" tIns="0" rIns="0" bIns="0" rtlCol="0"/>
          <a:lstStyle/>
          <a:p>
            <a:endParaRPr/>
          </a:p>
        </p:txBody>
      </p:sp>
      <p:sp>
        <p:nvSpPr>
          <p:cNvPr id="54" name="object 17">
            <a:extLst>
              <a:ext uri="{FF2B5EF4-FFF2-40B4-BE49-F238E27FC236}">
                <a16:creationId xmlns:a16="http://schemas.microsoft.com/office/drawing/2014/main" id="{E615D77B-136D-8E79-CAA9-7090C1F902A8}"/>
              </a:ext>
            </a:extLst>
          </p:cNvPr>
          <p:cNvSpPr/>
          <p:nvPr userDrawn="1"/>
        </p:nvSpPr>
        <p:spPr>
          <a:xfrm>
            <a:off x="1890141" y="1767087"/>
            <a:ext cx="24291" cy="186690"/>
          </a:xfrm>
          <a:custGeom>
            <a:avLst/>
            <a:gdLst/>
            <a:ahLst/>
            <a:cxnLst/>
            <a:rect l="l" t="t" r="r" b="b"/>
            <a:pathLst>
              <a:path w="32385" h="186689">
                <a:moveTo>
                  <a:pt x="31852" y="0"/>
                </a:moveTo>
                <a:lnTo>
                  <a:pt x="0" y="0"/>
                </a:lnTo>
                <a:lnTo>
                  <a:pt x="0" y="186182"/>
                </a:lnTo>
                <a:lnTo>
                  <a:pt x="31852" y="186182"/>
                </a:lnTo>
                <a:lnTo>
                  <a:pt x="31852" y="0"/>
                </a:lnTo>
                <a:close/>
              </a:path>
            </a:pathLst>
          </a:custGeom>
          <a:solidFill>
            <a:srgbClr val="E31837"/>
          </a:solidFill>
        </p:spPr>
        <p:txBody>
          <a:bodyPr wrap="square" lIns="0" tIns="0" rIns="0" bIns="0" rtlCol="0"/>
          <a:lstStyle/>
          <a:p>
            <a:endParaRPr/>
          </a:p>
        </p:txBody>
      </p:sp>
      <p:pic>
        <p:nvPicPr>
          <p:cNvPr id="56" name="object 18">
            <a:extLst>
              <a:ext uri="{FF2B5EF4-FFF2-40B4-BE49-F238E27FC236}">
                <a16:creationId xmlns:a16="http://schemas.microsoft.com/office/drawing/2014/main" id="{B05954A8-91A0-60FB-BE8C-30A5A0135F10}"/>
              </a:ext>
            </a:extLst>
          </p:cNvPr>
          <p:cNvPicPr/>
          <p:nvPr userDrawn="1"/>
        </p:nvPicPr>
        <p:blipFill>
          <a:blip r:embed="rId5" cstate="print"/>
          <a:stretch>
            <a:fillRect/>
          </a:stretch>
        </p:blipFill>
        <p:spPr>
          <a:xfrm>
            <a:off x="1949801" y="1767088"/>
            <a:ext cx="106036" cy="186182"/>
          </a:xfrm>
          <a:prstGeom prst="rect">
            <a:avLst/>
          </a:prstGeom>
        </p:spPr>
      </p:pic>
      <p:sp>
        <p:nvSpPr>
          <p:cNvPr id="57" name="object 19">
            <a:extLst>
              <a:ext uri="{FF2B5EF4-FFF2-40B4-BE49-F238E27FC236}">
                <a16:creationId xmlns:a16="http://schemas.microsoft.com/office/drawing/2014/main" id="{2331BA3D-292B-0A54-85EA-5BA119A8412D}"/>
              </a:ext>
            </a:extLst>
          </p:cNvPr>
          <p:cNvSpPr/>
          <p:nvPr userDrawn="1"/>
        </p:nvSpPr>
        <p:spPr>
          <a:xfrm>
            <a:off x="2580813" y="1766944"/>
            <a:ext cx="94783" cy="186690"/>
          </a:xfrm>
          <a:custGeom>
            <a:avLst/>
            <a:gdLst/>
            <a:ahLst/>
            <a:cxnLst/>
            <a:rect l="l" t="t" r="r" b="b"/>
            <a:pathLst>
              <a:path w="126364" h="186689">
                <a:moveTo>
                  <a:pt x="126123" y="0"/>
                </a:moveTo>
                <a:lnTo>
                  <a:pt x="0" y="0"/>
                </a:lnTo>
                <a:lnTo>
                  <a:pt x="0" y="24130"/>
                </a:lnTo>
                <a:lnTo>
                  <a:pt x="47167" y="24130"/>
                </a:lnTo>
                <a:lnTo>
                  <a:pt x="47167"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a:p>
        </p:txBody>
      </p:sp>
      <p:sp>
        <p:nvSpPr>
          <p:cNvPr id="60" name="object 20">
            <a:extLst>
              <a:ext uri="{FF2B5EF4-FFF2-40B4-BE49-F238E27FC236}">
                <a16:creationId xmlns:a16="http://schemas.microsoft.com/office/drawing/2014/main" id="{DC693907-9C15-AD16-84DD-DF8C4DCBD3D5}"/>
              </a:ext>
            </a:extLst>
          </p:cNvPr>
          <p:cNvSpPr/>
          <p:nvPr userDrawn="1"/>
        </p:nvSpPr>
        <p:spPr>
          <a:xfrm>
            <a:off x="3513659" y="1868417"/>
            <a:ext cx="24291" cy="85090"/>
          </a:xfrm>
          <a:custGeom>
            <a:avLst/>
            <a:gdLst/>
            <a:ahLst/>
            <a:cxnLst/>
            <a:rect l="l" t="t" r="r" b="b"/>
            <a:pathLst>
              <a:path w="32385" h="85089">
                <a:moveTo>
                  <a:pt x="0" y="85090"/>
                </a:moveTo>
                <a:lnTo>
                  <a:pt x="31852" y="85090"/>
                </a:lnTo>
                <a:lnTo>
                  <a:pt x="31852" y="0"/>
                </a:lnTo>
                <a:lnTo>
                  <a:pt x="0" y="0"/>
                </a:lnTo>
                <a:lnTo>
                  <a:pt x="0" y="85090"/>
                </a:lnTo>
                <a:close/>
              </a:path>
            </a:pathLst>
          </a:custGeom>
          <a:solidFill>
            <a:srgbClr val="E31837"/>
          </a:solidFill>
        </p:spPr>
        <p:txBody>
          <a:bodyPr wrap="square" lIns="0" tIns="0" rIns="0" bIns="0" rtlCol="0"/>
          <a:lstStyle/>
          <a:p>
            <a:endParaRPr/>
          </a:p>
        </p:txBody>
      </p:sp>
      <p:sp>
        <p:nvSpPr>
          <p:cNvPr id="61" name="object 21">
            <a:extLst>
              <a:ext uri="{FF2B5EF4-FFF2-40B4-BE49-F238E27FC236}">
                <a16:creationId xmlns:a16="http://schemas.microsoft.com/office/drawing/2014/main" id="{EA4D3534-56A8-1601-E14A-5D2E2C241650}"/>
              </a:ext>
            </a:extLst>
          </p:cNvPr>
          <p:cNvSpPr/>
          <p:nvPr userDrawn="1"/>
        </p:nvSpPr>
        <p:spPr>
          <a:xfrm>
            <a:off x="3513657" y="1766817"/>
            <a:ext cx="98594" cy="186690"/>
          </a:xfrm>
          <a:custGeom>
            <a:avLst/>
            <a:gdLst/>
            <a:ahLst/>
            <a:cxnLst/>
            <a:rect l="l" t="t" r="r" b="b"/>
            <a:pathLst>
              <a:path w="131445" h="186689">
                <a:moveTo>
                  <a:pt x="131292" y="0"/>
                </a:moveTo>
                <a:lnTo>
                  <a:pt x="99479" y="0"/>
                </a:lnTo>
                <a:lnTo>
                  <a:pt x="99479" y="77470"/>
                </a:lnTo>
                <a:lnTo>
                  <a:pt x="31851" y="77470"/>
                </a:lnTo>
                <a:lnTo>
                  <a:pt x="31851" y="0"/>
                </a:lnTo>
                <a:lnTo>
                  <a:pt x="0" y="0"/>
                </a:lnTo>
                <a:lnTo>
                  <a:pt x="0" y="77470"/>
                </a:lnTo>
                <a:lnTo>
                  <a:pt x="0" y="101600"/>
                </a:lnTo>
                <a:lnTo>
                  <a:pt x="99479" y="101600"/>
                </a:lnTo>
                <a:lnTo>
                  <a:pt x="99479" y="186690"/>
                </a:lnTo>
                <a:lnTo>
                  <a:pt x="131292" y="186690"/>
                </a:lnTo>
                <a:lnTo>
                  <a:pt x="131292" y="101600"/>
                </a:lnTo>
                <a:lnTo>
                  <a:pt x="131292" y="77470"/>
                </a:lnTo>
                <a:lnTo>
                  <a:pt x="131292" y="0"/>
                </a:lnTo>
                <a:close/>
              </a:path>
            </a:pathLst>
          </a:custGeom>
          <a:solidFill>
            <a:srgbClr val="E31837"/>
          </a:solidFill>
        </p:spPr>
        <p:txBody>
          <a:bodyPr wrap="square" lIns="0" tIns="0" rIns="0" bIns="0" rtlCol="0"/>
          <a:lstStyle/>
          <a:p>
            <a:endParaRPr/>
          </a:p>
        </p:txBody>
      </p:sp>
      <p:pic>
        <p:nvPicPr>
          <p:cNvPr id="62" name="object 22">
            <a:extLst>
              <a:ext uri="{FF2B5EF4-FFF2-40B4-BE49-F238E27FC236}">
                <a16:creationId xmlns:a16="http://schemas.microsoft.com/office/drawing/2014/main" id="{A6A36B37-6500-F5FF-07A9-CBF4B3CABFA5}"/>
              </a:ext>
            </a:extLst>
          </p:cNvPr>
          <p:cNvPicPr/>
          <p:nvPr userDrawn="1"/>
        </p:nvPicPr>
        <p:blipFill>
          <a:blip r:embed="rId6" cstate="print"/>
          <a:stretch>
            <a:fillRect/>
          </a:stretch>
        </p:blipFill>
        <p:spPr>
          <a:xfrm>
            <a:off x="3648557" y="1767088"/>
            <a:ext cx="106036" cy="186182"/>
          </a:xfrm>
          <a:prstGeom prst="rect">
            <a:avLst/>
          </a:prstGeom>
        </p:spPr>
      </p:pic>
      <p:pic>
        <p:nvPicPr>
          <p:cNvPr id="63" name="object 23">
            <a:extLst>
              <a:ext uri="{FF2B5EF4-FFF2-40B4-BE49-F238E27FC236}">
                <a16:creationId xmlns:a16="http://schemas.microsoft.com/office/drawing/2014/main" id="{33A0EB28-630F-A724-D2C0-9F170D9EBCE7}"/>
              </a:ext>
            </a:extLst>
          </p:cNvPr>
          <p:cNvPicPr/>
          <p:nvPr userDrawn="1"/>
        </p:nvPicPr>
        <p:blipFill>
          <a:blip r:embed="rId7" cstate="print"/>
          <a:stretch>
            <a:fillRect/>
          </a:stretch>
        </p:blipFill>
        <p:spPr>
          <a:xfrm>
            <a:off x="3388024" y="1764140"/>
            <a:ext cx="102950" cy="192119"/>
          </a:xfrm>
          <a:prstGeom prst="rect">
            <a:avLst/>
          </a:prstGeom>
        </p:spPr>
      </p:pic>
      <p:sp>
        <p:nvSpPr>
          <p:cNvPr id="64" name="object 24">
            <a:extLst>
              <a:ext uri="{FF2B5EF4-FFF2-40B4-BE49-F238E27FC236}">
                <a16:creationId xmlns:a16="http://schemas.microsoft.com/office/drawing/2014/main" id="{F4B04D11-F55F-6065-2182-466733034ED7}"/>
              </a:ext>
            </a:extLst>
          </p:cNvPr>
          <p:cNvSpPr/>
          <p:nvPr userDrawn="1"/>
        </p:nvSpPr>
        <p:spPr>
          <a:xfrm>
            <a:off x="3165862" y="1766944"/>
            <a:ext cx="94783"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a:p>
        </p:txBody>
      </p:sp>
      <p:pic>
        <p:nvPicPr>
          <p:cNvPr id="65" name="object 25">
            <a:extLst>
              <a:ext uri="{FF2B5EF4-FFF2-40B4-BE49-F238E27FC236}">
                <a16:creationId xmlns:a16="http://schemas.microsoft.com/office/drawing/2014/main" id="{1BB3245F-E6FC-4F49-B104-62A814A67373}"/>
              </a:ext>
            </a:extLst>
          </p:cNvPr>
          <p:cNvPicPr/>
          <p:nvPr userDrawn="1"/>
        </p:nvPicPr>
        <p:blipFill>
          <a:blip r:embed="rId8" cstate="print"/>
          <a:stretch>
            <a:fillRect/>
          </a:stretch>
        </p:blipFill>
        <p:spPr>
          <a:xfrm>
            <a:off x="3785043" y="1764136"/>
            <a:ext cx="114024" cy="192130"/>
          </a:xfrm>
          <a:prstGeom prst="rect">
            <a:avLst/>
          </a:prstGeom>
        </p:spPr>
      </p:pic>
      <p:sp>
        <p:nvSpPr>
          <p:cNvPr id="66" name="object 26">
            <a:extLst>
              <a:ext uri="{FF2B5EF4-FFF2-40B4-BE49-F238E27FC236}">
                <a16:creationId xmlns:a16="http://schemas.microsoft.com/office/drawing/2014/main" id="{4E4B5C77-1035-80C1-3159-0A193969F3D4}"/>
              </a:ext>
            </a:extLst>
          </p:cNvPr>
          <p:cNvSpPr/>
          <p:nvPr userDrawn="1"/>
        </p:nvSpPr>
        <p:spPr>
          <a:xfrm>
            <a:off x="3281747" y="1767223"/>
            <a:ext cx="8430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E31837"/>
          </a:solidFill>
        </p:spPr>
        <p:txBody>
          <a:bodyPr wrap="square" lIns="0" tIns="0" rIns="0" bIns="0" rtlCol="0"/>
          <a:lstStyle/>
          <a:p>
            <a:endParaRPr/>
          </a:p>
        </p:txBody>
      </p:sp>
      <p:grpSp>
        <p:nvGrpSpPr>
          <p:cNvPr id="67" name="object 27">
            <a:extLst>
              <a:ext uri="{FF2B5EF4-FFF2-40B4-BE49-F238E27FC236}">
                <a16:creationId xmlns:a16="http://schemas.microsoft.com/office/drawing/2014/main" id="{2957D8E7-B066-B5C5-0831-9775D376B324}"/>
              </a:ext>
            </a:extLst>
          </p:cNvPr>
          <p:cNvGrpSpPr/>
          <p:nvPr userDrawn="1"/>
        </p:nvGrpSpPr>
        <p:grpSpPr>
          <a:xfrm>
            <a:off x="3929749" y="1764137"/>
            <a:ext cx="460582" cy="192405"/>
            <a:chOff x="5239113" y="1764136"/>
            <a:chExt cx="614045" cy="192405"/>
          </a:xfrm>
        </p:grpSpPr>
        <p:pic>
          <p:nvPicPr>
            <p:cNvPr id="68" name="object 28">
              <a:extLst>
                <a:ext uri="{FF2B5EF4-FFF2-40B4-BE49-F238E27FC236}">
                  <a16:creationId xmlns:a16="http://schemas.microsoft.com/office/drawing/2014/main" id="{E7C560C9-B0C6-6EC2-CE72-9C6797BCF902}"/>
                </a:ext>
              </a:extLst>
            </p:cNvPr>
            <p:cNvPicPr/>
            <p:nvPr/>
          </p:nvPicPr>
          <p:blipFill>
            <a:blip r:embed="rId9" cstate="print"/>
            <a:stretch>
              <a:fillRect/>
            </a:stretch>
          </p:blipFill>
          <p:spPr>
            <a:xfrm>
              <a:off x="5539051" y="1764140"/>
              <a:ext cx="313532" cy="192119"/>
            </a:xfrm>
            <a:prstGeom prst="rect">
              <a:avLst/>
            </a:prstGeom>
          </p:spPr>
        </p:pic>
        <p:pic>
          <p:nvPicPr>
            <p:cNvPr id="69" name="object 29">
              <a:extLst>
                <a:ext uri="{FF2B5EF4-FFF2-40B4-BE49-F238E27FC236}">
                  <a16:creationId xmlns:a16="http://schemas.microsoft.com/office/drawing/2014/main" id="{9029A703-E2AB-934B-92AE-034FC0D59977}"/>
                </a:ext>
              </a:extLst>
            </p:cNvPr>
            <p:cNvPicPr/>
            <p:nvPr/>
          </p:nvPicPr>
          <p:blipFill>
            <a:blip r:embed="rId10" cstate="print"/>
            <a:stretch>
              <a:fillRect/>
            </a:stretch>
          </p:blipFill>
          <p:spPr>
            <a:xfrm>
              <a:off x="5239113" y="1764136"/>
              <a:ext cx="267220" cy="192130"/>
            </a:xfrm>
            <a:prstGeom prst="rect">
              <a:avLst/>
            </a:prstGeom>
          </p:spPr>
        </p:pic>
      </p:grpSp>
      <p:sp>
        <p:nvSpPr>
          <p:cNvPr id="70" name="object 30">
            <a:extLst>
              <a:ext uri="{FF2B5EF4-FFF2-40B4-BE49-F238E27FC236}">
                <a16:creationId xmlns:a16="http://schemas.microsoft.com/office/drawing/2014/main" id="{20D0D220-6CE9-3869-58BD-2464DE191B27}"/>
              </a:ext>
            </a:extLst>
          </p:cNvPr>
          <p:cNvSpPr/>
          <p:nvPr userDrawn="1"/>
        </p:nvSpPr>
        <p:spPr>
          <a:xfrm>
            <a:off x="2189295" y="1766944"/>
            <a:ext cx="94783" cy="186690"/>
          </a:xfrm>
          <a:custGeom>
            <a:avLst/>
            <a:gdLst/>
            <a:ahLst/>
            <a:cxnLst/>
            <a:rect l="l" t="t" r="r" b="b"/>
            <a:pathLst>
              <a:path w="126364" h="186689">
                <a:moveTo>
                  <a:pt x="126085" y="0"/>
                </a:moveTo>
                <a:lnTo>
                  <a:pt x="0" y="0"/>
                </a:lnTo>
                <a:lnTo>
                  <a:pt x="0" y="24130"/>
                </a:lnTo>
                <a:lnTo>
                  <a:pt x="47129" y="24130"/>
                </a:lnTo>
                <a:lnTo>
                  <a:pt x="47129" y="186690"/>
                </a:lnTo>
                <a:lnTo>
                  <a:pt x="78981" y="186690"/>
                </a:lnTo>
                <a:lnTo>
                  <a:pt x="78981" y="24130"/>
                </a:lnTo>
                <a:lnTo>
                  <a:pt x="126085" y="24130"/>
                </a:lnTo>
                <a:lnTo>
                  <a:pt x="126085" y="0"/>
                </a:lnTo>
                <a:close/>
              </a:path>
            </a:pathLst>
          </a:custGeom>
          <a:solidFill>
            <a:srgbClr val="E31837"/>
          </a:solidFill>
        </p:spPr>
        <p:txBody>
          <a:bodyPr wrap="square" lIns="0" tIns="0" rIns="0" bIns="0" rtlCol="0"/>
          <a:lstStyle/>
          <a:p>
            <a:endParaRPr/>
          </a:p>
        </p:txBody>
      </p:sp>
      <p:sp>
        <p:nvSpPr>
          <p:cNvPr id="71" name="object 31">
            <a:extLst>
              <a:ext uri="{FF2B5EF4-FFF2-40B4-BE49-F238E27FC236}">
                <a16:creationId xmlns:a16="http://schemas.microsoft.com/office/drawing/2014/main" id="{8A6DB6F5-D1E6-06DA-DE02-98098B6B1595}"/>
              </a:ext>
            </a:extLst>
          </p:cNvPr>
          <p:cNvSpPr/>
          <p:nvPr userDrawn="1"/>
        </p:nvSpPr>
        <p:spPr>
          <a:xfrm>
            <a:off x="2304550" y="1766944"/>
            <a:ext cx="139556" cy="186690"/>
          </a:xfrm>
          <a:custGeom>
            <a:avLst/>
            <a:gdLst/>
            <a:ahLst/>
            <a:cxnLst/>
            <a:rect l="l" t="t" r="r" b="b"/>
            <a:pathLst>
              <a:path w="186054" h="186689">
                <a:moveTo>
                  <a:pt x="31851" y="152"/>
                </a:moveTo>
                <a:lnTo>
                  <a:pt x="0" y="152"/>
                </a:lnTo>
                <a:lnTo>
                  <a:pt x="0" y="186334"/>
                </a:lnTo>
                <a:lnTo>
                  <a:pt x="31851" y="186334"/>
                </a:lnTo>
                <a:lnTo>
                  <a:pt x="31851" y="152"/>
                </a:lnTo>
                <a:close/>
              </a:path>
              <a:path w="186054" h="186689">
                <a:moveTo>
                  <a:pt x="185496" y="0"/>
                </a:moveTo>
                <a:lnTo>
                  <a:pt x="59410" y="0"/>
                </a:lnTo>
                <a:lnTo>
                  <a:pt x="59410" y="24130"/>
                </a:lnTo>
                <a:lnTo>
                  <a:pt x="106502" y="24130"/>
                </a:lnTo>
                <a:lnTo>
                  <a:pt x="106502" y="186690"/>
                </a:lnTo>
                <a:lnTo>
                  <a:pt x="138353" y="186690"/>
                </a:lnTo>
                <a:lnTo>
                  <a:pt x="138353" y="24130"/>
                </a:lnTo>
                <a:lnTo>
                  <a:pt x="185496" y="24130"/>
                </a:lnTo>
                <a:lnTo>
                  <a:pt x="185496" y="0"/>
                </a:lnTo>
                <a:close/>
              </a:path>
            </a:pathLst>
          </a:custGeom>
          <a:solidFill>
            <a:srgbClr val="E31837"/>
          </a:solidFill>
        </p:spPr>
        <p:txBody>
          <a:bodyPr wrap="square" lIns="0" tIns="0" rIns="0" bIns="0" rtlCol="0"/>
          <a:lstStyle/>
          <a:p>
            <a:endParaRPr/>
          </a:p>
        </p:txBody>
      </p:sp>
      <p:sp>
        <p:nvSpPr>
          <p:cNvPr id="72" name="object 32">
            <a:extLst>
              <a:ext uri="{FF2B5EF4-FFF2-40B4-BE49-F238E27FC236}">
                <a16:creationId xmlns:a16="http://schemas.microsoft.com/office/drawing/2014/main" id="{4EDB0613-2892-FEF2-9DF4-21EB6135F909}"/>
              </a:ext>
            </a:extLst>
          </p:cNvPr>
          <p:cNvSpPr/>
          <p:nvPr userDrawn="1"/>
        </p:nvSpPr>
        <p:spPr>
          <a:xfrm>
            <a:off x="2696669" y="1767223"/>
            <a:ext cx="84305" cy="186690"/>
          </a:xfrm>
          <a:custGeom>
            <a:avLst/>
            <a:gdLst/>
            <a:ahLst/>
            <a:cxnLst/>
            <a:rect l="l" t="t" r="r" b="b"/>
            <a:pathLst>
              <a:path w="112395" h="186689">
                <a:moveTo>
                  <a:pt x="111975" y="162560"/>
                </a:moveTo>
                <a:lnTo>
                  <a:pt x="31851" y="162560"/>
                </a:lnTo>
                <a:lnTo>
                  <a:pt x="31851" y="101600"/>
                </a:lnTo>
                <a:lnTo>
                  <a:pt x="105714" y="101600"/>
                </a:lnTo>
                <a:lnTo>
                  <a:pt x="105714" y="77470"/>
                </a:lnTo>
                <a:lnTo>
                  <a:pt x="31851" y="77470"/>
                </a:lnTo>
                <a:lnTo>
                  <a:pt x="31851" y="24130"/>
                </a:lnTo>
                <a:lnTo>
                  <a:pt x="109778" y="24130"/>
                </a:lnTo>
                <a:lnTo>
                  <a:pt x="109778" y="0"/>
                </a:lnTo>
                <a:lnTo>
                  <a:pt x="0" y="0"/>
                </a:lnTo>
                <a:lnTo>
                  <a:pt x="0" y="24130"/>
                </a:lnTo>
                <a:lnTo>
                  <a:pt x="0" y="77470"/>
                </a:lnTo>
                <a:lnTo>
                  <a:pt x="0" y="101600"/>
                </a:lnTo>
                <a:lnTo>
                  <a:pt x="0" y="162560"/>
                </a:lnTo>
                <a:lnTo>
                  <a:pt x="0" y="186690"/>
                </a:lnTo>
                <a:lnTo>
                  <a:pt x="111975" y="186690"/>
                </a:lnTo>
                <a:lnTo>
                  <a:pt x="111975" y="162560"/>
                </a:lnTo>
                <a:close/>
              </a:path>
            </a:pathLst>
          </a:custGeom>
          <a:solidFill>
            <a:srgbClr val="E31837"/>
          </a:solidFill>
        </p:spPr>
        <p:txBody>
          <a:bodyPr wrap="square" lIns="0" tIns="0" rIns="0" bIns="0" rtlCol="0"/>
          <a:lstStyle/>
          <a:p>
            <a:endParaRPr/>
          </a:p>
        </p:txBody>
      </p:sp>
      <p:sp>
        <p:nvSpPr>
          <p:cNvPr id="73" name="object 33">
            <a:extLst>
              <a:ext uri="{FF2B5EF4-FFF2-40B4-BE49-F238E27FC236}">
                <a16:creationId xmlns:a16="http://schemas.microsoft.com/office/drawing/2014/main" id="{5FFA2732-4A5E-87EF-C732-1FC0C7640683}"/>
              </a:ext>
            </a:extLst>
          </p:cNvPr>
          <p:cNvSpPr/>
          <p:nvPr userDrawn="1"/>
        </p:nvSpPr>
        <p:spPr>
          <a:xfrm>
            <a:off x="2084051" y="1764134"/>
            <a:ext cx="93831" cy="192405"/>
          </a:xfrm>
          <a:custGeom>
            <a:avLst/>
            <a:gdLst/>
            <a:ahLst/>
            <a:cxnLst/>
            <a:rect l="l" t="t" r="r" b="b"/>
            <a:pathLst>
              <a:path w="125094" h="192405">
                <a:moveTo>
                  <a:pt x="64573" y="0"/>
                </a:moveTo>
                <a:lnTo>
                  <a:pt x="39526" y="2835"/>
                </a:lnTo>
                <a:lnTo>
                  <a:pt x="18991" y="11562"/>
                </a:lnTo>
                <a:lnTo>
                  <a:pt x="5103" y="26513"/>
                </a:lnTo>
                <a:lnTo>
                  <a:pt x="0" y="48019"/>
                </a:lnTo>
                <a:lnTo>
                  <a:pt x="14008" y="79610"/>
                </a:lnTo>
                <a:lnTo>
                  <a:pt x="44825" y="100574"/>
                </a:lnTo>
                <a:lnTo>
                  <a:pt x="75643" y="119214"/>
                </a:lnTo>
                <a:lnTo>
                  <a:pt x="89651" y="143838"/>
                </a:lnTo>
                <a:lnTo>
                  <a:pt x="88023" y="153018"/>
                </a:lnTo>
                <a:lnTo>
                  <a:pt x="82559" y="161360"/>
                </a:lnTo>
                <a:lnTo>
                  <a:pt x="72392" y="167423"/>
                </a:lnTo>
                <a:lnTo>
                  <a:pt x="56657" y="169764"/>
                </a:lnTo>
                <a:lnTo>
                  <a:pt x="39914" y="167888"/>
                </a:lnTo>
                <a:lnTo>
                  <a:pt x="25394" y="163255"/>
                </a:lnTo>
                <a:lnTo>
                  <a:pt x="13234" y="157355"/>
                </a:lnTo>
                <a:lnTo>
                  <a:pt x="3570" y="151681"/>
                </a:lnTo>
                <a:lnTo>
                  <a:pt x="3570" y="184287"/>
                </a:lnTo>
                <a:lnTo>
                  <a:pt x="10677" y="186087"/>
                </a:lnTo>
                <a:lnTo>
                  <a:pt x="22598" y="188719"/>
                </a:lnTo>
                <a:lnTo>
                  <a:pt x="38002" y="191096"/>
                </a:lnTo>
                <a:lnTo>
                  <a:pt x="55558" y="192130"/>
                </a:lnTo>
                <a:lnTo>
                  <a:pt x="83612" y="188765"/>
                </a:lnTo>
                <a:lnTo>
                  <a:pt x="105485" y="178747"/>
                </a:lnTo>
                <a:lnTo>
                  <a:pt x="119694" y="162193"/>
                </a:lnTo>
                <a:lnTo>
                  <a:pt x="124760" y="139220"/>
                </a:lnTo>
                <a:lnTo>
                  <a:pt x="110752" y="105495"/>
                </a:lnTo>
                <a:lnTo>
                  <a:pt x="79934" y="83553"/>
                </a:lnTo>
                <a:lnTo>
                  <a:pt x="49116" y="65964"/>
                </a:lnTo>
                <a:lnTo>
                  <a:pt x="35108" y="45297"/>
                </a:lnTo>
                <a:lnTo>
                  <a:pt x="37314" y="34997"/>
                </a:lnTo>
                <a:lnTo>
                  <a:pt x="43354" y="27857"/>
                </a:lnTo>
                <a:lnTo>
                  <a:pt x="52363" y="23701"/>
                </a:lnTo>
                <a:lnTo>
                  <a:pt x="63474" y="22355"/>
                </a:lnTo>
                <a:lnTo>
                  <a:pt x="77123" y="23528"/>
                </a:lnTo>
                <a:lnTo>
                  <a:pt x="89489" y="26474"/>
                </a:lnTo>
                <a:lnTo>
                  <a:pt x="100621" y="30328"/>
                </a:lnTo>
                <a:lnTo>
                  <a:pt x="110572" y="34229"/>
                </a:lnTo>
                <a:lnTo>
                  <a:pt x="110572" y="5120"/>
                </a:lnTo>
                <a:lnTo>
                  <a:pt x="103475" y="3750"/>
                </a:lnTo>
                <a:lnTo>
                  <a:pt x="92893" y="2053"/>
                </a:lnTo>
                <a:lnTo>
                  <a:pt x="79652" y="610"/>
                </a:lnTo>
                <a:lnTo>
                  <a:pt x="64573" y="0"/>
                </a:lnTo>
                <a:close/>
              </a:path>
            </a:pathLst>
          </a:custGeom>
          <a:solidFill>
            <a:srgbClr val="E31837"/>
          </a:solidFill>
        </p:spPr>
        <p:txBody>
          <a:bodyPr wrap="square" lIns="0" tIns="0" rIns="0" bIns="0" rtlCol="0"/>
          <a:lstStyle/>
          <a:p>
            <a:endParaRPr/>
          </a:p>
        </p:txBody>
      </p:sp>
      <p:pic>
        <p:nvPicPr>
          <p:cNvPr id="74" name="object 34">
            <a:extLst>
              <a:ext uri="{FF2B5EF4-FFF2-40B4-BE49-F238E27FC236}">
                <a16:creationId xmlns:a16="http://schemas.microsoft.com/office/drawing/2014/main" id="{30C9B50C-6E4B-6325-502E-60890340772E}"/>
              </a:ext>
            </a:extLst>
          </p:cNvPr>
          <p:cNvPicPr/>
          <p:nvPr userDrawn="1"/>
        </p:nvPicPr>
        <p:blipFill>
          <a:blip r:embed="rId11" cstate="print"/>
          <a:stretch>
            <a:fillRect/>
          </a:stretch>
        </p:blipFill>
        <p:spPr>
          <a:xfrm>
            <a:off x="2463324" y="1767089"/>
            <a:ext cx="97861" cy="189177"/>
          </a:xfrm>
          <a:prstGeom prst="rect">
            <a:avLst/>
          </a:prstGeom>
        </p:spPr>
      </p:pic>
      <p:grpSp>
        <p:nvGrpSpPr>
          <p:cNvPr id="75" name="object 35">
            <a:extLst>
              <a:ext uri="{FF2B5EF4-FFF2-40B4-BE49-F238E27FC236}">
                <a16:creationId xmlns:a16="http://schemas.microsoft.com/office/drawing/2014/main" id="{84CA7AF7-2CDE-F2B1-33B2-FF11F330BAA0}"/>
              </a:ext>
            </a:extLst>
          </p:cNvPr>
          <p:cNvGrpSpPr/>
          <p:nvPr userDrawn="1"/>
        </p:nvGrpSpPr>
        <p:grpSpPr>
          <a:xfrm>
            <a:off x="2865480" y="1764137"/>
            <a:ext cx="224337" cy="192405"/>
            <a:chOff x="3820237" y="1764136"/>
            <a:chExt cx="299085" cy="192405"/>
          </a:xfrm>
        </p:grpSpPr>
        <p:sp>
          <p:nvSpPr>
            <p:cNvPr id="76" name="object 36">
              <a:extLst>
                <a:ext uri="{FF2B5EF4-FFF2-40B4-BE49-F238E27FC236}">
                  <a16:creationId xmlns:a16="http://schemas.microsoft.com/office/drawing/2014/main" id="{FB641E01-385A-D168-2B34-70A87752E21C}"/>
                </a:ext>
              </a:extLst>
            </p:cNvPr>
            <p:cNvSpPr/>
            <p:nvPr/>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E31837"/>
            </a:solidFill>
          </p:spPr>
          <p:txBody>
            <a:bodyPr wrap="square" lIns="0" tIns="0" rIns="0" bIns="0" rtlCol="0"/>
            <a:lstStyle/>
            <a:p>
              <a:endParaRPr/>
            </a:p>
          </p:txBody>
        </p:sp>
        <p:pic>
          <p:nvPicPr>
            <p:cNvPr id="77" name="object 37">
              <a:extLst>
                <a:ext uri="{FF2B5EF4-FFF2-40B4-BE49-F238E27FC236}">
                  <a16:creationId xmlns:a16="http://schemas.microsoft.com/office/drawing/2014/main" id="{484C0C5B-7C66-9146-95E0-F6BCA2CE2850}"/>
                </a:ext>
              </a:extLst>
            </p:cNvPr>
            <p:cNvPicPr/>
            <p:nvPr/>
          </p:nvPicPr>
          <p:blipFill>
            <a:blip r:embed="rId12" cstate="print"/>
            <a:stretch>
              <a:fillRect/>
            </a:stretch>
          </p:blipFill>
          <p:spPr>
            <a:xfrm>
              <a:off x="3820237" y="1764136"/>
              <a:ext cx="151984" cy="192130"/>
            </a:xfrm>
            <a:prstGeom prst="rect">
              <a:avLst/>
            </a:prstGeom>
          </p:spPr>
        </p:pic>
      </p:grpSp>
      <p:sp>
        <p:nvSpPr>
          <p:cNvPr id="78" name="object 38">
            <a:extLst>
              <a:ext uri="{FF2B5EF4-FFF2-40B4-BE49-F238E27FC236}">
                <a16:creationId xmlns:a16="http://schemas.microsoft.com/office/drawing/2014/main" id="{0DE16108-5DA0-3719-3628-972B73419848}"/>
              </a:ext>
            </a:extLst>
          </p:cNvPr>
          <p:cNvSpPr/>
          <p:nvPr userDrawn="1"/>
        </p:nvSpPr>
        <p:spPr>
          <a:xfrm>
            <a:off x="1890133" y="1630913"/>
            <a:ext cx="2500100" cy="25400"/>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E31837"/>
          </a:solidFill>
        </p:spPr>
        <p:txBody>
          <a:bodyPr wrap="square" lIns="0" tIns="0" rIns="0" bIns="0" rtlCol="0"/>
          <a:lstStyle/>
          <a:p>
            <a:endParaRPr/>
          </a:p>
        </p:txBody>
      </p:sp>
      <p:pic>
        <p:nvPicPr>
          <p:cNvPr id="79" name="object 39">
            <a:extLst>
              <a:ext uri="{FF2B5EF4-FFF2-40B4-BE49-F238E27FC236}">
                <a16:creationId xmlns:a16="http://schemas.microsoft.com/office/drawing/2014/main" id="{034050E7-D26A-0571-4A3D-7881D49D8DE3}"/>
              </a:ext>
            </a:extLst>
          </p:cNvPr>
          <p:cNvPicPr/>
          <p:nvPr userDrawn="1"/>
        </p:nvPicPr>
        <p:blipFill>
          <a:blip r:embed="rId13" cstate="print"/>
          <a:stretch>
            <a:fillRect/>
          </a:stretch>
        </p:blipFill>
        <p:spPr>
          <a:xfrm>
            <a:off x="655317" y="691082"/>
            <a:ext cx="1107821" cy="1713220"/>
          </a:xfrm>
          <a:prstGeom prst="rect">
            <a:avLst/>
          </a:prstGeom>
        </p:spPr>
      </p:pic>
      <p:sp>
        <p:nvSpPr>
          <p:cNvPr id="86" name="object 24">
            <a:extLst>
              <a:ext uri="{FF2B5EF4-FFF2-40B4-BE49-F238E27FC236}">
                <a16:creationId xmlns:a16="http://schemas.microsoft.com/office/drawing/2014/main" id="{8FC14503-0F48-1333-657E-BB027689E9BE}"/>
              </a:ext>
            </a:extLst>
          </p:cNvPr>
          <p:cNvSpPr txBox="1"/>
          <p:nvPr userDrawn="1"/>
        </p:nvSpPr>
        <p:spPr>
          <a:xfrm>
            <a:off x="10927518" y="10748612"/>
            <a:ext cx="3771738" cy="163506"/>
          </a:xfrm>
          <a:prstGeom prst="rect">
            <a:avLst/>
          </a:prstGeom>
        </p:spPr>
        <p:txBody>
          <a:bodyPr vert="horz" wrap="none" lIns="0" tIns="1905" rIns="0" bIns="0" rtlCol="0">
            <a:spAutoFit/>
          </a:bodyPr>
          <a:lstStyle/>
          <a:p>
            <a:pPr marL="9526">
              <a:lnSpc>
                <a:spcPct val="100000"/>
              </a:lnSpc>
              <a:spcBef>
                <a:spcPts val="203"/>
              </a:spcBef>
            </a:pPr>
            <a:r>
              <a:rPr sz="1050" spc="4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a:t>
            </a:r>
            <a:r>
              <a:rPr sz="1050" spc="7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spc="4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202</a:t>
            </a:r>
            <a:r>
              <a:rPr lang="en-AU" sz="1050" spc="4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4</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Melbourne</a:t>
            </a:r>
            <a:r>
              <a:rPr sz="1050" spc="7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Institute</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of</a:t>
            </a:r>
            <a:r>
              <a:rPr sz="1050" spc="56"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Technology.</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All</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rights</a:t>
            </a:r>
            <a:r>
              <a:rPr sz="1050" spc="7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spc="-8"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reserved</a:t>
            </a:r>
            <a:endPar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2" name="object 24">
            <a:extLst>
              <a:ext uri="{FF2B5EF4-FFF2-40B4-BE49-F238E27FC236}">
                <a16:creationId xmlns:a16="http://schemas.microsoft.com/office/drawing/2014/main" id="{01261B00-9258-02F9-0BB8-531EF4DCF3EE}"/>
              </a:ext>
            </a:extLst>
          </p:cNvPr>
          <p:cNvSpPr txBox="1"/>
          <p:nvPr userDrawn="1"/>
        </p:nvSpPr>
        <p:spPr>
          <a:xfrm>
            <a:off x="661746" y="10533168"/>
            <a:ext cx="2948774" cy="325730"/>
          </a:xfrm>
          <a:prstGeom prst="rect">
            <a:avLst/>
          </a:prstGeom>
        </p:spPr>
        <p:txBody>
          <a:bodyPr vert="horz" wrap="square" lIns="0" tIns="1905" rIns="0" bIns="0" rtlCol="0">
            <a:spAutoFit/>
          </a:bodyPr>
          <a:lstStyle/>
          <a:p>
            <a:pPr marR="4763" algn="l">
              <a:lnSpc>
                <a:spcPct val="100000"/>
              </a:lnSpc>
              <a:spcBef>
                <a:spcPts val="15"/>
              </a:spcBef>
            </a:pPr>
            <a:r>
              <a:rPr lang="pt-BR" sz="1050" spc="-15"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CRICOS Provider Code 01545C and 03245K NSW TEQSA Provider Code 12138</a:t>
            </a:r>
          </a:p>
        </p:txBody>
      </p:sp>
      <p:sp>
        <p:nvSpPr>
          <p:cNvPr id="3" name="Text Placeholder 57">
            <a:extLst>
              <a:ext uri="{FF2B5EF4-FFF2-40B4-BE49-F238E27FC236}">
                <a16:creationId xmlns:a16="http://schemas.microsoft.com/office/drawing/2014/main" id="{899CD98D-3810-4B92-7862-E9C00BCB9562}"/>
              </a:ext>
            </a:extLst>
          </p:cNvPr>
          <p:cNvSpPr>
            <a:spLocks noGrp="1"/>
          </p:cNvSpPr>
          <p:nvPr>
            <p:ph type="body" sz="quarter" idx="10" hasCustomPrompt="1"/>
          </p:nvPr>
        </p:nvSpPr>
        <p:spPr>
          <a:xfrm>
            <a:off x="685656" y="5037862"/>
            <a:ext cx="7449646" cy="761875"/>
          </a:xfrm>
          <a:prstGeom prst="rect">
            <a:avLst/>
          </a:prstGeom>
        </p:spPr>
        <p:txBody>
          <a:bodyPr wrap="square" lIns="0" tIns="0" rIns="0" bIns="0">
            <a:spAutoFit/>
          </a:bodyPr>
          <a:lstStyle>
            <a:lvl1pPr>
              <a:defRPr sz="49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Sub heading</a:t>
            </a:r>
          </a:p>
        </p:txBody>
      </p:sp>
      <p:sp>
        <p:nvSpPr>
          <p:cNvPr id="4" name="Text Placeholder 57">
            <a:extLst>
              <a:ext uri="{FF2B5EF4-FFF2-40B4-BE49-F238E27FC236}">
                <a16:creationId xmlns:a16="http://schemas.microsoft.com/office/drawing/2014/main" id="{FE4E8B62-04EB-B1AF-C535-D34057C00B9F}"/>
              </a:ext>
            </a:extLst>
          </p:cNvPr>
          <p:cNvSpPr>
            <a:spLocks noGrp="1"/>
          </p:cNvSpPr>
          <p:nvPr>
            <p:ph type="body" sz="quarter" idx="11" hasCustomPrompt="1"/>
          </p:nvPr>
        </p:nvSpPr>
        <p:spPr>
          <a:xfrm>
            <a:off x="685656" y="6416675"/>
            <a:ext cx="7449646" cy="2389372"/>
          </a:xfrm>
          <a:prstGeom prst="rect">
            <a:avLst/>
          </a:prstGeom>
        </p:spPr>
        <p:txBody>
          <a:bodyPr wrap="square" lIns="0" tIns="0" rIns="0" bIns="0">
            <a:spAutoFit/>
          </a:bodyPr>
          <a:lstStyle>
            <a:lvl1pPr>
              <a:lnSpc>
                <a:spcPct val="90000"/>
              </a:lnSpc>
              <a:defRPr sz="8626" b="1">
                <a:solidFill>
                  <a:srgbClr val="E31837"/>
                </a:solidFill>
                <a:latin typeface="Playfair Display"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Main title can</a:t>
            </a:r>
          </a:p>
          <a:p>
            <a:pPr lvl="0"/>
            <a:r>
              <a:rPr lang="en-US" dirty="0"/>
              <a:t>go in here</a:t>
            </a:r>
          </a:p>
        </p:txBody>
      </p:sp>
    </p:spTree>
    <p:extLst>
      <p:ext uri="{BB962C8B-B14F-4D97-AF65-F5344CB8AC3E}">
        <p14:creationId xmlns:p14="http://schemas.microsoft.com/office/powerpoint/2010/main" val="1847438751"/>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2" name="Footer Placeholder 2">
            <a:extLst>
              <a:ext uri="{FF2B5EF4-FFF2-40B4-BE49-F238E27FC236}">
                <a16:creationId xmlns:a16="http://schemas.microsoft.com/office/drawing/2014/main" id="{ABF22E1E-5234-42C1-1009-C0A873EEF014}"/>
              </a:ext>
            </a:extLst>
          </p:cNvPr>
          <p:cNvSpPr>
            <a:spLocks noGrp="1"/>
          </p:cNvSpPr>
          <p:nvPr>
            <p:ph type="ftr" sz="quarter" idx="3"/>
          </p:nvPr>
        </p:nvSpPr>
        <p:spPr>
          <a:xfrm>
            <a:off x="2328452" y="900241"/>
            <a:ext cx="6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endParaRPr lang="en-IN" dirty="0"/>
          </a:p>
        </p:txBody>
      </p:sp>
      <p:sp>
        <p:nvSpPr>
          <p:cNvPr id="5" name="Text Placeholder 4">
            <a:extLst>
              <a:ext uri="{FF2B5EF4-FFF2-40B4-BE49-F238E27FC236}">
                <a16:creationId xmlns:a16="http://schemas.microsoft.com/office/drawing/2014/main" id="{D9BC33DB-3911-BD05-D842-113169D9C836}"/>
              </a:ext>
            </a:extLst>
          </p:cNvPr>
          <p:cNvSpPr>
            <a:spLocks noGrp="1"/>
          </p:cNvSpPr>
          <p:nvPr>
            <p:ph type="body" sz="quarter" idx="10" hasCustomPrompt="1"/>
          </p:nvPr>
        </p:nvSpPr>
        <p:spPr>
          <a:xfrm>
            <a:off x="1143121" y="1997076"/>
            <a:ext cx="12912497" cy="4802212"/>
          </a:xfrm>
          <a:prstGeom prst="rect">
            <a:avLst/>
          </a:prstGeom>
        </p:spPr>
        <p:txBody>
          <a:bodyPr wrap="square" lIns="0" tIns="0" rIns="0" bIns="0">
            <a:spAutoFit/>
          </a:bodyPr>
          <a:lstStyle>
            <a:lvl1pPr>
              <a:spcAft>
                <a:spcPts val="900"/>
              </a:spcAft>
              <a:defRPr sz="4351">
                <a:solidFill>
                  <a:srgbClr val="414042"/>
                </a:solidFill>
                <a:latin typeface="Roboto" panose="02000000000000000000" pitchFamily="2" charset="0"/>
                <a:ea typeface="Roboto" panose="02000000000000000000" pitchFamily="2" charset="0"/>
                <a:cs typeface="Roboto" panose="02000000000000000000" pitchFamily="2" charset="0"/>
              </a:defRPr>
            </a:lvl1pPr>
            <a:lvl2pPr>
              <a:defRPr>
                <a:latin typeface="Roboto" panose="02000000000000000000" pitchFamily="2" charset="0"/>
                <a:ea typeface="Roboto" panose="02000000000000000000" pitchFamily="2" charset="0"/>
                <a:cs typeface="Roboto" panose="02000000000000000000" pitchFamily="2" charset="0"/>
              </a:defRPr>
            </a:lvl2pPr>
            <a:lvl3pPr>
              <a:defRPr>
                <a:latin typeface="Roboto" panose="02000000000000000000" pitchFamily="2" charset="0"/>
                <a:ea typeface="Roboto" panose="02000000000000000000" pitchFamily="2" charset="0"/>
                <a:cs typeface="Roboto" panose="02000000000000000000" pitchFamily="2" charset="0"/>
              </a:defRPr>
            </a:lvl3pPr>
            <a:lvl4pPr>
              <a:defRPr>
                <a:latin typeface="Roboto" panose="02000000000000000000" pitchFamily="2" charset="0"/>
                <a:ea typeface="Roboto" panose="02000000000000000000" pitchFamily="2" charset="0"/>
                <a:cs typeface="Roboto" panose="02000000000000000000" pitchFamily="2" charset="0"/>
              </a:defRPr>
            </a:lvl4pPr>
            <a:lvl5pPr>
              <a:defRPr>
                <a:latin typeface="Roboto" panose="02000000000000000000" pitchFamily="2" charset="0"/>
                <a:ea typeface="Roboto" panose="02000000000000000000" pitchFamily="2" charset="0"/>
                <a:cs typeface="Roboto" panose="02000000000000000000" pitchFamily="2" charset="0"/>
              </a:defRPr>
            </a:lvl5pPr>
          </a:lstStyle>
          <a:p>
            <a:pPr lvl="0"/>
            <a:r>
              <a:rPr lang="en-US" dirty="0" err="1"/>
              <a:t>Teme</a:t>
            </a:r>
            <a:r>
              <a:rPr lang="en-US" dirty="0"/>
              <a:t> </a:t>
            </a:r>
            <a:r>
              <a:rPr lang="en-US" dirty="0" err="1"/>
              <a:t>manunultus</a:t>
            </a:r>
            <a:r>
              <a:rPr lang="en-US" dirty="0"/>
              <a:t> </a:t>
            </a:r>
            <a:r>
              <a:rPr lang="en-US" dirty="0" err="1"/>
              <a:t>coerect</a:t>
            </a:r>
            <a:r>
              <a:rPr lang="en-US" dirty="0"/>
              <a:t> </a:t>
            </a:r>
            <a:r>
              <a:rPr lang="en-US" dirty="0" err="1"/>
              <a:t>anultu</a:t>
            </a:r>
            <a:r>
              <a:rPr lang="en-US" dirty="0"/>
              <a:t> </a:t>
            </a:r>
            <a:r>
              <a:rPr lang="en-US" dirty="0" err="1"/>
              <a:t>venatum</a:t>
            </a:r>
            <a:r>
              <a:rPr lang="en-US" dirty="0"/>
              <a:t> ne </a:t>
            </a:r>
            <a:r>
              <a:rPr lang="en-US" dirty="0" err="1"/>
              <a:t>inpra</a:t>
            </a:r>
            <a:r>
              <a:rPr lang="en-US" dirty="0"/>
              <a:t>? </a:t>
            </a:r>
            <a:r>
              <a:rPr lang="en-US" dirty="0" err="1"/>
              <a:t>ines</a:t>
            </a:r>
            <a:r>
              <a:rPr lang="en-US" dirty="0"/>
              <a:t> </a:t>
            </a:r>
            <a:r>
              <a:rPr lang="en-US" dirty="0" err="1"/>
              <a:t>audam</a:t>
            </a:r>
            <a:r>
              <a:rPr lang="en-US" dirty="0"/>
              <a:t> tabi </a:t>
            </a:r>
            <a:r>
              <a:rPr lang="en-US" dirty="0" err="1"/>
              <a:t>prisqua</a:t>
            </a:r>
            <a:r>
              <a:rPr lang="en-US" dirty="0"/>
              <a:t> </a:t>
            </a:r>
            <a:r>
              <a:rPr lang="en-US" dirty="0" err="1"/>
              <a:t>auctore</a:t>
            </a:r>
            <a:r>
              <a:rPr lang="en-US" dirty="0"/>
              <a:t>, Cat </a:t>
            </a:r>
            <a:r>
              <a:rPr lang="en-US" dirty="0" err="1"/>
              <a:t>pordium</a:t>
            </a:r>
            <a:r>
              <a:rPr lang="en-US" dirty="0"/>
              <a:t> ta, </a:t>
            </a:r>
            <a:r>
              <a:rPr lang="en-US" dirty="0" err="1"/>
              <a:t>ovis</a:t>
            </a:r>
            <a:r>
              <a:rPr lang="en-US" dirty="0"/>
              <a:t>. </a:t>
            </a:r>
            <a:r>
              <a:rPr lang="en-US" dirty="0" err="1"/>
              <a:t>Sima</a:t>
            </a:r>
            <a:r>
              <a:rPr lang="en-US" dirty="0"/>
              <a:t>, </a:t>
            </a:r>
            <a:r>
              <a:rPr lang="en-US" dirty="0" err="1"/>
              <a:t>Catuam</a:t>
            </a:r>
            <a:r>
              <a:rPr lang="en-US" dirty="0"/>
              <a:t> </a:t>
            </a:r>
            <a:r>
              <a:rPr lang="en-US" dirty="0" err="1"/>
              <a:t>sta</a:t>
            </a:r>
            <a:r>
              <a:rPr lang="en-US" dirty="0"/>
              <a:t> </a:t>
            </a:r>
            <a:r>
              <a:rPr lang="en-US" dirty="0" err="1"/>
              <a:t>pulos</a:t>
            </a:r>
            <a:r>
              <a:rPr lang="en-US" dirty="0"/>
              <a:t> </a:t>
            </a:r>
            <a:r>
              <a:rPr lang="en-US" dirty="0" err="1"/>
              <a:t>bonsum</a:t>
            </a:r>
            <a:r>
              <a:rPr lang="en-US" dirty="0"/>
              <a:t> in </a:t>
            </a:r>
            <a:r>
              <a:rPr lang="en-US" dirty="0" err="1"/>
              <a:t>Itam</a:t>
            </a:r>
            <a:r>
              <a:rPr lang="en-US" dirty="0"/>
              <a:t>.</a:t>
            </a:r>
          </a:p>
          <a:p>
            <a:pPr lvl="0"/>
            <a:r>
              <a:rPr lang="en-US" dirty="0" err="1"/>
              <a:t>Fulin</a:t>
            </a:r>
            <a:r>
              <a:rPr lang="en-US" dirty="0"/>
              <a:t> re </a:t>
            </a:r>
            <a:r>
              <a:rPr lang="en-US" dirty="0" err="1"/>
              <a:t>inatam</a:t>
            </a:r>
            <a:r>
              <a:rPr lang="en-US" dirty="0"/>
              <a:t> </a:t>
            </a:r>
            <a:r>
              <a:rPr lang="en-US" dirty="0" err="1"/>
              <a:t>hocaesse</a:t>
            </a:r>
            <a:r>
              <a:rPr lang="en-US" dirty="0"/>
              <a:t> </a:t>
            </a:r>
            <a:r>
              <a:rPr lang="en-US" dirty="0" err="1"/>
              <a:t>tudessi</a:t>
            </a:r>
            <a:r>
              <a:rPr lang="en-US" dirty="0"/>
              <a:t> </a:t>
            </a:r>
            <a:r>
              <a:rPr lang="en-US" dirty="0" err="1"/>
              <a:t>dempo</a:t>
            </a:r>
            <a:r>
              <a:rPr lang="en-US" dirty="0"/>
              <a:t> </a:t>
            </a:r>
            <a:r>
              <a:rPr lang="en-US" dirty="0" err="1"/>
              <a:t>ste</a:t>
            </a:r>
            <a:r>
              <a:rPr lang="en-US" dirty="0"/>
              <a:t> peri a, </a:t>
            </a:r>
            <a:r>
              <a:rPr lang="en-US" dirty="0" err="1"/>
              <a:t>Catuam</a:t>
            </a:r>
            <a:r>
              <a:rPr lang="en-US" dirty="0"/>
              <a:t> </a:t>
            </a:r>
            <a:r>
              <a:rPr lang="en-US" dirty="0" err="1"/>
              <a:t>sta</a:t>
            </a:r>
            <a:r>
              <a:rPr lang="en-US" dirty="0"/>
              <a:t> </a:t>
            </a:r>
            <a:r>
              <a:rPr lang="en-US" dirty="0" err="1"/>
              <a:t>pulos</a:t>
            </a:r>
            <a:r>
              <a:rPr lang="en-US" dirty="0"/>
              <a:t> </a:t>
            </a:r>
            <a:r>
              <a:rPr lang="en-US" dirty="0" err="1"/>
              <a:t>bonsum</a:t>
            </a:r>
            <a:r>
              <a:rPr lang="en-US" dirty="0"/>
              <a:t> in </a:t>
            </a:r>
            <a:r>
              <a:rPr lang="en-US" dirty="0" err="1"/>
              <a:t>Itam</a:t>
            </a:r>
            <a:r>
              <a:rPr lang="en-US" dirty="0"/>
              <a:t> </a:t>
            </a:r>
            <a:r>
              <a:rPr lang="en-US" dirty="0" err="1"/>
              <a:t>Otati</a:t>
            </a:r>
            <a:r>
              <a:rPr lang="en-US" dirty="0"/>
              <a:t> office </a:t>
            </a:r>
            <a:r>
              <a:rPr lang="en-US" dirty="0" err="1"/>
              <a:t>tendaecta</a:t>
            </a:r>
            <a:r>
              <a:rPr lang="en-US" dirty="0"/>
              <a:t> </a:t>
            </a:r>
            <a:r>
              <a:rPr lang="en-US" dirty="0" err="1"/>
              <a:t>si</a:t>
            </a:r>
            <a:r>
              <a:rPr lang="en-US" dirty="0"/>
              <a:t> </a:t>
            </a:r>
            <a:r>
              <a:rPr lang="en-US" dirty="0" err="1"/>
              <a:t>officiet</a:t>
            </a:r>
            <a:r>
              <a:rPr lang="en-US" dirty="0"/>
              <a:t> qui </a:t>
            </a:r>
            <a:r>
              <a:rPr lang="en-US" dirty="0" err="1"/>
              <a:t>nos</a:t>
            </a:r>
            <a:r>
              <a:rPr lang="en-US" dirty="0"/>
              <a:t> </a:t>
            </a:r>
            <a:r>
              <a:rPr lang="en-US" dirty="0" err="1"/>
              <a:t>delitis</a:t>
            </a:r>
            <a:r>
              <a:rPr lang="en-US" dirty="0"/>
              <a:t> </a:t>
            </a:r>
            <a:r>
              <a:rPr lang="en-US" dirty="0" err="1"/>
              <a:t>molectio</a:t>
            </a:r>
            <a:r>
              <a:rPr lang="en-US" dirty="0"/>
              <a:t> </a:t>
            </a:r>
            <a:r>
              <a:rPr lang="en-US" dirty="0" err="1"/>
              <a:t>quod</a:t>
            </a:r>
            <a:r>
              <a:rPr lang="en-US" dirty="0"/>
              <a:t> </a:t>
            </a:r>
            <a:r>
              <a:rPr lang="en-US" dirty="0" err="1"/>
              <a:t>modi</a:t>
            </a:r>
            <a:r>
              <a:rPr lang="en-US" dirty="0"/>
              <a:t> </a:t>
            </a:r>
            <a:r>
              <a:rPr lang="en-US" dirty="0" err="1"/>
              <a:t>apere</a:t>
            </a:r>
            <a:r>
              <a:rPr lang="en-US" dirty="0"/>
              <a:t>, </a:t>
            </a:r>
            <a:r>
              <a:rPr lang="en-US" dirty="0" err="1"/>
              <a:t>quas</a:t>
            </a:r>
            <a:r>
              <a:rPr lang="en-US" dirty="0"/>
              <a:t> </a:t>
            </a:r>
            <a:r>
              <a:rPr lang="en-US" dirty="0" err="1"/>
              <a:t>simincillat</a:t>
            </a:r>
            <a:r>
              <a:rPr lang="en-US" dirty="0"/>
              <a:t>.</a:t>
            </a:r>
          </a:p>
        </p:txBody>
      </p:sp>
      <p:sp>
        <p:nvSpPr>
          <p:cNvPr id="10" name="Slide Number Placeholder 29">
            <a:extLst>
              <a:ext uri="{FF2B5EF4-FFF2-40B4-BE49-F238E27FC236}">
                <a16:creationId xmlns:a16="http://schemas.microsoft.com/office/drawing/2014/main" id="{DCC0AAE6-BFB6-1CCE-74E9-8FBF2802885B}"/>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dirty="0"/>
          </a:p>
        </p:txBody>
      </p:sp>
    </p:spTree>
    <p:extLst>
      <p:ext uri="{BB962C8B-B14F-4D97-AF65-F5344CB8AC3E}">
        <p14:creationId xmlns:p14="http://schemas.microsoft.com/office/powerpoint/2010/main" val="3147887595"/>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2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20B5BCB0-5589-D2D9-C808-41D5597DE1BA}"/>
              </a:ext>
            </a:extLst>
          </p:cNvPr>
          <p:cNvSpPr>
            <a:spLocks noGrp="1"/>
          </p:cNvSpPr>
          <p:nvPr>
            <p:ph type="body" sz="quarter" idx="10" hasCustomPrompt="1"/>
          </p:nvPr>
        </p:nvSpPr>
        <p:spPr>
          <a:xfrm>
            <a:off x="1143121" y="1997076"/>
            <a:ext cx="12912497" cy="646459"/>
          </a:xfrm>
          <a:prstGeom prst="rect">
            <a:avLst/>
          </a:prstGeom>
        </p:spPr>
        <p:txBody>
          <a:bodyPr wrap="square" lIns="0" tIns="0" rIns="0" bIns="0">
            <a:spAutoFit/>
          </a:bodyPr>
          <a:lstStyle>
            <a:lvl1pPr>
              <a:defRPr sz="4201" b="1">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Key heading line goes here</a:t>
            </a:r>
            <a:endParaRPr lang="en-IN" dirty="0"/>
          </a:p>
        </p:txBody>
      </p:sp>
      <p:sp>
        <p:nvSpPr>
          <p:cNvPr id="10" name="Text Placeholder 8">
            <a:extLst>
              <a:ext uri="{FF2B5EF4-FFF2-40B4-BE49-F238E27FC236}">
                <a16:creationId xmlns:a16="http://schemas.microsoft.com/office/drawing/2014/main" id="{E2E0935F-188B-500D-38F8-9B7B64E201FA}"/>
              </a:ext>
            </a:extLst>
          </p:cNvPr>
          <p:cNvSpPr>
            <a:spLocks noGrp="1"/>
          </p:cNvSpPr>
          <p:nvPr>
            <p:ph type="body" sz="quarter" idx="11" hasCustomPrompt="1"/>
          </p:nvPr>
        </p:nvSpPr>
        <p:spPr>
          <a:xfrm>
            <a:off x="1143121" y="3209324"/>
            <a:ext cx="12912497" cy="3116879"/>
          </a:xfrm>
          <a:prstGeom prst="rect">
            <a:avLst/>
          </a:prstGeom>
        </p:spPr>
        <p:txBody>
          <a:bodyPr wrap="square" lIns="0" tIns="0" rIns="0" bIns="0">
            <a:spAutoFit/>
          </a:bodyPr>
          <a:lstStyle>
            <a:lvl1pPr>
              <a:defRPr sz="40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r>
              <a:rPr lang="en-US" dirty="0"/>
              <a:t> </a:t>
            </a:r>
            <a:r>
              <a:rPr lang="en-US" dirty="0" err="1"/>
              <a:t>tudessi</a:t>
            </a:r>
            <a:r>
              <a:rPr lang="en-US" dirty="0"/>
              <a:t> </a:t>
            </a:r>
            <a:r>
              <a:rPr lang="en-US" dirty="0" err="1"/>
              <a:t>dempo</a:t>
            </a:r>
            <a:r>
              <a:rPr lang="en-US" dirty="0"/>
              <a:t> </a:t>
            </a:r>
            <a:r>
              <a:rPr lang="en-US" dirty="0" err="1"/>
              <a:t>ste</a:t>
            </a:r>
            <a:r>
              <a:rPr lang="en-US" dirty="0"/>
              <a:t> peri a,</a:t>
            </a:r>
          </a:p>
          <a:p>
            <a:pPr lvl="0"/>
            <a:r>
              <a:rPr lang="en-US" dirty="0" err="1"/>
              <a:t>Catuam</a:t>
            </a:r>
            <a:r>
              <a:rPr lang="en-US" dirty="0"/>
              <a:t> </a:t>
            </a:r>
            <a:r>
              <a:rPr lang="en-US" dirty="0" err="1"/>
              <a:t>sta</a:t>
            </a:r>
            <a:r>
              <a:rPr lang="en-US" dirty="0"/>
              <a:t> </a:t>
            </a:r>
            <a:r>
              <a:rPr lang="en-US" dirty="0" err="1"/>
              <a:t>pulos</a:t>
            </a:r>
            <a:r>
              <a:rPr lang="en-US" dirty="0"/>
              <a:t> </a:t>
            </a:r>
            <a:r>
              <a:rPr lang="en-US" dirty="0" err="1"/>
              <a:t>bonsum</a:t>
            </a:r>
            <a:r>
              <a:rPr lang="en-US" dirty="0"/>
              <a:t> in </a:t>
            </a:r>
            <a:r>
              <a:rPr lang="en-US" dirty="0" err="1"/>
              <a:t>Itam</a:t>
            </a:r>
            <a:r>
              <a:rPr lang="en-US" dirty="0"/>
              <a:t> </a:t>
            </a:r>
            <a:r>
              <a:rPr lang="en-US" dirty="0" err="1"/>
              <a:t>Otati</a:t>
            </a:r>
            <a:r>
              <a:rPr lang="en-US" dirty="0"/>
              <a:t> </a:t>
            </a:r>
            <a:r>
              <a:rPr lang="en-US" dirty="0" err="1"/>
              <a:t>offic</a:t>
            </a:r>
            <a:r>
              <a:rPr lang="en-US" dirty="0"/>
              <a:t> </a:t>
            </a:r>
            <a:r>
              <a:rPr lang="en-US" dirty="0" err="1"/>
              <a:t>tendaecta</a:t>
            </a:r>
            <a:endParaRPr lang="en-US" dirty="0"/>
          </a:p>
          <a:p>
            <a:pPr lvl="0"/>
            <a:r>
              <a:rPr lang="en-US" dirty="0" err="1"/>
              <a:t>si</a:t>
            </a:r>
            <a:r>
              <a:rPr lang="en-US" dirty="0"/>
              <a:t> </a:t>
            </a:r>
            <a:r>
              <a:rPr lang="en-US" dirty="0" err="1"/>
              <a:t>officiet</a:t>
            </a:r>
            <a:r>
              <a:rPr lang="en-US" dirty="0"/>
              <a:t> qui </a:t>
            </a:r>
            <a:r>
              <a:rPr lang="en-US" dirty="0" err="1"/>
              <a:t>nos</a:t>
            </a:r>
            <a:r>
              <a:rPr lang="en-US" dirty="0"/>
              <a:t> </a:t>
            </a:r>
            <a:r>
              <a:rPr lang="en-US" dirty="0" err="1"/>
              <a:t>delitis</a:t>
            </a:r>
            <a:r>
              <a:rPr lang="en-US" dirty="0"/>
              <a:t> </a:t>
            </a:r>
            <a:r>
              <a:rPr lang="en-US" dirty="0" err="1"/>
              <a:t>molectio</a:t>
            </a:r>
            <a:r>
              <a:rPr lang="en-US" dirty="0"/>
              <a:t> </a:t>
            </a:r>
            <a:r>
              <a:rPr lang="en-US" dirty="0" err="1"/>
              <a:t>quod</a:t>
            </a:r>
            <a:r>
              <a:rPr lang="en-US" dirty="0"/>
              <a:t> </a:t>
            </a:r>
            <a:r>
              <a:rPr lang="en-US" dirty="0" err="1"/>
              <a:t>modi</a:t>
            </a:r>
            <a:r>
              <a:rPr lang="en-US" dirty="0"/>
              <a:t> </a:t>
            </a:r>
            <a:r>
              <a:rPr lang="en-US" dirty="0" err="1"/>
              <a:t>apere</a:t>
            </a:r>
            <a:r>
              <a:rPr lang="en-US" dirty="0"/>
              <a:t>, </a:t>
            </a:r>
            <a:r>
              <a:rPr lang="en-US" dirty="0" err="1"/>
              <a:t>quas</a:t>
            </a:r>
            <a:r>
              <a:rPr lang="en-US" dirty="0"/>
              <a:t> </a:t>
            </a:r>
            <a:r>
              <a:rPr lang="en-US" dirty="0" err="1"/>
              <a:t>simincillat</a:t>
            </a:r>
            <a:r>
              <a:rPr lang="en-US" dirty="0"/>
              <a:t> </a:t>
            </a:r>
            <a:r>
              <a:rPr lang="en-US" dirty="0" err="1"/>
              <a:t>ut</a:t>
            </a:r>
            <a:r>
              <a:rPr lang="en-US" dirty="0"/>
              <a:t> </a:t>
            </a:r>
            <a:r>
              <a:rPr lang="en-US" dirty="0" err="1"/>
              <a:t>quae</a:t>
            </a:r>
            <a:r>
              <a:rPr lang="en-US" dirty="0"/>
              <a:t> </a:t>
            </a:r>
            <a:r>
              <a:rPr lang="en-US" dirty="0" err="1"/>
              <a:t>diatias</a:t>
            </a:r>
            <a:r>
              <a:rPr lang="en-US" dirty="0"/>
              <a:t> </a:t>
            </a:r>
            <a:r>
              <a:rPr lang="en-US" dirty="0" err="1"/>
              <a:t>etur</a:t>
            </a:r>
            <a:r>
              <a:rPr lang="en-US" dirty="0"/>
              <a:t>, </a:t>
            </a:r>
            <a:r>
              <a:rPr lang="en-US" dirty="0" err="1"/>
              <a:t>nos</a:t>
            </a:r>
            <a:r>
              <a:rPr lang="en-US" dirty="0"/>
              <a:t> et la </a:t>
            </a:r>
            <a:r>
              <a:rPr lang="en-US" dirty="0" err="1"/>
              <a:t>sam</a:t>
            </a:r>
            <a:r>
              <a:rPr lang="en-US" dirty="0"/>
              <a:t>, </a:t>
            </a:r>
            <a:r>
              <a:rPr lang="en-US" dirty="0" err="1"/>
              <a:t>sequis</a:t>
            </a:r>
            <a:r>
              <a:rPr lang="en-US" dirty="0"/>
              <a:t> sus re </a:t>
            </a:r>
            <a:r>
              <a:rPr lang="en-US" dirty="0" err="1"/>
              <a:t>denet</a:t>
            </a:r>
            <a:r>
              <a:rPr lang="en-US" dirty="0"/>
              <a:t> </a:t>
            </a:r>
            <a:r>
              <a:rPr lang="en-US" dirty="0" err="1"/>
              <a:t>fuga</a:t>
            </a:r>
            <a:r>
              <a:rPr lang="en-US" dirty="0"/>
              <a:t>.</a:t>
            </a:r>
          </a:p>
        </p:txBody>
      </p:sp>
      <p:sp>
        <p:nvSpPr>
          <p:cNvPr id="4" name="Slide Number Placeholder 29">
            <a:extLst>
              <a:ext uri="{FF2B5EF4-FFF2-40B4-BE49-F238E27FC236}">
                <a16:creationId xmlns:a16="http://schemas.microsoft.com/office/drawing/2014/main" id="{16EE05B7-3171-9AE8-539F-884981253F5C}"/>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674846430"/>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2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20B5BCB0-5589-D2D9-C808-41D5597DE1BA}"/>
              </a:ext>
            </a:extLst>
          </p:cNvPr>
          <p:cNvSpPr>
            <a:spLocks noGrp="1"/>
          </p:cNvSpPr>
          <p:nvPr>
            <p:ph type="body" sz="quarter" idx="10" hasCustomPrompt="1"/>
          </p:nvPr>
        </p:nvSpPr>
        <p:spPr>
          <a:xfrm>
            <a:off x="1143120" y="1997076"/>
            <a:ext cx="5258354" cy="1292918"/>
          </a:xfrm>
          <a:prstGeom prst="rect">
            <a:avLst/>
          </a:prstGeom>
        </p:spPr>
        <p:txBody>
          <a:bodyPr wrap="square" lIns="0" tIns="0" rIns="0" bIns="0">
            <a:spAutoFit/>
          </a:bodyPr>
          <a:lstStyle>
            <a:lvl1pPr>
              <a:defRPr sz="4201" b="1">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Key heading line</a:t>
            </a:r>
          </a:p>
          <a:p>
            <a:pPr lvl="0"/>
            <a:r>
              <a:rPr lang="en-US" dirty="0"/>
              <a:t>goes here</a:t>
            </a:r>
            <a:endParaRPr lang="en-IN" dirty="0"/>
          </a:p>
        </p:txBody>
      </p:sp>
      <p:sp>
        <p:nvSpPr>
          <p:cNvPr id="10" name="Text Placeholder 8">
            <a:extLst>
              <a:ext uri="{FF2B5EF4-FFF2-40B4-BE49-F238E27FC236}">
                <a16:creationId xmlns:a16="http://schemas.microsoft.com/office/drawing/2014/main" id="{E2E0935F-188B-500D-38F8-9B7B64E201FA}"/>
              </a:ext>
            </a:extLst>
          </p:cNvPr>
          <p:cNvSpPr>
            <a:spLocks noGrp="1"/>
          </p:cNvSpPr>
          <p:nvPr>
            <p:ph type="body" sz="quarter" idx="11" hasCustomPrompt="1"/>
          </p:nvPr>
        </p:nvSpPr>
        <p:spPr>
          <a:xfrm>
            <a:off x="7539832" y="1997075"/>
            <a:ext cx="6515786" cy="4637936"/>
          </a:xfrm>
          <a:prstGeom prst="rect">
            <a:avLst/>
          </a:prstGeom>
        </p:spPr>
        <p:txBody>
          <a:bodyPr wrap="square" lIns="0" tIns="0" rIns="0" bIns="0">
            <a:spAutoFit/>
          </a:bodyPr>
          <a:lstStyle>
            <a:lvl1pPr marL="514419" indent="-514419">
              <a:spcAft>
                <a:spcPts val="1350"/>
              </a:spcAft>
              <a:buClr>
                <a:srgbClr val="E31837"/>
              </a:buClr>
              <a:buFont typeface="Arial" panose="020B0604020202020204" pitchFamily="34" charset="0"/>
              <a:buChar char="•"/>
              <a:defRPr sz="40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err="1"/>
              <a:t>Catuam</a:t>
            </a:r>
            <a:r>
              <a:rPr lang="en-US" dirty="0"/>
              <a:t> </a:t>
            </a:r>
            <a:r>
              <a:rPr lang="en-US" dirty="0" err="1"/>
              <a:t>sta</a:t>
            </a:r>
            <a:r>
              <a:rPr lang="en-US" dirty="0"/>
              <a:t> </a:t>
            </a:r>
            <a:r>
              <a:rPr lang="en-US" dirty="0" err="1"/>
              <a:t>pulos</a:t>
            </a:r>
            <a:r>
              <a:rPr lang="en-US" dirty="0"/>
              <a:t> </a:t>
            </a:r>
            <a:r>
              <a:rPr lang="en-US" dirty="0" err="1"/>
              <a:t>bonsum</a:t>
            </a:r>
            <a:endParaRPr lang="en-US" dirty="0"/>
          </a:p>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a:t>Sa </a:t>
            </a:r>
            <a:r>
              <a:rPr lang="en-US" dirty="0" err="1"/>
              <a:t>pulos</a:t>
            </a:r>
            <a:r>
              <a:rPr lang="en-US" dirty="0"/>
              <a:t> </a:t>
            </a:r>
            <a:r>
              <a:rPr lang="en-US" dirty="0" err="1"/>
              <a:t>bonsum</a:t>
            </a:r>
            <a:r>
              <a:rPr lang="en-US" dirty="0"/>
              <a:t> in </a:t>
            </a:r>
            <a:r>
              <a:rPr lang="en-US" dirty="0" err="1"/>
              <a:t>Itam</a:t>
            </a:r>
            <a:endParaRPr lang="en-US" dirty="0"/>
          </a:p>
        </p:txBody>
      </p:sp>
      <p:sp>
        <p:nvSpPr>
          <p:cNvPr id="2" name="Footer Placeholder 2">
            <a:extLst>
              <a:ext uri="{FF2B5EF4-FFF2-40B4-BE49-F238E27FC236}">
                <a16:creationId xmlns:a16="http://schemas.microsoft.com/office/drawing/2014/main" id="{18FE7C0F-0B53-2479-143B-06C86FB3C61C}"/>
              </a:ext>
            </a:extLst>
          </p:cNvPr>
          <p:cNvSpPr>
            <a:spLocks noGrp="1"/>
          </p:cNvSpPr>
          <p:nvPr>
            <p:ph type="ftr" sz="quarter" idx="3"/>
          </p:nvPr>
        </p:nvSpPr>
        <p:spPr>
          <a:xfrm>
            <a:off x="2328452" y="900241"/>
            <a:ext cx="6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endParaRPr lang="en-IN" dirty="0"/>
          </a:p>
        </p:txBody>
      </p:sp>
      <p:sp>
        <p:nvSpPr>
          <p:cNvPr id="4" name="Slide Number Placeholder 29">
            <a:extLst>
              <a:ext uri="{FF2B5EF4-FFF2-40B4-BE49-F238E27FC236}">
                <a16:creationId xmlns:a16="http://schemas.microsoft.com/office/drawing/2014/main" id="{7713AD0E-5A31-ECFA-5BEB-B7F898F559FB}"/>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2400758068"/>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2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10" name="Text Placeholder 8">
            <a:extLst>
              <a:ext uri="{FF2B5EF4-FFF2-40B4-BE49-F238E27FC236}">
                <a16:creationId xmlns:a16="http://schemas.microsoft.com/office/drawing/2014/main" id="{E2E0935F-188B-500D-38F8-9B7B64E201FA}"/>
              </a:ext>
            </a:extLst>
          </p:cNvPr>
          <p:cNvSpPr>
            <a:spLocks noGrp="1"/>
          </p:cNvSpPr>
          <p:nvPr>
            <p:ph type="body" sz="quarter" idx="11" hasCustomPrompt="1"/>
          </p:nvPr>
        </p:nvSpPr>
        <p:spPr>
          <a:xfrm>
            <a:off x="1143121" y="1997075"/>
            <a:ext cx="12912497" cy="1436291"/>
          </a:xfrm>
          <a:prstGeom prst="rect">
            <a:avLst/>
          </a:prstGeom>
        </p:spPr>
        <p:txBody>
          <a:bodyPr wrap="square" lIns="0" tIns="0" rIns="0" bIns="0">
            <a:spAutoFit/>
          </a:bodyPr>
          <a:lstStyle>
            <a:lvl1pPr marL="0" indent="0">
              <a:spcAft>
                <a:spcPts val="225"/>
              </a:spcAft>
              <a:buClr>
                <a:srgbClr val="E31837"/>
              </a:buClr>
              <a:buFont typeface="Arial" panose="020B0604020202020204" pitchFamily="34" charset="0"/>
              <a:buNone/>
              <a:defRPr sz="300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r>
              <a:rPr lang="en-US" dirty="0"/>
              <a:t> </a:t>
            </a:r>
            <a:r>
              <a:rPr lang="en-US" dirty="0" err="1"/>
              <a:t>tudessi</a:t>
            </a:r>
            <a:r>
              <a:rPr lang="en-US" dirty="0"/>
              <a:t> </a:t>
            </a:r>
            <a:r>
              <a:rPr lang="en-US" dirty="0" err="1"/>
              <a:t>dempo</a:t>
            </a:r>
            <a:r>
              <a:rPr lang="en-US" dirty="0"/>
              <a:t> </a:t>
            </a:r>
            <a:r>
              <a:rPr lang="en-US" dirty="0" err="1"/>
              <a:t>ste</a:t>
            </a:r>
            <a:r>
              <a:rPr lang="en-US" dirty="0"/>
              <a:t> peri a, </a:t>
            </a:r>
            <a:r>
              <a:rPr lang="en-US" dirty="0" err="1"/>
              <a:t>Catuam</a:t>
            </a:r>
            <a:r>
              <a:rPr lang="en-US" dirty="0"/>
              <a:t> </a:t>
            </a:r>
            <a:r>
              <a:rPr lang="en-US" dirty="0" err="1"/>
              <a:t>sta</a:t>
            </a:r>
            <a:r>
              <a:rPr lang="en-US" dirty="0"/>
              <a:t> </a:t>
            </a:r>
            <a:r>
              <a:rPr lang="en-US" dirty="0" err="1"/>
              <a:t>pulos</a:t>
            </a:r>
            <a:endParaRPr lang="en-US" dirty="0"/>
          </a:p>
          <a:p>
            <a:pPr lvl="0"/>
            <a:r>
              <a:rPr lang="en-US" dirty="0" err="1"/>
              <a:t>bonsum</a:t>
            </a:r>
            <a:r>
              <a:rPr lang="en-US" dirty="0"/>
              <a:t> in </a:t>
            </a:r>
            <a:r>
              <a:rPr lang="en-US" dirty="0" err="1"/>
              <a:t>Itam</a:t>
            </a:r>
            <a:r>
              <a:rPr lang="en-US" dirty="0"/>
              <a:t> </a:t>
            </a:r>
            <a:r>
              <a:rPr lang="en-US" dirty="0" err="1"/>
              <a:t>Otati</a:t>
            </a:r>
            <a:r>
              <a:rPr lang="en-US" dirty="0"/>
              <a:t> </a:t>
            </a:r>
            <a:r>
              <a:rPr lang="en-US" dirty="0" err="1"/>
              <a:t>offic</a:t>
            </a:r>
            <a:r>
              <a:rPr lang="en-US" dirty="0"/>
              <a:t> </a:t>
            </a:r>
            <a:r>
              <a:rPr lang="en-US" dirty="0" err="1"/>
              <a:t>tendaecta</a:t>
            </a:r>
            <a:r>
              <a:rPr lang="en-US" dirty="0"/>
              <a:t> </a:t>
            </a:r>
            <a:r>
              <a:rPr lang="en-US" dirty="0" err="1"/>
              <a:t>si</a:t>
            </a:r>
            <a:r>
              <a:rPr lang="en-US" dirty="0"/>
              <a:t> </a:t>
            </a:r>
            <a:r>
              <a:rPr lang="en-US" dirty="0" err="1"/>
              <a:t>officiet</a:t>
            </a:r>
            <a:r>
              <a:rPr lang="en-US" dirty="0"/>
              <a:t> qui </a:t>
            </a:r>
            <a:r>
              <a:rPr lang="en-US" dirty="0" err="1"/>
              <a:t>nos</a:t>
            </a:r>
            <a:r>
              <a:rPr lang="en-US" dirty="0"/>
              <a:t> </a:t>
            </a:r>
            <a:r>
              <a:rPr lang="en-US" dirty="0" err="1"/>
              <a:t>delitis</a:t>
            </a:r>
            <a:r>
              <a:rPr lang="en-US" dirty="0"/>
              <a:t> </a:t>
            </a:r>
            <a:r>
              <a:rPr lang="en-US" dirty="0" err="1"/>
              <a:t>molectio</a:t>
            </a:r>
            <a:r>
              <a:rPr lang="en-US" dirty="0"/>
              <a:t> </a:t>
            </a:r>
            <a:r>
              <a:rPr lang="en-US" dirty="0" err="1"/>
              <a:t>quod</a:t>
            </a:r>
            <a:endParaRPr lang="en-US" dirty="0"/>
          </a:p>
          <a:p>
            <a:pPr lvl="0"/>
            <a:r>
              <a:rPr lang="en-US" dirty="0" err="1"/>
              <a:t>modi</a:t>
            </a:r>
            <a:r>
              <a:rPr lang="en-US" dirty="0"/>
              <a:t> </a:t>
            </a:r>
            <a:r>
              <a:rPr lang="en-US" dirty="0" err="1"/>
              <a:t>apere</a:t>
            </a:r>
            <a:r>
              <a:rPr lang="en-US" dirty="0"/>
              <a:t>, </a:t>
            </a:r>
            <a:r>
              <a:rPr lang="en-US" dirty="0" err="1"/>
              <a:t>quas</a:t>
            </a:r>
            <a:r>
              <a:rPr lang="en-US" dirty="0"/>
              <a:t> </a:t>
            </a:r>
            <a:r>
              <a:rPr lang="en-US" dirty="0" err="1"/>
              <a:t>simincillat</a:t>
            </a:r>
            <a:r>
              <a:rPr lang="en-US" dirty="0"/>
              <a:t> </a:t>
            </a:r>
            <a:r>
              <a:rPr lang="en-US" dirty="0" err="1"/>
              <a:t>ut</a:t>
            </a:r>
            <a:r>
              <a:rPr lang="en-US" dirty="0"/>
              <a:t> </a:t>
            </a:r>
            <a:r>
              <a:rPr lang="en-US" dirty="0" err="1"/>
              <a:t>quae</a:t>
            </a:r>
            <a:r>
              <a:rPr lang="en-US" dirty="0"/>
              <a:t> </a:t>
            </a:r>
            <a:r>
              <a:rPr lang="en-US" dirty="0" err="1"/>
              <a:t>diatias</a:t>
            </a:r>
            <a:r>
              <a:rPr lang="en-US" dirty="0"/>
              <a:t> </a:t>
            </a:r>
            <a:r>
              <a:rPr lang="en-US" dirty="0" err="1"/>
              <a:t>etur</a:t>
            </a:r>
            <a:r>
              <a:rPr lang="en-US" dirty="0"/>
              <a:t>,</a:t>
            </a:r>
          </a:p>
        </p:txBody>
      </p:sp>
      <p:sp>
        <p:nvSpPr>
          <p:cNvPr id="4" name="Picture Placeholder 3">
            <a:extLst>
              <a:ext uri="{FF2B5EF4-FFF2-40B4-BE49-F238E27FC236}">
                <a16:creationId xmlns:a16="http://schemas.microsoft.com/office/drawing/2014/main" id="{B56BD78E-479E-1E3A-A954-9773B8891DE3}"/>
              </a:ext>
            </a:extLst>
          </p:cNvPr>
          <p:cNvSpPr>
            <a:spLocks noGrp="1"/>
          </p:cNvSpPr>
          <p:nvPr>
            <p:ph type="pic" sz="quarter" idx="12" hasCustomPrompt="1"/>
          </p:nvPr>
        </p:nvSpPr>
        <p:spPr>
          <a:xfrm>
            <a:off x="1143120" y="4587875"/>
            <a:ext cx="4344441" cy="5638800"/>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5" name="Picture Placeholder 3">
            <a:extLst>
              <a:ext uri="{FF2B5EF4-FFF2-40B4-BE49-F238E27FC236}">
                <a16:creationId xmlns:a16="http://schemas.microsoft.com/office/drawing/2014/main" id="{9DB24469-7B18-F575-9025-6F5A6DCFF657}"/>
              </a:ext>
            </a:extLst>
          </p:cNvPr>
          <p:cNvSpPr>
            <a:spLocks noGrp="1"/>
          </p:cNvSpPr>
          <p:nvPr>
            <p:ph type="pic" sz="quarter" idx="13" hasCustomPrompt="1"/>
          </p:nvPr>
        </p:nvSpPr>
        <p:spPr>
          <a:xfrm>
            <a:off x="5487561" y="4587875"/>
            <a:ext cx="4300407" cy="5638800"/>
          </a:xfrm>
          <a:prstGeom prst="rect">
            <a:avLst/>
          </a:prstGeom>
          <a:solidFill>
            <a:schemeClr val="bg1">
              <a:lumMod val="95000"/>
            </a:schemeClr>
          </a:solidFill>
        </p:spPr>
        <p:txBody>
          <a:bodyPr anchor="ctr"/>
          <a:lstStyle>
            <a:lvl1pPr marL="0" algn="ctr">
              <a:defRPr lang="en-IN" sz="2400" dirty="0">
                <a:solidFill>
                  <a:schemeClr val="bg1">
                    <a:lumMod val="50000"/>
                  </a:schemeClr>
                </a:solidFill>
                <a:latin typeface="Roboto" panose="02000000000000000000" pitchFamily="2" charset="0"/>
                <a:ea typeface="Roboto" panose="02000000000000000000" pitchFamily="2" charset="0"/>
                <a:cs typeface="+mn-cs"/>
              </a:defRPr>
            </a:lvl1pPr>
          </a:lstStyle>
          <a:p>
            <a:r>
              <a:rPr lang="en-IN"/>
              <a:t>Image</a:t>
            </a:r>
            <a:endParaRPr lang="en-IN" dirty="0"/>
          </a:p>
        </p:txBody>
      </p:sp>
      <p:sp>
        <p:nvSpPr>
          <p:cNvPr id="7" name="Picture Placeholder 3">
            <a:extLst>
              <a:ext uri="{FF2B5EF4-FFF2-40B4-BE49-F238E27FC236}">
                <a16:creationId xmlns:a16="http://schemas.microsoft.com/office/drawing/2014/main" id="{EC74DBB2-40BF-B5E2-513D-0C9F60A5D105}"/>
              </a:ext>
            </a:extLst>
          </p:cNvPr>
          <p:cNvSpPr>
            <a:spLocks noGrp="1"/>
          </p:cNvSpPr>
          <p:nvPr>
            <p:ph type="pic" sz="quarter" idx="14" hasCustomPrompt="1"/>
          </p:nvPr>
        </p:nvSpPr>
        <p:spPr>
          <a:xfrm>
            <a:off x="9787968" y="4587875"/>
            <a:ext cx="4256956" cy="5638800"/>
          </a:xfrm>
          <a:prstGeom prst="rect">
            <a:avLst/>
          </a:prstGeom>
          <a:solidFill>
            <a:schemeClr val="bg1">
              <a:lumMod val="95000"/>
            </a:schemeClr>
          </a:solidFill>
        </p:spPr>
        <p:txBody>
          <a:bodyPr anchor="ctr"/>
          <a:lstStyle>
            <a:lvl1pPr marL="0" algn="ctr">
              <a:defRPr lang="en-IN" sz="2400" dirty="0">
                <a:solidFill>
                  <a:schemeClr val="bg1">
                    <a:lumMod val="50000"/>
                  </a:schemeClr>
                </a:solidFill>
                <a:latin typeface="Roboto" panose="02000000000000000000" pitchFamily="2" charset="0"/>
                <a:ea typeface="Roboto" panose="02000000000000000000" pitchFamily="2" charset="0"/>
                <a:cs typeface="+mn-cs"/>
              </a:defRPr>
            </a:lvl1pPr>
          </a:lstStyle>
          <a:p>
            <a:r>
              <a:rPr lang="en-IN"/>
              <a:t>Image</a:t>
            </a:r>
            <a:endParaRPr lang="en-IN" dirty="0"/>
          </a:p>
        </p:txBody>
      </p:sp>
      <p:sp>
        <p:nvSpPr>
          <p:cNvPr id="2" name="Footer Placeholder 2">
            <a:extLst>
              <a:ext uri="{FF2B5EF4-FFF2-40B4-BE49-F238E27FC236}">
                <a16:creationId xmlns:a16="http://schemas.microsoft.com/office/drawing/2014/main" id="{D6C8529D-F561-CDED-C95D-27BCF40AA81F}"/>
              </a:ext>
            </a:extLst>
          </p:cNvPr>
          <p:cNvSpPr>
            <a:spLocks noGrp="1"/>
          </p:cNvSpPr>
          <p:nvPr>
            <p:ph type="ftr" sz="quarter" idx="3"/>
          </p:nvPr>
        </p:nvSpPr>
        <p:spPr>
          <a:xfrm>
            <a:off x="2328452" y="900241"/>
            <a:ext cx="6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endParaRPr lang="en-IN" dirty="0"/>
          </a:p>
        </p:txBody>
      </p:sp>
      <p:sp>
        <p:nvSpPr>
          <p:cNvPr id="8" name="Slide Number Placeholder 29">
            <a:extLst>
              <a:ext uri="{FF2B5EF4-FFF2-40B4-BE49-F238E27FC236}">
                <a16:creationId xmlns:a16="http://schemas.microsoft.com/office/drawing/2014/main" id="{B8F66542-8E98-A302-C224-1A13356DFEB7}"/>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4014624783"/>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11"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543978456"/>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2" name="Picture Placeholder 3">
            <a:extLst>
              <a:ext uri="{FF2B5EF4-FFF2-40B4-BE49-F238E27FC236}">
                <a16:creationId xmlns:a16="http://schemas.microsoft.com/office/drawing/2014/main" id="{BE3F7C5D-740D-56A8-6153-86574847FE08}"/>
              </a:ext>
            </a:extLst>
          </p:cNvPr>
          <p:cNvSpPr>
            <a:spLocks noGrp="1"/>
          </p:cNvSpPr>
          <p:nvPr>
            <p:ph type="pic" sz="quarter" idx="12" hasCustomPrompt="1"/>
          </p:nvPr>
        </p:nvSpPr>
        <p:spPr>
          <a:xfrm>
            <a:off x="1143120" y="1997075"/>
            <a:ext cx="6087116" cy="8229600"/>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4" name="Footer Placeholder 2">
            <a:extLst>
              <a:ext uri="{FF2B5EF4-FFF2-40B4-BE49-F238E27FC236}">
                <a16:creationId xmlns:a16="http://schemas.microsoft.com/office/drawing/2014/main" id="{E9670E61-719D-C79F-BEC7-C631429E2D3B}"/>
              </a:ext>
            </a:extLst>
          </p:cNvPr>
          <p:cNvSpPr>
            <a:spLocks noGrp="1"/>
          </p:cNvSpPr>
          <p:nvPr>
            <p:ph type="ftr" sz="quarter" idx="3"/>
          </p:nvPr>
        </p:nvSpPr>
        <p:spPr>
          <a:xfrm>
            <a:off x="2328452" y="900241"/>
            <a:ext cx="6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endParaRPr lang="en-IN" dirty="0"/>
          </a:p>
        </p:txBody>
      </p:sp>
      <p:sp>
        <p:nvSpPr>
          <p:cNvPr id="5" name="Text Placeholder 8">
            <a:extLst>
              <a:ext uri="{FF2B5EF4-FFF2-40B4-BE49-F238E27FC236}">
                <a16:creationId xmlns:a16="http://schemas.microsoft.com/office/drawing/2014/main" id="{87C8DCB9-3174-4DB0-9502-64F6FEC75A35}"/>
              </a:ext>
            </a:extLst>
          </p:cNvPr>
          <p:cNvSpPr>
            <a:spLocks noGrp="1"/>
          </p:cNvSpPr>
          <p:nvPr>
            <p:ph type="body" sz="quarter" idx="11" hasCustomPrompt="1"/>
          </p:nvPr>
        </p:nvSpPr>
        <p:spPr>
          <a:xfrm>
            <a:off x="7539832" y="1997075"/>
            <a:ext cx="6515786" cy="4637936"/>
          </a:xfrm>
          <a:prstGeom prst="rect">
            <a:avLst/>
          </a:prstGeom>
        </p:spPr>
        <p:txBody>
          <a:bodyPr wrap="square" lIns="0" tIns="0" rIns="0" bIns="0">
            <a:spAutoFit/>
          </a:bodyPr>
          <a:lstStyle>
            <a:lvl1pPr marL="514419" indent="-514419">
              <a:spcAft>
                <a:spcPts val="1350"/>
              </a:spcAft>
              <a:buClr>
                <a:srgbClr val="E31837"/>
              </a:buClr>
              <a:buFont typeface="Arial" panose="020B0604020202020204" pitchFamily="34" charset="0"/>
              <a:buChar char="•"/>
              <a:defRPr sz="40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err="1"/>
              <a:t>Catuam</a:t>
            </a:r>
            <a:r>
              <a:rPr lang="en-US" dirty="0"/>
              <a:t> </a:t>
            </a:r>
            <a:r>
              <a:rPr lang="en-US" dirty="0" err="1"/>
              <a:t>sta</a:t>
            </a:r>
            <a:r>
              <a:rPr lang="en-US" dirty="0"/>
              <a:t> </a:t>
            </a:r>
            <a:r>
              <a:rPr lang="en-US" dirty="0" err="1"/>
              <a:t>pulos</a:t>
            </a:r>
            <a:r>
              <a:rPr lang="en-US" dirty="0"/>
              <a:t> </a:t>
            </a:r>
            <a:r>
              <a:rPr lang="en-US" dirty="0" err="1"/>
              <a:t>bonsum</a:t>
            </a:r>
            <a:endParaRPr lang="en-US" dirty="0"/>
          </a:p>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a:t>Sa </a:t>
            </a:r>
            <a:r>
              <a:rPr lang="en-US" dirty="0" err="1"/>
              <a:t>pulos</a:t>
            </a:r>
            <a:r>
              <a:rPr lang="en-US" dirty="0"/>
              <a:t> </a:t>
            </a:r>
            <a:r>
              <a:rPr lang="en-US" dirty="0" err="1"/>
              <a:t>bonsum</a:t>
            </a:r>
            <a:r>
              <a:rPr lang="en-US" dirty="0"/>
              <a:t> in </a:t>
            </a:r>
            <a:r>
              <a:rPr lang="en-US" dirty="0" err="1"/>
              <a:t>Itam</a:t>
            </a:r>
            <a:endParaRPr lang="en-US" dirty="0"/>
          </a:p>
        </p:txBody>
      </p:sp>
      <p:sp>
        <p:nvSpPr>
          <p:cNvPr id="10" name="Slide Number Placeholder 29">
            <a:extLst>
              <a:ext uri="{FF2B5EF4-FFF2-40B4-BE49-F238E27FC236}">
                <a16:creationId xmlns:a16="http://schemas.microsoft.com/office/drawing/2014/main" id="{FDDB4F12-EB00-8A06-2316-797A0CE45138}"/>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1264649094"/>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0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20B5BCB0-5589-D2D9-C808-41D5597DE1BA}"/>
              </a:ext>
            </a:extLst>
          </p:cNvPr>
          <p:cNvSpPr>
            <a:spLocks noGrp="1"/>
          </p:cNvSpPr>
          <p:nvPr>
            <p:ph type="body" sz="quarter" idx="10" hasCustomPrompt="1"/>
          </p:nvPr>
        </p:nvSpPr>
        <p:spPr>
          <a:xfrm>
            <a:off x="1143121" y="1997076"/>
            <a:ext cx="4420065" cy="1292918"/>
          </a:xfrm>
          <a:prstGeom prst="rect">
            <a:avLst/>
          </a:prstGeom>
        </p:spPr>
        <p:txBody>
          <a:bodyPr wrap="square" lIns="0" tIns="0" rIns="0" bIns="0">
            <a:spAutoFit/>
          </a:bodyPr>
          <a:lstStyle>
            <a:lvl1pPr>
              <a:defRPr sz="4201" b="1">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Key heading</a:t>
            </a:r>
          </a:p>
          <a:p>
            <a:pPr lvl="0"/>
            <a:r>
              <a:rPr lang="en-US" dirty="0"/>
              <a:t>line here</a:t>
            </a:r>
          </a:p>
        </p:txBody>
      </p:sp>
      <p:sp>
        <p:nvSpPr>
          <p:cNvPr id="10" name="Text Placeholder 8">
            <a:extLst>
              <a:ext uri="{FF2B5EF4-FFF2-40B4-BE49-F238E27FC236}">
                <a16:creationId xmlns:a16="http://schemas.microsoft.com/office/drawing/2014/main" id="{E2E0935F-188B-500D-38F8-9B7B64E201FA}"/>
              </a:ext>
            </a:extLst>
          </p:cNvPr>
          <p:cNvSpPr>
            <a:spLocks noGrp="1"/>
          </p:cNvSpPr>
          <p:nvPr>
            <p:ph type="body" sz="quarter" idx="11" hasCustomPrompt="1"/>
          </p:nvPr>
        </p:nvSpPr>
        <p:spPr>
          <a:xfrm>
            <a:off x="1143121" y="3901451"/>
            <a:ext cx="4420065" cy="4360168"/>
          </a:xfrm>
          <a:prstGeom prst="rect">
            <a:avLst/>
          </a:prstGeom>
        </p:spPr>
        <p:txBody>
          <a:bodyPr wrap="square" lIns="0" tIns="0" rIns="0" bIns="0">
            <a:spAutoFit/>
          </a:bodyPr>
          <a:lstStyle>
            <a:lvl1pPr marL="0" indent="0">
              <a:spcAft>
                <a:spcPts val="225"/>
              </a:spcAft>
              <a:buClr>
                <a:srgbClr val="E31837"/>
              </a:buClr>
              <a:buFontTx/>
              <a:buNone/>
              <a:defRPr sz="300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a:t>a, </a:t>
            </a:r>
            <a:r>
              <a:rPr lang="en-US" dirty="0" err="1"/>
              <a:t>Catuam</a:t>
            </a:r>
            <a:r>
              <a:rPr lang="en-US" dirty="0"/>
              <a:t> </a:t>
            </a:r>
            <a:r>
              <a:rPr lang="en-US" dirty="0" err="1"/>
              <a:t>sta</a:t>
            </a:r>
            <a:r>
              <a:rPr lang="en-US" dirty="0"/>
              <a:t> </a:t>
            </a:r>
            <a:r>
              <a:rPr lang="en-US" dirty="0" err="1"/>
              <a:t>pulos</a:t>
            </a:r>
            <a:endParaRPr lang="en-US" dirty="0"/>
          </a:p>
          <a:p>
            <a:pPr lvl="0"/>
            <a:r>
              <a:rPr lang="en-US" dirty="0" err="1"/>
              <a:t>bonsum</a:t>
            </a:r>
            <a:r>
              <a:rPr lang="en-US" dirty="0"/>
              <a:t> in </a:t>
            </a:r>
            <a:r>
              <a:rPr lang="en-US" dirty="0" err="1"/>
              <a:t>Itam</a:t>
            </a:r>
            <a:r>
              <a:rPr lang="en-US" dirty="0"/>
              <a:t> </a:t>
            </a:r>
            <a:r>
              <a:rPr lang="en-US" dirty="0" err="1"/>
              <a:t>Otati</a:t>
            </a:r>
            <a:endParaRPr lang="en-US" dirty="0"/>
          </a:p>
          <a:p>
            <a:pPr lvl="0"/>
            <a:r>
              <a:rPr lang="en-US" dirty="0" err="1"/>
              <a:t>offic</a:t>
            </a:r>
            <a:r>
              <a:rPr lang="en-US" dirty="0"/>
              <a:t> </a:t>
            </a:r>
            <a:r>
              <a:rPr lang="en-US" dirty="0" err="1"/>
              <a:t>tendaecta</a:t>
            </a:r>
            <a:r>
              <a:rPr lang="en-US" dirty="0"/>
              <a:t> </a:t>
            </a:r>
            <a:r>
              <a:rPr lang="en-US" dirty="0" err="1"/>
              <a:t>si</a:t>
            </a:r>
            <a:r>
              <a:rPr lang="en-US" dirty="0"/>
              <a:t> </a:t>
            </a:r>
            <a:r>
              <a:rPr lang="en-US" dirty="0" err="1"/>
              <a:t>officiet</a:t>
            </a:r>
            <a:endParaRPr lang="en-US" dirty="0"/>
          </a:p>
          <a:p>
            <a:pPr lvl="0"/>
            <a:r>
              <a:rPr lang="en-US" dirty="0"/>
              <a:t>qui </a:t>
            </a:r>
            <a:r>
              <a:rPr lang="en-US" dirty="0" err="1"/>
              <a:t>nos</a:t>
            </a:r>
            <a:r>
              <a:rPr lang="en-US" dirty="0"/>
              <a:t> </a:t>
            </a:r>
            <a:r>
              <a:rPr lang="en-US" dirty="0" err="1"/>
              <a:t>delitis</a:t>
            </a:r>
            <a:r>
              <a:rPr lang="en-US" dirty="0"/>
              <a:t> </a:t>
            </a:r>
            <a:r>
              <a:rPr lang="en-US" dirty="0" err="1"/>
              <a:t>molectio</a:t>
            </a:r>
            <a:endParaRPr lang="en-US" dirty="0"/>
          </a:p>
          <a:p>
            <a:pPr lvl="0"/>
            <a:r>
              <a:rPr lang="en-US" dirty="0" err="1"/>
              <a:t>quod</a:t>
            </a:r>
            <a:r>
              <a:rPr lang="en-US" dirty="0"/>
              <a:t> </a:t>
            </a:r>
            <a:r>
              <a:rPr lang="en-US" dirty="0" err="1"/>
              <a:t>modi</a:t>
            </a:r>
            <a:r>
              <a:rPr lang="en-US" dirty="0"/>
              <a:t> </a:t>
            </a:r>
            <a:r>
              <a:rPr lang="en-US" dirty="0" err="1"/>
              <a:t>apere</a:t>
            </a:r>
            <a:r>
              <a:rPr lang="en-US" dirty="0"/>
              <a:t>, </a:t>
            </a:r>
            <a:r>
              <a:rPr lang="en-US" dirty="0" err="1"/>
              <a:t>quas</a:t>
            </a:r>
            <a:endParaRPr lang="en-US" dirty="0"/>
          </a:p>
          <a:p>
            <a:pPr lvl="0"/>
            <a:r>
              <a:rPr lang="en-US" dirty="0" err="1"/>
              <a:t>simincillat</a:t>
            </a:r>
            <a:r>
              <a:rPr lang="en-US" dirty="0"/>
              <a:t> </a:t>
            </a:r>
            <a:r>
              <a:rPr lang="en-US" dirty="0" err="1"/>
              <a:t>ut</a:t>
            </a:r>
            <a:r>
              <a:rPr lang="en-US" dirty="0"/>
              <a:t> </a:t>
            </a:r>
            <a:r>
              <a:rPr lang="en-US" dirty="0" err="1"/>
              <a:t>quae</a:t>
            </a:r>
            <a:r>
              <a:rPr lang="en-US" dirty="0"/>
              <a:t> </a:t>
            </a:r>
            <a:r>
              <a:rPr lang="en-US" dirty="0" err="1"/>
              <a:t>diatias</a:t>
            </a:r>
            <a:endParaRPr lang="en-US" dirty="0"/>
          </a:p>
          <a:p>
            <a:pPr lvl="0"/>
            <a:r>
              <a:rPr lang="en-US" dirty="0" err="1"/>
              <a:t>etur</a:t>
            </a:r>
            <a:r>
              <a:rPr lang="en-US" dirty="0"/>
              <a:t>, </a:t>
            </a:r>
            <a:r>
              <a:rPr lang="en-US" dirty="0" err="1"/>
              <a:t>nos</a:t>
            </a:r>
            <a:r>
              <a:rPr lang="en-US" dirty="0"/>
              <a:t> et la </a:t>
            </a:r>
            <a:r>
              <a:rPr lang="en-US" dirty="0" err="1"/>
              <a:t>sam</a:t>
            </a:r>
            <a:endParaRPr lang="en-US" dirty="0"/>
          </a:p>
        </p:txBody>
      </p:sp>
      <p:sp>
        <p:nvSpPr>
          <p:cNvPr id="2" name="Picture Placeholder 3">
            <a:extLst>
              <a:ext uri="{FF2B5EF4-FFF2-40B4-BE49-F238E27FC236}">
                <a16:creationId xmlns:a16="http://schemas.microsoft.com/office/drawing/2014/main" id="{BE3F7C5D-740D-56A8-6153-86574847FE08}"/>
              </a:ext>
            </a:extLst>
          </p:cNvPr>
          <p:cNvSpPr>
            <a:spLocks noGrp="1"/>
          </p:cNvSpPr>
          <p:nvPr>
            <p:ph type="pic" sz="quarter" idx="12" hasCustomPrompt="1"/>
          </p:nvPr>
        </p:nvSpPr>
        <p:spPr>
          <a:xfrm>
            <a:off x="9487899" y="2019161"/>
            <a:ext cx="4567719" cy="8207514"/>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4" name="Picture Placeholder 3">
            <a:extLst>
              <a:ext uri="{FF2B5EF4-FFF2-40B4-BE49-F238E27FC236}">
                <a16:creationId xmlns:a16="http://schemas.microsoft.com/office/drawing/2014/main" id="{2A0E23D1-D65B-366E-5191-3771A6B68EFA}"/>
              </a:ext>
            </a:extLst>
          </p:cNvPr>
          <p:cNvSpPr>
            <a:spLocks noGrp="1"/>
          </p:cNvSpPr>
          <p:nvPr>
            <p:ph type="pic" sz="quarter" idx="13" hasCustomPrompt="1"/>
          </p:nvPr>
        </p:nvSpPr>
        <p:spPr>
          <a:xfrm>
            <a:off x="5891833" y="2019162"/>
            <a:ext cx="3538910" cy="4006245"/>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5" name="Picture Placeholder 3">
            <a:extLst>
              <a:ext uri="{FF2B5EF4-FFF2-40B4-BE49-F238E27FC236}">
                <a16:creationId xmlns:a16="http://schemas.microsoft.com/office/drawing/2014/main" id="{01AC3CD4-A824-719B-2674-1640A5DA5FAC}"/>
              </a:ext>
            </a:extLst>
          </p:cNvPr>
          <p:cNvSpPr>
            <a:spLocks noGrp="1"/>
          </p:cNvSpPr>
          <p:nvPr>
            <p:ph type="pic" sz="quarter" idx="14" hasCustomPrompt="1"/>
          </p:nvPr>
        </p:nvSpPr>
        <p:spPr>
          <a:xfrm>
            <a:off x="5891833" y="6122919"/>
            <a:ext cx="3538910" cy="4103757"/>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7" name="Footer Placeholder 2">
            <a:extLst>
              <a:ext uri="{FF2B5EF4-FFF2-40B4-BE49-F238E27FC236}">
                <a16:creationId xmlns:a16="http://schemas.microsoft.com/office/drawing/2014/main" id="{449D8C8F-27C3-6449-A818-461D6D9BE122}"/>
              </a:ext>
            </a:extLst>
          </p:cNvPr>
          <p:cNvSpPr>
            <a:spLocks noGrp="1"/>
          </p:cNvSpPr>
          <p:nvPr>
            <p:ph type="ftr" sz="quarter" idx="3"/>
          </p:nvPr>
        </p:nvSpPr>
        <p:spPr>
          <a:xfrm>
            <a:off x="2328452" y="900241"/>
            <a:ext cx="6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endParaRPr lang="en-IN" dirty="0"/>
          </a:p>
        </p:txBody>
      </p:sp>
      <p:sp>
        <p:nvSpPr>
          <p:cNvPr id="8" name="Slide Number Placeholder 29">
            <a:extLst>
              <a:ext uri="{FF2B5EF4-FFF2-40B4-BE49-F238E27FC236}">
                <a16:creationId xmlns:a16="http://schemas.microsoft.com/office/drawing/2014/main" id="{EC984430-1F33-1B34-417A-D122FD2E0F40}"/>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3581059665"/>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0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183757705"/>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20B5BCB0-5589-D2D9-C808-41D5597DE1BA}"/>
              </a:ext>
            </a:extLst>
          </p:cNvPr>
          <p:cNvSpPr>
            <a:spLocks noGrp="1"/>
          </p:cNvSpPr>
          <p:nvPr>
            <p:ph type="body" sz="quarter" idx="10" hasCustomPrompt="1"/>
          </p:nvPr>
        </p:nvSpPr>
        <p:spPr>
          <a:xfrm>
            <a:off x="1143120" y="1997075"/>
            <a:ext cx="5534608" cy="1731628"/>
          </a:xfrm>
          <a:prstGeom prst="rect">
            <a:avLst/>
          </a:prstGeom>
        </p:spPr>
        <p:txBody>
          <a:bodyPr wrap="square" lIns="0" tIns="0" rIns="0" bIns="0">
            <a:spAutoFit/>
          </a:bodyPr>
          <a:lstStyle>
            <a:lvl1pPr>
              <a:defRPr sz="3751"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 a,</a:t>
            </a:r>
          </a:p>
          <a:p>
            <a:pPr lvl="0"/>
            <a:r>
              <a:rPr lang="en-US" dirty="0" err="1"/>
              <a:t>Catuam</a:t>
            </a:r>
            <a:r>
              <a:rPr lang="en-US" dirty="0"/>
              <a:t> </a:t>
            </a:r>
            <a:r>
              <a:rPr lang="en-US" dirty="0" err="1"/>
              <a:t>sta</a:t>
            </a:r>
            <a:r>
              <a:rPr lang="en-US" dirty="0"/>
              <a:t> </a:t>
            </a:r>
            <a:r>
              <a:rPr lang="en-US" dirty="0" err="1"/>
              <a:t>pulos</a:t>
            </a:r>
            <a:r>
              <a:rPr lang="en-US" dirty="0"/>
              <a:t> </a:t>
            </a:r>
            <a:r>
              <a:rPr lang="en-US" dirty="0" err="1"/>
              <a:t>bonsum</a:t>
            </a:r>
            <a:endParaRPr lang="en-IN" dirty="0"/>
          </a:p>
        </p:txBody>
      </p:sp>
      <p:sp>
        <p:nvSpPr>
          <p:cNvPr id="7" name="Picture Placeholder 3">
            <a:extLst>
              <a:ext uri="{FF2B5EF4-FFF2-40B4-BE49-F238E27FC236}">
                <a16:creationId xmlns:a16="http://schemas.microsoft.com/office/drawing/2014/main" id="{FC648A8A-8BD2-4AB6-A10C-FAB1CED5F9BE}"/>
              </a:ext>
            </a:extLst>
          </p:cNvPr>
          <p:cNvSpPr>
            <a:spLocks noGrp="1"/>
          </p:cNvSpPr>
          <p:nvPr>
            <p:ph type="pic" sz="quarter" idx="13" hasCustomPrompt="1"/>
          </p:nvPr>
        </p:nvSpPr>
        <p:spPr>
          <a:xfrm>
            <a:off x="6936222" y="2019162"/>
            <a:ext cx="3518567" cy="4006245"/>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8" name="Picture Placeholder 3">
            <a:extLst>
              <a:ext uri="{FF2B5EF4-FFF2-40B4-BE49-F238E27FC236}">
                <a16:creationId xmlns:a16="http://schemas.microsoft.com/office/drawing/2014/main" id="{80805FCF-FACF-D357-F23F-73909D10A29C}"/>
              </a:ext>
            </a:extLst>
          </p:cNvPr>
          <p:cNvSpPr>
            <a:spLocks noGrp="1"/>
          </p:cNvSpPr>
          <p:nvPr>
            <p:ph type="pic" sz="quarter" idx="14" hasCustomPrompt="1"/>
          </p:nvPr>
        </p:nvSpPr>
        <p:spPr>
          <a:xfrm>
            <a:off x="6936222" y="6122919"/>
            <a:ext cx="3518567" cy="4103757"/>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11" name="Picture Placeholder 3">
            <a:extLst>
              <a:ext uri="{FF2B5EF4-FFF2-40B4-BE49-F238E27FC236}">
                <a16:creationId xmlns:a16="http://schemas.microsoft.com/office/drawing/2014/main" id="{E59B725D-5CF1-D5A1-0379-B3F8ECF1E99D}"/>
              </a:ext>
            </a:extLst>
          </p:cNvPr>
          <p:cNvSpPr>
            <a:spLocks noGrp="1"/>
          </p:cNvSpPr>
          <p:nvPr>
            <p:ph type="pic" sz="quarter" idx="15" hasCustomPrompt="1"/>
          </p:nvPr>
        </p:nvSpPr>
        <p:spPr>
          <a:xfrm>
            <a:off x="10537051" y="2019162"/>
            <a:ext cx="3518567" cy="4006245"/>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12" name="Picture Placeholder 3">
            <a:extLst>
              <a:ext uri="{FF2B5EF4-FFF2-40B4-BE49-F238E27FC236}">
                <a16:creationId xmlns:a16="http://schemas.microsoft.com/office/drawing/2014/main" id="{29DF87AE-22C1-E003-60E2-12E6A3365FAF}"/>
              </a:ext>
            </a:extLst>
          </p:cNvPr>
          <p:cNvSpPr>
            <a:spLocks noGrp="1"/>
          </p:cNvSpPr>
          <p:nvPr>
            <p:ph type="pic" sz="quarter" idx="16" hasCustomPrompt="1"/>
          </p:nvPr>
        </p:nvSpPr>
        <p:spPr>
          <a:xfrm>
            <a:off x="10537051" y="6122919"/>
            <a:ext cx="3518567" cy="4103757"/>
          </a:xfrm>
          <a:prstGeom prst="rect">
            <a:avLst/>
          </a:prstGeom>
          <a:solidFill>
            <a:schemeClr val="bg1">
              <a:lumMod val="95000"/>
            </a:schemeClr>
          </a:solidFill>
        </p:spPr>
        <p:txBody>
          <a:bodyPr anchor="ctr"/>
          <a:lstStyle>
            <a:lvl1pPr algn="ctr">
              <a:defRPr sz="24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13" name="Text Placeholder 8">
            <a:extLst>
              <a:ext uri="{FF2B5EF4-FFF2-40B4-BE49-F238E27FC236}">
                <a16:creationId xmlns:a16="http://schemas.microsoft.com/office/drawing/2014/main" id="{05A3F32F-9E45-AD9D-9FAD-6DEF3386A1C3}"/>
              </a:ext>
            </a:extLst>
          </p:cNvPr>
          <p:cNvSpPr>
            <a:spLocks noGrp="1"/>
          </p:cNvSpPr>
          <p:nvPr>
            <p:ph type="body" sz="quarter" idx="11" hasCustomPrompt="1"/>
          </p:nvPr>
        </p:nvSpPr>
        <p:spPr>
          <a:xfrm>
            <a:off x="1143120" y="4797426"/>
            <a:ext cx="5534608" cy="3667671"/>
          </a:xfrm>
          <a:prstGeom prst="rect">
            <a:avLst/>
          </a:prstGeom>
        </p:spPr>
        <p:txBody>
          <a:bodyPr wrap="square" lIns="0" tIns="0" rIns="0" bIns="0">
            <a:spAutoFit/>
          </a:bodyPr>
          <a:lstStyle>
            <a:lvl1pPr marL="514419" indent="-514419">
              <a:spcAft>
                <a:spcPts val="1350"/>
              </a:spcAft>
              <a:buClr>
                <a:srgbClr val="E31837"/>
              </a:buClr>
              <a:buFont typeface="Arial" panose="020B0604020202020204" pitchFamily="34" charset="0"/>
              <a:buChar char="•"/>
              <a:defRPr sz="300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err="1"/>
              <a:t>Catuam</a:t>
            </a:r>
            <a:r>
              <a:rPr lang="en-US" dirty="0"/>
              <a:t> </a:t>
            </a:r>
            <a:r>
              <a:rPr lang="en-US" dirty="0" err="1"/>
              <a:t>sta</a:t>
            </a:r>
            <a:r>
              <a:rPr lang="en-US" dirty="0"/>
              <a:t> </a:t>
            </a:r>
            <a:r>
              <a:rPr lang="en-US" dirty="0" err="1"/>
              <a:t>pulos</a:t>
            </a:r>
            <a:r>
              <a:rPr lang="en-US" dirty="0"/>
              <a:t> </a:t>
            </a:r>
            <a:r>
              <a:rPr lang="en-US" dirty="0" err="1"/>
              <a:t>bonsum</a:t>
            </a:r>
            <a:endParaRPr lang="en-US" dirty="0"/>
          </a:p>
          <a:p>
            <a:pPr lvl="0"/>
            <a:r>
              <a:rPr lang="en-US" dirty="0" err="1"/>
              <a:t>Fulin</a:t>
            </a:r>
            <a:r>
              <a:rPr lang="en-US" dirty="0"/>
              <a:t> re </a:t>
            </a:r>
            <a:r>
              <a:rPr lang="en-US" dirty="0" err="1"/>
              <a:t>inatam</a:t>
            </a:r>
            <a:r>
              <a:rPr lang="en-US" dirty="0"/>
              <a:t> </a:t>
            </a:r>
            <a:r>
              <a:rPr lang="en-US" dirty="0" err="1"/>
              <a:t>hocaesse</a:t>
            </a:r>
            <a:endParaRPr lang="en-US" dirty="0"/>
          </a:p>
          <a:p>
            <a:pPr lvl="0"/>
            <a:r>
              <a:rPr lang="en-US" dirty="0" err="1"/>
              <a:t>Tudessi</a:t>
            </a:r>
            <a:r>
              <a:rPr lang="en-US" dirty="0"/>
              <a:t> </a:t>
            </a:r>
            <a:r>
              <a:rPr lang="en-US" dirty="0" err="1"/>
              <a:t>dempo</a:t>
            </a:r>
            <a:r>
              <a:rPr lang="en-US" dirty="0"/>
              <a:t> </a:t>
            </a:r>
            <a:r>
              <a:rPr lang="en-US" dirty="0" err="1"/>
              <a:t>ste</a:t>
            </a:r>
            <a:r>
              <a:rPr lang="en-US" dirty="0"/>
              <a:t> peri</a:t>
            </a:r>
          </a:p>
          <a:p>
            <a:pPr lvl="0"/>
            <a:r>
              <a:rPr lang="en-US" dirty="0"/>
              <a:t>Sa </a:t>
            </a:r>
            <a:r>
              <a:rPr lang="en-US" dirty="0" err="1"/>
              <a:t>pulos</a:t>
            </a:r>
            <a:r>
              <a:rPr lang="en-US" dirty="0"/>
              <a:t> </a:t>
            </a:r>
            <a:r>
              <a:rPr lang="en-US" dirty="0" err="1"/>
              <a:t>bonsum</a:t>
            </a:r>
            <a:r>
              <a:rPr lang="en-US" dirty="0"/>
              <a:t> in </a:t>
            </a:r>
            <a:r>
              <a:rPr lang="en-US" dirty="0" err="1"/>
              <a:t>Itam</a:t>
            </a:r>
            <a:endParaRPr lang="en-US" dirty="0"/>
          </a:p>
        </p:txBody>
      </p:sp>
      <p:sp>
        <p:nvSpPr>
          <p:cNvPr id="2" name="Footer Placeholder 2">
            <a:extLst>
              <a:ext uri="{FF2B5EF4-FFF2-40B4-BE49-F238E27FC236}">
                <a16:creationId xmlns:a16="http://schemas.microsoft.com/office/drawing/2014/main" id="{4F5BBA2F-AB12-FFDB-8A0E-ADBCD27F54F6}"/>
              </a:ext>
            </a:extLst>
          </p:cNvPr>
          <p:cNvSpPr>
            <a:spLocks noGrp="1"/>
          </p:cNvSpPr>
          <p:nvPr>
            <p:ph type="ftr" sz="quarter" idx="3"/>
          </p:nvPr>
        </p:nvSpPr>
        <p:spPr>
          <a:xfrm>
            <a:off x="2328452" y="900241"/>
            <a:ext cx="6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endParaRPr lang="en-IN" dirty="0"/>
          </a:p>
        </p:txBody>
      </p:sp>
      <p:sp>
        <p:nvSpPr>
          <p:cNvPr id="4" name="Slide Number Placeholder 29">
            <a:extLst>
              <a:ext uri="{FF2B5EF4-FFF2-40B4-BE49-F238E27FC236}">
                <a16:creationId xmlns:a16="http://schemas.microsoft.com/office/drawing/2014/main" id="{064C8D5A-5270-D9AE-0799-349E8A1CD0BC}"/>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3323441386"/>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02"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7" name="Picture Placeholder 3">
            <a:extLst>
              <a:ext uri="{FF2B5EF4-FFF2-40B4-BE49-F238E27FC236}">
                <a16:creationId xmlns:a16="http://schemas.microsoft.com/office/drawing/2014/main" id="{FC648A8A-8BD2-4AB6-A10C-FAB1CED5F9BE}"/>
              </a:ext>
            </a:extLst>
          </p:cNvPr>
          <p:cNvSpPr>
            <a:spLocks noGrp="1"/>
          </p:cNvSpPr>
          <p:nvPr>
            <p:ph type="pic" sz="quarter" idx="13" hasCustomPrompt="1"/>
          </p:nvPr>
        </p:nvSpPr>
        <p:spPr>
          <a:xfrm>
            <a:off x="1143121" y="1997076"/>
            <a:ext cx="4293319" cy="4006245"/>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8" name="Picture Placeholder 3">
            <a:extLst>
              <a:ext uri="{FF2B5EF4-FFF2-40B4-BE49-F238E27FC236}">
                <a16:creationId xmlns:a16="http://schemas.microsoft.com/office/drawing/2014/main" id="{80805FCF-FACF-D357-F23F-73909D10A29C}"/>
              </a:ext>
            </a:extLst>
          </p:cNvPr>
          <p:cNvSpPr>
            <a:spLocks noGrp="1"/>
          </p:cNvSpPr>
          <p:nvPr>
            <p:ph type="pic" sz="quarter" idx="14" hasCustomPrompt="1"/>
          </p:nvPr>
        </p:nvSpPr>
        <p:spPr>
          <a:xfrm>
            <a:off x="1143121" y="6122919"/>
            <a:ext cx="4293319" cy="4103757"/>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11" name="Picture Placeholder 3">
            <a:extLst>
              <a:ext uri="{FF2B5EF4-FFF2-40B4-BE49-F238E27FC236}">
                <a16:creationId xmlns:a16="http://schemas.microsoft.com/office/drawing/2014/main" id="{E59B725D-5CF1-D5A1-0379-B3F8ECF1E99D}"/>
              </a:ext>
            </a:extLst>
          </p:cNvPr>
          <p:cNvSpPr>
            <a:spLocks noGrp="1"/>
          </p:cNvSpPr>
          <p:nvPr>
            <p:ph type="pic" sz="quarter" idx="15" hasCustomPrompt="1"/>
          </p:nvPr>
        </p:nvSpPr>
        <p:spPr>
          <a:xfrm>
            <a:off x="5536472" y="1997076"/>
            <a:ext cx="4125795" cy="4006245"/>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12" name="Picture Placeholder 3">
            <a:extLst>
              <a:ext uri="{FF2B5EF4-FFF2-40B4-BE49-F238E27FC236}">
                <a16:creationId xmlns:a16="http://schemas.microsoft.com/office/drawing/2014/main" id="{29DF87AE-22C1-E003-60E2-12E6A3365FAF}"/>
              </a:ext>
            </a:extLst>
          </p:cNvPr>
          <p:cNvSpPr>
            <a:spLocks noGrp="1"/>
          </p:cNvSpPr>
          <p:nvPr>
            <p:ph type="pic" sz="quarter" idx="16" hasCustomPrompt="1"/>
          </p:nvPr>
        </p:nvSpPr>
        <p:spPr>
          <a:xfrm>
            <a:off x="5536472" y="6122919"/>
            <a:ext cx="4125795" cy="4103757"/>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2" name="Picture Placeholder 3">
            <a:extLst>
              <a:ext uri="{FF2B5EF4-FFF2-40B4-BE49-F238E27FC236}">
                <a16:creationId xmlns:a16="http://schemas.microsoft.com/office/drawing/2014/main" id="{9E4332F7-0CBC-B6BB-CF78-DD0348D37FF3}"/>
              </a:ext>
            </a:extLst>
          </p:cNvPr>
          <p:cNvSpPr>
            <a:spLocks noGrp="1"/>
          </p:cNvSpPr>
          <p:nvPr>
            <p:ph type="pic" sz="quarter" idx="17" hasCustomPrompt="1"/>
          </p:nvPr>
        </p:nvSpPr>
        <p:spPr>
          <a:xfrm>
            <a:off x="9762299" y="1997076"/>
            <a:ext cx="4293319" cy="4006245"/>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4" name="Picture Placeholder 3">
            <a:extLst>
              <a:ext uri="{FF2B5EF4-FFF2-40B4-BE49-F238E27FC236}">
                <a16:creationId xmlns:a16="http://schemas.microsoft.com/office/drawing/2014/main" id="{F57985B3-208B-1168-4F78-5609387EB143}"/>
              </a:ext>
            </a:extLst>
          </p:cNvPr>
          <p:cNvSpPr>
            <a:spLocks noGrp="1"/>
          </p:cNvSpPr>
          <p:nvPr>
            <p:ph type="pic" sz="quarter" idx="18" hasCustomPrompt="1"/>
          </p:nvPr>
        </p:nvSpPr>
        <p:spPr>
          <a:xfrm>
            <a:off x="9762299" y="6122919"/>
            <a:ext cx="4293319" cy="4103757"/>
          </a:xfrm>
          <a:prstGeom prst="rect">
            <a:avLst/>
          </a:prstGeom>
          <a:solidFill>
            <a:schemeClr val="bg1">
              <a:lumMod val="95000"/>
            </a:schemeClr>
          </a:solidFill>
        </p:spPr>
        <p:txBody>
          <a:bodyPr anchor="ctr"/>
          <a:lstStyle>
            <a:lvl1pPr algn="ctr">
              <a:defRPr sz="1800">
                <a:solidFill>
                  <a:schemeClr val="bg1">
                    <a:lumMod val="50000"/>
                  </a:schemeClr>
                </a:solidFill>
                <a:latin typeface="Roboto" panose="02000000000000000000" pitchFamily="2" charset="0"/>
                <a:ea typeface="Roboto" panose="02000000000000000000" pitchFamily="2" charset="0"/>
              </a:defRPr>
            </a:lvl1pPr>
          </a:lstStyle>
          <a:p>
            <a:r>
              <a:rPr lang="en-IN" dirty="0"/>
              <a:t>Image</a:t>
            </a:r>
          </a:p>
        </p:txBody>
      </p:sp>
      <p:sp>
        <p:nvSpPr>
          <p:cNvPr id="5" name="Footer Placeholder 2">
            <a:extLst>
              <a:ext uri="{FF2B5EF4-FFF2-40B4-BE49-F238E27FC236}">
                <a16:creationId xmlns:a16="http://schemas.microsoft.com/office/drawing/2014/main" id="{B11DB11B-FDB5-E90C-3A04-F1305A6DA1E0}"/>
              </a:ext>
            </a:extLst>
          </p:cNvPr>
          <p:cNvSpPr>
            <a:spLocks noGrp="1"/>
          </p:cNvSpPr>
          <p:nvPr>
            <p:ph type="ftr" sz="quarter" idx="3"/>
          </p:nvPr>
        </p:nvSpPr>
        <p:spPr>
          <a:xfrm>
            <a:off x="2328452" y="900241"/>
            <a:ext cx="6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endParaRPr lang="en-IN" dirty="0"/>
          </a:p>
        </p:txBody>
      </p:sp>
      <p:sp>
        <p:nvSpPr>
          <p:cNvPr id="9" name="Slide Number Placeholder 29">
            <a:extLst>
              <a:ext uri="{FF2B5EF4-FFF2-40B4-BE49-F238E27FC236}">
                <a16:creationId xmlns:a16="http://schemas.microsoft.com/office/drawing/2014/main" id="{3B6B8C8D-BF85-4A5E-C436-D16952BA7979}"/>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4103898464"/>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11"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2" name="Media Placeholder 1">
            <a:extLst>
              <a:ext uri="{FF2B5EF4-FFF2-40B4-BE49-F238E27FC236}">
                <a16:creationId xmlns:a16="http://schemas.microsoft.com/office/drawing/2014/main" id="{8B405D77-F839-6B82-1D98-3110B399BE31}"/>
              </a:ext>
            </a:extLst>
          </p:cNvPr>
          <p:cNvSpPr>
            <a:spLocks noGrp="1"/>
          </p:cNvSpPr>
          <p:nvPr>
            <p:ph type="media" sz="quarter" idx="15" hasCustomPrompt="1"/>
          </p:nvPr>
        </p:nvSpPr>
        <p:spPr>
          <a:xfrm>
            <a:off x="2052853" y="2678859"/>
            <a:ext cx="10916800" cy="6853710"/>
          </a:xfrm>
          <a:prstGeom prst="rect">
            <a:avLst/>
          </a:prstGeom>
          <a:solidFill>
            <a:schemeClr val="bg1">
              <a:lumMod val="95000"/>
            </a:schemeClr>
          </a:solidFill>
        </p:spPr>
        <p:txBody>
          <a:bodyPr anchor="ctr"/>
          <a:lstStyle>
            <a:lvl1pPr>
              <a:defRPr lang="en-IN" sz="1800" dirty="0">
                <a:solidFill>
                  <a:schemeClr val="bg1">
                    <a:lumMod val="50000"/>
                  </a:schemeClr>
                </a:solidFill>
                <a:latin typeface="Roboto" panose="02000000000000000000" pitchFamily="2" charset="0"/>
                <a:ea typeface="Roboto" panose="02000000000000000000" pitchFamily="2" charset="0"/>
              </a:defRPr>
            </a:lvl1pPr>
          </a:lstStyle>
          <a:p>
            <a:pPr lvl="0" algn="ctr"/>
            <a:r>
              <a:rPr lang="en-IN" dirty="0"/>
              <a:t>Video</a:t>
            </a:r>
          </a:p>
        </p:txBody>
      </p:sp>
      <p:sp>
        <p:nvSpPr>
          <p:cNvPr id="4" name="Text Placeholder 8">
            <a:extLst>
              <a:ext uri="{FF2B5EF4-FFF2-40B4-BE49-F238E27FC236}">
                <a16:creationId xmlns:a16="http://schemas.microsoft.com/office/drawing/2014/main" id="{0F0D13B9-77BA-8282-0C60-9F190E7843BA}"/>
              </a:ext>
            </a:extLst>
          </p:cNvPr>
          <p:cNvSpPr>
            <a:spLocks noGrp="1"/>
          </p:cNvSpPr>
          <p:nvPr>
            <p:ph type="body" sz="quarter" idx="11" hasCustomPrompt="1"/>
          </p:nvPr>
        </p:nvSpPr>
        <p:spPr>
          <a:xfrm>
            <a:off x="8454328" y="854075"/>
            <a:ext cx="5601290" cy="323165"/>
          </a:xfrm>
          <a:prstGeom prst="rect">
            <a:avLst/>
          </a:prstGeom>
        </p:spPr>
        <p:txBody>
          <a:bodyPr wrap="square" lIns="0" tIns="0" rIns="0" bIns="0">
            <a:spAutoFit/>
          </a:bodyPr>
          <a:lstStyle>
            <a:lvl1pPr marL="0" indent="0">
              <a:spcAft>
                <a:spcPts val="225"/>
              </a:spcAft>
              <a:buClr>
                <a:srgbClr val="E31837"/>
              </a:buClr>
              <a:buFont typeface="Arial" panose="020B0604020202020204" pitchFamily="34" charset="0"/>
              <a:buNone/>
              <a:defRPr sz="2100" b="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Heading line Secondary information if needed</a:t>
            </a:r>
          </a:p>
        </p:txBody>
      </p:sp>
      <p:sp>
        <p:nvSpPr>
          <p:cNvPr id="5" name="Footer Placeholder 2">
            <a:extLst>
              <a:ext uri="{FF2B5EF4-FFF2-40B4-BE49-F238E27FC236}">
                <a16:creationId xmlns:a16="http://schemas.microsoft.com/office/drawing/2014/main" id="{4544CC98-F2A4-522F-C695-A48DE0A9FC09}"/>
              </a:ext>
            </a:extLst>
          </p:cNvPr>
          <p:cNvSpPr>
            <a:spLocks noGrp="1"/>
          </p:cNvSpPr>
          <p:nvPr>
            <p:ph type="ftr" sz="quarter" idx="3"/>
          </p:nvPr>
        </p:nvSpPr>
        <p:spPr>
          <a:xfrm>
            <a:off x="2328452" y="900241"/>
            <a:ext cx="6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endParaRPr lang="en-IN" dirty="0"/>
          </a:p>
        </p:txBody>
      </p:sp>
      <p:sp>
        <p:nvSpPr>
          <p:cNvPr id="7" name="Slide Number Placeholder 29">
            <a:extLst>
              <a:ext uri="{FF2B5EF4-FFF2-40B4-BE49-F238E27FC236}">
                <a16:creationId xmlns:a16="http://schemas.microsoft.com/office/drawing/2014/main" id="{8E370648-A0D0-85FF-9CE1-F3B98003025F}"/>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1045530549"/>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60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B48429FF-A9CC-7160-9610-1FBFD78BFB3B}"/>
              </a:ext>
            </a:extLst>
          </p:cNvPr>
          <p:cNvSpPr>
            <a:spLocks noGrp="1"/>
          </p:cNvSpPr>
          <p:nvPr>
            <p:ph type="body" sz="quarter" idx="10" hasCustomPrompt="1"/>
          </p:nvPr>
        </p:nvSpPr>
        <p:spPr>
          <a:xfrm>
            <a:off x="1143121" y="1997076"/>
            <a:ext cx="12912497" cy="2770374"/>
          </a:xfrm>
          <a:prstGeom prst="rect">
            <a:avLst/>
          </a:prstGeom>
        </p:spPr>
        <p:txBody>
          <a:bodyPr wrap="square" lIns="0" tIns="0" rIns="0" bIns="0">
            <a:spAutoFit/>
          </a:bodyPr>
          <a:lstStyle>
            <a:lvl1pPr>
              <a:defRPr sz="6001" b="1">
                <a:solidFill>
                  <a:srgbClr val="E31837"/>
                </a:solidFill>
                <a:latin typeface="Playfair Display" pitchFamily="2" charset="0"/>
                <a:ea typeface="Roboto" panose="02000000000000000000" pitchFamily="2" charset="0"/>
              </a:defRPr>
            </a:lvl1pPr>
          </a:lstStyle>
          <a:p>
            <a:pPr lvl="0"/>
            <a:r>
              <a:rPr lang="en-US" dirty="0"/>
              <a:t>Title Lorem ipsum dolor</a:t>
            </a:r>
          </a:p>
          <a:p>
            <a:pPr lvl="0"/>
            <a:r>
              <a:rPr lang="en-US" dirty="0"/>
              <a:t>sit </a:t>
            </a:r>
            <a:r>
              <a:rPr lang="en-US" dirty="0" err="1"/>
              <a:t>amet</a:t>
            </a:r>
            <a:r>
              <a:rPr lang="en-US" dirty="0"/>
              <a:t> </a:t>
            </a:r>
            <a:r>
              <a:rPr lang="en-US" dirty="0" err="1"/>
              <a:t>Nequo</a:t>
            </a:r>
            <a:r>
              <a:rPr lang="en-US" dirty="0"/>
              <a:t> </a:t>
            </a:r>
            <a:r>
              <a:rPr lang="en-US" dirty="0" err="1"/>
              <a:t>tem</a:t>
            </a:r>
            <a:r>
              <a:rPr lang="en-US" dirty="0"/>
              <a:t> </a:t>
            </a:r>
            <a:r>
              <a:rPr lang="en-US" dirty="0" err="1"/>
              <a:t>eos</a:t>
            </a:r>
            <a:r>
              <a:rPr lang="en-US" dirty="0"/>
              <a:t> au</a:t>
            </a:r>
          </a:p>
          <a:p>
            <a:pPr lvl="0"/>
            <a:r>
              <a:rPr lang="en-US" dirty="0" err="1"/>
              <a:t>dit</a:t>
            </a:r>
            <a:r>
              <a:rPr lang="en-US" dirty="0"/>
              <a:t> quat </a:t>
            </a:r>
            <a:r>
              <a:rPr lang="en-US" dirty="0" err="1"/>
              <a:t>ut</a:t>
            </a:r>
            <a:r>
              <a:rPr lang="en-US" dirty="0"/>
              <a:t> </a:t>
            </a:r>
            <a:r>
              <a:rPr lang="en-US" dirty="0" err="1"/>
              <a:t>aute</a:t>
            </a:r>
            <a:r>
              <a:rPr lang="en-US" dirty="0"/>
              <a:t> </a:t>
            </a:r>
            <a:r>
              <a:rPr lang="en-US" dirty="0" err="1"/>
              <a:t>nam</a:t>
            </a:r>
            <a:r>
              <a:rPr lang="en-US" dirty="0"/>
              <a:t>,</a:t>
            </a:r>
            <a:endParaRPr lang="en-IN" dirty="0"/>
          </a:p>
        </p:txBody>
      </p:sp>
      <p:sp>
        <p:nvSpPr>
          <p:cNvPr id="5" name="Text Placeholder 8">
            <a:extLst>
              <a:ext uri="{FF2B5EF4-FFF2-40B4-BE49-F238E27FC236}">
                <a16:creationId xmlns:a16="http://schemas.microsoft.com/office/drawing/2014/main" id="{07F2D85F-F65B-FE69-CEAF-EACD46A80EEB}"/>
              </a:ext>
            </a:extLst>
          </p:cNvPr>
          <p:cNvSpPr>
            <a:spLocks noGrp="1"/>
          </p:cNvSpPr>
          <p:nvPr>
            <p:ph type="body" sz="quarter" idx="11" hasCustomPrompt="1"/>
          </p:nvPr>
        </p:nvSpPr>
        <p:spPr>
          <a:xfrm>
            <a:off x="1143121" y="6675762"/>
            <a:ext cx="4105155" cy="1582484"/>
          </a:xfrm>
          <a:prstGeom prst="rect">
            <a:avLst/>
          </a:prstGeom>
        </p:spPr>
        <p:txBody>
          <a:bodyPr wrap="square" lIns="0" tIns="0" rIns="0" bIns="0">
            <a:spAutoFit/>
          </a:bodyPr>
          <a:lstStyle>
            <a:lvl1pPr marL="0" indent="0">
              <a:spcAft>
                <a:spcPts val="450"/>
              </a:spcAft>
              <a:buClr>
                <a:srgbClr val="E31837"/>
              </a:buClr>
              <a:buFontTx/>
              <a:buNone/>
              <a:defRPr sz="105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Lorem ipsum dolor sit amet, consectetuer adipiscing elit. Maecenas porttitor congue massa. Fusce posuere, magna sed pulvinar ultricies, purus lectus malesuada libero, sit amet commodo magna eros quis urna.</a:t>
            </a:r>
          </a:p>
          <a:p>
            <a:pPr lvl="0"/>
            <a:r>
              <a:rPr lang="en-US" dirty="0"/>
              <a:t>Nunc viverra imperdiet enim. Fusce est. Vivamus a tellus.</a:t>
            </a:r>
          </a:p>
          <a:p>
            <a:pPr lvl="0"/>
            <a:r>
              <a:rPr lang="en-US" dirty="0"/>
              <a:t>Pellentesque habitant morbi tristique senectus et netus et malesuada fames ac turpis egestas. Proin pharetra nonummy pede. Mauris et orci.</a:t>
            </a:r>
            <a:br>
              <a:rPr lang="en-US" dirty="0"/>
            </a:br>
            <a:endParaRPr lang="en-US" dirty="0"/>
          </a:p>
        </p:txBody>
      </p:sp>
      <p:cxnSp>
        <p:nvCxnSpPr>
          <p:cNvPr id="8" name="Straight Connector 7">
            <a:extLst>
              <a:ext uri="{FF2B5EF4-FFF2-40B4-BE49-F238E27FC236}">
                <a16:creationId xmlns:a16="http://schemas.microsoft.com/office/drawing/2014/main" id="{126BB4DE-58DE-F7B4-ECD5-1CD5B0208560}"/>
              </a:ext>
            </a:extLst>
          </p:cNvPr>
          <p:cNvCxnSpPr>
            <a:cxnSpLocks/>
          </p:cNvCxnSpPr>
          <p:nvPr userDrawn="1"/>
        </p:nvCxnSpPr>
        <p:spPr>
          <a:xfrm>
            <a:off x="1143121" y="6340475"/>
            <a:ext cx="12912497" cy="0"/>
          </a:xfrm>
          <a:prstGeom prst="line">
            <a:avLst/>
          </a:prstGeom>
          <a:ln w="6350">
            <a:solidFill>
              <a:srgbClr val="414042"/>
            </a:solidFill>
          </a:ln>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C36F4908-58C6-FB78-F465-3EFF9DE47F6C}"/>
              </a:ext>
            </a:extLst>
          </p:cNvPr>
          <p:cNvSpPr>
            <a:spLocks noGrp="1"/>
          </p:cNvSpPr>
          <p:nvPr>
            <p:ph type="body" sz="quarter" idx="12" hasCustomPrompt="1"/>
          </p:nvPr>
        </p:nvSpPr>
        <p:spPr>
          <a:xfrm>
            <a:off x="5546792" y="6675762"/>
            <a:ext cx="4105155" cy="1582484"/>
          </a:xfrm>
          <a:prstGeom prst="rect">
            <a:avLst/>
          </a:prstGeom>
        </p:spPr>
        <p:txBody>
          <a:bodyPr wrap="square" lIns="0" tIns="0" rIns="0" bIns="0">
            <a:spAutoFit/>
          </a:bodyPr>
          <a:lstStyle>
            <a:lvl1pPr marL="0" indent="0">
              <a:spcAft>
                <a:spcPts val="450"/>
              </a:spcAft>
              <a:buClr>
                <a:srgbClr val="E31837"/>
              </a:buClr>
              <a:buFontTx/>
              <a:buNone/>
              <a:defRPr sz="105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a:t>Lorem ipsum dolor sit amet, consectetuer adipiscing elit. Maecenas porttitor congue massa. Fusce posuere, magna sed pulvinar ultricies, purus lectus malesuada libero, sit amet commodo magna eros quis urna.</a:t>
            </a:r>
          </a:p>
          <a:p>
            <a:pPr lvl="0"/>
            <a:r>
              <a:rPr lang="en-US"/>
              <a:t>Nunc viverra imperdiet enim. Fusce est. Vivamus a tellus.</a:t>
            </a:r>
          </a:p>
          <a:p>
            <a:pPr lvl="0"/>
            <a:r>
              <a:rPr lang="en-US"/>
              <a:t>Pellentesque habitant morbi tristique senectus et netus et malesuada fames ac turpis egestas. Proin pharetra nonummy pede. Mauris et orci.</a:t>
            </a:r>
            <a:br>
              <a:rPr lang="en-US"/>
            </a:br>
            <a:endParaRPr lang="en-US" dirty="0"/>
          </a:p>
        </p:txBody>
      </p:sp>
      <p:sp>
        <p:nvSpPr>
          <p:cNvPr id="10" name="Text Placeholder 8">
            <a:extLst>
              <a:ext uri="{FF2B5EF4-FFF2-40B4-BE49-F238E27FC236}">
                <a16:creationId xmlns:a16="http://schemas.microsoft.com/office/drawing/2014/main" id="{5B4D740D-9806-E951-1441-8677DE08B46F}"/>
              </a:ext>
            </a:extLst>
          </p:cNvPr>
          <p:cNvSpPr>
            <a:spLocks noGrp="1"/>
          </p:cNvSpPr>
          <p:nvPr>
            <p:ph type="body" sz="quarter" idx="13" hasCustomPrompt="1"/>
          </p:nvPr>
        </p:nvSpPr>
        <p:spPr>
          <a:xfrm>
            <a:off x="9950463" y="6675762"/>
            <a:ext cx="4105155" cy="1582484"/>
          </a:xfrm>
          <a:prstGeom prst="rect">
            <a:avLst/>
          </a:prstGeom>
        </p:spPr>
        <p:txBody>
          <a:bodyPr wrap="square" lIns="0" tIns="0" rIns="0" bIns="0">
            <a:spAutoFit/>
          </a:bodyPr>
          <a:lstStyle>
            <a:lvl1pPr marL="0" indent="0">
              <a:spcAft>
                <a:spcPts val="450"/>
              </a:spcAft>
              <a:buClr>
                <a:schemeClr val="bg1">
                  <a:lumMod val="50000"/>
                </a:schemeClr>
              </a:buClr>
              <a:buFont typeface="Arial" panose="020B0604020202020204" pitchFamily="34" charset="0"/>
              <a:buNone/>
              <a:defRPr sz="1050"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a:t>Lorem ipsum dolor sit amet, consectetuer adipiscing elit. Maecenas porttitor congue massa. Fusce posuere, magna sed pulvinar ultricies, purus lectus malesuada libero, sit amet commodo magna eros quis urna.</a:t>
            </a:r>
          </a:p>
          <a:p>
            <a:pPr lvl="0"/>
            <a:r>
              <a:rPr lang="en-US"/>
              <a:t>Nunc viverra imperdiet enim. Fusce est. Vivamus a tellus.</a:t>
            </a:r>
          </a:p>
          <a:p>
            <a:pPr lvl="0"/>
            <a:r>
              <a:rPr lang="en-US"/>
              <a:t>Pellentesque habitant morbi tristique senectus et netus et malesuada fames ac turpis egestas. Proin pharetra nonummy pede. Mauris et orci.</a:t>
            </a:r>
            <a:br>
              <a:rPr lang="en-US"/>
            </a:br>
            <a:endParaRPr lang="en-US" dirty="0"/>
          </a:p>
        </p:txBody>
      </p:sp>
      <p:sp>
        <p:nvSpPr>
          <p:cNvPr id="2" name="Footer Placeholder 2">
            <a:extLst>
              <a:ext uri="{FF2B5EF4-FFF2-40B4-BE49-F238E27FC236}">
                <a16:creationId xmlns:a16="http://schemas.microsoft.com/office/drawing/2014/main" id="{08557876-5093-A0CF-DEF1-5610CAF14517}"/>
              </a:ext>
            </a:extLst>
          </p:cNvPr>
          <p:cNvSpPr>
            <a:spLocks noGrp="1"/>
          </p:cNvSpPr>
          <p:nvPr>
            <p:ph type="ftr" sz="quarter" idx="3"/>
          </p:nvPr>
        </p:nvSpPr>
        <p:spPr>
          <a:xfrm>
            <a:off x="2328452" y="900241"/>
            <a:ext cx="6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endParaRPr lang="en-IN" dirty="0"/>
          </a:p>
        </p:txBody>
      </p:sp>
      <p:sp>
        <p:nvSpPr>
          <p:cNvPr id="7" name="Slide Number Placeholder 29">
            <a:extLst>
              <a:ext uri="{FF2B5EF4-FFF2-40B4-BE49-F238E27FC236}">
                <a16:creationId xmlns:a16="http://schemas.microsoft.com/office/drawing/2014/main" id="{C20AB2A0-A7D9-43AD-B425-5078CA0B1CE2}"/>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3208572752"/>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11"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C9EAE57-DA9D-0003-8296-EC537D336EB9}"/>
              </a:ext>
            </a:extLst>
          </p:cNvPr>
          <p:cNvGraphicFramePr>
            <a:graphicFrameLocks noChangeAspect="1"/>
          </p:cNvGraphicFramePr>
          <p:nvPr userDrawn="1">
            <p:custDataLst>
              <p:tags r:id="rId1"/>
            </p:custDataLst>
            <p:extLst>
              <p:ext uri="{D42A27DB-BD31-4B8C-83A1-F6EECF244321}">
                <p14:modId xmlns:p14="http://schemas.microsoft.com/office/powerpoint/2010/main" val="3103111604"/>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3C9EAE57-DA9D-0003-8296-EC537D336EB9}"/>
                          </a:ext>
                        </a:extLst>
                      </p:cNvPr>
                      <p:cNvPicPr/>
                      <p:nvPr/>
                    </p:nvPicPr>
                    <p:blipFill>
                      <a:blip r:embed="rId4"/>
                      <a:stretch>
                        <a:fillRect/>
                      </a:stretch>
                    </p:blipFill>
                    <p:spPr>
                      <a:xfrm>
                        <a:off x="1191" y="1588"/>
                        <a:ext cx="1191"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B48429FF-A9CC-7160-9610-1FBFD78BFB3B}"/>
              </a:ext>
            </a:extLst>
          </p:cNvPr>
          <p:cNvSpPr>
            <a:spLocks noGrp="1"/>
          </p:cNvSpPr>
          <p:nvPr>
            <p:ph type="body" sz="quarter" idx="10" hasCustomPrompt="1"/>
          </p:nvPr>
        </p:nvSpPr>
        <p:spPr>
          <a:xfrm>
            <a:off x="1143121" y="1997075"/>
            <a:ext cx="12912497" cy="854208"/>
          </a:xfrm>
          <a:prstGeom prst="rect">
            <a:avLst/>
          </a:prstGeom>
        </p:spPr>
        <p:txBody>
          <a:bodyPr wrap="square">
            <a:spAutoFit/>
          </a:bodyPr>
          <a:lstStyle>
            <a:lvl1pPr>
              <a:defRPr sz="4951" b="1">
                <a:solidFill>
                  <a:srgbClr val="E31837"/>
                </a:solidFill>
                <a:latin typeface="Playfair Display" pitchFamily="2" charset="0"/>
                <a:ea typeface="Roboto" panose="02000000000000000000" pitchFamily="2" charset="0"/>
              </a:defRPr>
            </a:lvl1pPr>
          </a:lstStyle>
          <a:p>
            <a:pPr lvl="0"/>
            <a:r>
              <a:rPr lang="pt-BR" dirty="0"/>
              <a:t>Lorem ipsum dolor nequo tem oes</a:t>
            </a:r>
            <a:endParaRPr lang="en-IN" dirty="0"/>
          </a:p>
        </p:txBody>
      </p:sp>
      <p:cxnSp>
        <p:nvCxnSpPr>
          <p:cNvPr id="8" name="Straight Connector 7">
            <a:extLst>
              <a:ext uri="{FF2B5EF4-FFF2-40B4-BE49-F238E27FC236}">
                <a16:creationId xmlns:a16="http://schemas.microsoft.com/office/drawing/2014/main" id="{126BB4DE-58DE-F7B4-ECD5-1CD5B0208560}"/>
              </a:ext>
            </a:extLst>
          </p:cNvPr>
          <p:cNvCxnSpPr>
            <a:cxnSpLocks/>
          </p:cNvCxnSpPr>
          <p:nvPr userDrawn="1"/>
        </p:nvCxnSpPr>
        <p:spPr>
          <a:xfrm>
            <a:off x="1143121" y="3521075"/>
            <a:ext cx="12912497" cy="0"/>
          </a:xfrm>
          <a:prstGeom prst="line">
            <a:avLst/>
          </a:prstGeom>
          <a:ln>
            <a:solidFill>
              <a:srgbClr val="414042"/>
            </a:solidFill>
          </a:ln>
        </p:spPr>
        <p:style>
          <a:lnRef idx="1">
            <a:schemeClr val="dk1"/>
          </a:lnRef>
          <a:fillRef idx="0">
            <a:schemeClr val="dk1"/>
          </a:fillRef>
          <a:effectRef idx="0">
            <a:schemeClr val="dk1"/>
          </a:effectRef>
          <a:fontRef idx="minor">
            <a:schemeClr val="tx1"/>
          </a:fontRef>
        </p:style>
      </p:cxnSp>
      <p:sp>
        <p:nvSpPr>
          <p:cNvPr id="10" name="Text Placeholder 8">
            <a:extLst>
              <a:ext uri="{FF2B5EF4-FFF2-40B4-BE49-F238E27FC236}">
                <a16:creationId xmlns:a16="http://schemas.microsoft.com/office/drawing/2014/main" id="{5B4D740D-9806-E951-1441-8677DE08B46F}"/>
              </a:ext>
            </a:extLst>
          </p:cNvPr>
          <p:cNvSpPr>
            <a:spLocks noGrp="1"/>
          </p:cNvSpPr>
          <p:nvPr>
            <p:ph type="body" sz="quarter" idx="13" hasCustomPrompt="1"/>
          </p:nvPr>
        </p:nvSpPr>
        <p:spPr>
          <a:xfrm>
            <a:off x="1132404" y="3967328"/>
            <a:ext cx="4807059" cy="5940088"/>
          </a:xfrm>
          <a:prstGeom prst="rect">
            <a:avLst/>
          </a:prstGeom>
        </p:spPr>
        <p:txBody>
          <a:bodyPr wrap="square" lIns="0" tIns="0" rIns="0" bIns="0">
            <a:noAutofit/>
          </a:bodyPr>
          <a:lstStyle>
            <a:lvl1pPr marL="257209" indent="-257209">
              <a:spcAft>
                <a:spcPts val="450"/>
              </a:spcAft>
              <a:buClr>
                <a:schemeClr val="bg1">
                  <a:lumMod val="50000"/>
                </a:schemeClr>
              </a:buClr>
              <a:buFont typeface="Arial" panose="020B0604020202020204" pitchFamily="34" charset="0"/>
              <a:buChar char="•"/>
              <a:defRPr sz="1875"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dirty="0"/>
              <a:t>Text</a:t>
            </a:r>
          </a:p>
        </p:txBody>
      </p:sp>
      <p:sp>
        <p:nvSpPr>
          <p:cNvPr id="12" name="Picture Placeholder 11">
            <a:extLst>
              <a:ext uri="{FF2B5EF4-FFF2-40B4-BE49-F238E27FC236}">
                <a16:creationId xmlns:a16="http://schemas.microsoft.com/office/drawing/2014/main" id="{8BE1E349-78F3-323A-EA8E-48883917BF1A}"/>
              </a:ext>
            </a:extLst>
          </p:cNvPr>
          <p:cNvSpPr>
            <a:spLocks noGrp="1"/>
          </p:cNvSpPr>
          <p:nvPr>
            <p:ph type="pic" sz="quarter" idx="14" hasCustomPrompt="1"/>
          </p:nvPr>
        </p:nvSpPr>
        <p:spPr>
          <a:xfrm>
            <a:off x="6053775" y="3967164"/>
            <a:ext cx="8001843" cy="6259511"/>
          </a:xfrm>
          <a:prstGeom prst="rect">
            <a:avLst/>
          </a:prstGeom>
          <a:solidFill>
            <a:schemeClr val="bg1">
              <a:lumMod val="95000"/>
            </a:schemeClr>
          </a:solidFill>
        </p:spPr>
        <p:txBody>
          <a:bodyPr anchor="ctr"/>
          <a:lstStyle>
            <a:lvl1pPr>
              <a:defRPr lang="en-IN" sz="1800">
                <a:solidFill>
                  <a:schemeClr val="bg1">
                    <a:lumMod val="50000"/>
                  </a:schemeClr>
                </a:solidFill>
                <a:latin typeface="Roboto" panose="02000000000000000000" pitchFamily="2" charset="0"/>
                <a:ea typeface="Roboto" panose="02000000000000000000" pitchFamily="2" charset="0"/>
              </a:defRPr>
            </a:lvl1pPr>
          </a:lstStyle>
          <a:p>
            <a:pPr lvl="0" algn="ctr"/>
            <a:r>
              <a:rPr lang="en-IN" dirty="0"/>
              <a:t>Image</a:t>
            </a:r>
          </a:p>
        </p:txBody>
      </p:sp>
      <p:sp>
        <p:nvSpPr>
          <p:cNvPr id="2" name="Footer Placeholder 2">
            <a:extLst>
              <a:ext uri="{FF2B5EF4-FFF2-40B4-BE49-F238E27FC236}">
                <a16:creationId xmlns:a16="http://schemas.microsoft.com/office/drawing/2014/main" id="{C3F754E2-98D7-FBC3-EEA0-8C6DD0F17481}"/>
              </a:ext>
            </a:extLst>
          </p:cNvPr>
          <p:cNvSpPr>
            <a:spLocks noGrp="1"/>
          </p:cNvSpPr>
          <p:nvPr>
            <p:ph type="ftr" sz="quarter" idx="3"/>
          </p:nvPr>
        </p:nvSpPr>
        <p:spPr>
          <a:xfrm>
            <a:off x="2328452" y="900241"/>
            <a:ext cx="6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endParaRPr lang="en-IN" dirty="0"/>
          </a:p>
        </p:txBody>
      </p:sp>
      <p:sp>
        <p:nvSpPr>
          <p:cNvPr id="5" name="Slide Number Placeholder 29">
            <a:extLst>
              <a:ext uri="{FF2B5EF4-FFF2-40B4-BE49-F238E27FC236}">
                <a16:creationId xmlns:a16="http://schemas.microsoft.com/office/drawing/2014/main" id="{D1DED600-555D-A438-429D-87DCAA0209CC}"/>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extLst>
      <p:ext uri="{BB962C8B-B14F-4D97-AF65-F5344CB8AC3E}">
        <p14:creationId xmlns:p14="http://schemas.microsoft.com/office/powerpoint/2010/main" val="822803563"/>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4750" userDrawn="1">
          <p15:clr>
            <a:srgbClr val="FBAE40"/>
          </p15:clr>
        </p15:guide>
        <p15:guide id="5" orient="horz" pos="1258" userDrawn="1">
          <p15:clr>
            <a:srgbClr val="FBAE40"/>
          </p15:clr>
        </p15:guide>
        <p15:guide id="6" orient="horz" pos="6442" userDrawn="1">
          <p15:clr>
            <a:srgbClr val="FBAE40"/>
          </p15:clr>
        </p15:guide>
        <p15:guide id="8" pos="8854" userDrawn="1">
          <p15:clr>
            <a:srgbClr val="FBAE40"/>
          </p15:clr>
        </p15:guide>
        <p15:guide id="9" pos="713"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96965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E2F2F6"/>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lvl1pPr>
              <a:defRPr>
                <a:solidFill>
                  <a:schemeClr val="tx1"/>
                </a:solidFill>
              </a:defRPr>
            </a:lvl1pPr>
          </a:lstStyle>
          <a:p>
            <a:r>
              <a:rPr lang="en-US"/>
              <a:t>Author, Title and Edition. © 20XX SAGE Publishing.</a:t>
            </a:r>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dirty="0"/>
          </a:p>
        </p:txBody>
      </p:sp>
      <p:sp>
        <p:nvSpPr>
          <p:cNvPr id="7" name="Title 6"/>
          <p:cNvSpPr>
            <a:spLocks noGrp="1"/>
          </p:cNvSpPr>
          <p:nvPr>
            <p:ph type="title"/>
          </p:nvPr>
        </p:nvSpPr>
        <p:spPr>
          <a:xfrm>
            <a:off x="2261950" y="6157314"/>
            <a:ext cx="10555764" cy="2890167"/>
          </a:xfrm>
        </p:spPr>
        <p:txBody>
          <a:bodyPr>
            <a:normAutofit/>
          </a:bodyPr>
          <a:lstStyle>
            <a:lvl1pPr>
              <a:defRPr sz="2969">
                <a:solidFill>
                  <a:schemeClr val="tx1"/>
                </a:solidFill>
                <a:latin typeface="+mn-lt"/>
              </a:defRPr>
            </a:lvl1pPr>
          </a:lstStyle>
          <a:p>
            <a:r>
              <a:rPr lang="en-US" dirty="0"/>
              <a:t>Click to edit Master title style</a:t>
            </a:r>
          </a:p>
        </p:txBody>
      </p:sp>
    </p:spTree>
    <p:extLst>
      <p:ext uri="{BB962C8B-B14F-4D97-AF65-F5344CB8AC3E}">
        <p14:creationId xmlns:p14="http://schemas.microsoft.com/office/powerpoint/2010/main" val="1061138434"/>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Author, Title and Edition. © 20XX SAGE Publishing.</a:t>
            </a:r>
            <a:endParaRPr lang="en-US" dirty="0"/>
          </a:p>
        </p:txBody>
      </p:sp>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264219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33630" y="502638"/>
            <a:ext cx="12692050" cy="1884892"/>
          </a:xfrm>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1633630" y="2764513"/>
            <a:ext cx="12692050" cy="73379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1633630" y="10482096"/>
            <a:ext cx="11561075" cy="602118"/>
          </a:xfrm>
        </p:spPr>
        <p:txBody>
          <a:bodyPr/>
          <a:lstStyle/>
          <a:p>
            <a:r>
              <a:rPr lang="en-US"/>
              <a:t>Author, Title and Edition. © 20XX SAGE Publishing.</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1005311" cy="1130935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Tree>
    <p:extLst>
      <p:ext uri="{BB962C8B-B14F-4D97-AF65-F5344CB8AC3E}">
        <p14:creationId xmlns:p14="http://schemas.microsoft.com/office/powerpoint/2010/main" val="29502536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Author, Title and Edition. © 20XX SAGE Publishing.</a:t>
            </a:r>
            <a:endParaRPr lang="en-US" dirty="0"/>
          </a:p>
        </p:txBody>
      </p:sp>
      <p:sp>
        <p:nvSpPr>
          <p:cNvPr id="2" name="Title 1"/>
          <p:cNvSpPr>
            <a:spLocks noGrp="1"/>
          </p:cNvSpPr>
          <p:nvPr>
            <p:ph type="title"/>
          </p:nvPr>
        </p:nvSpPr>
        <p:spPr>
          <a:xfrm>
            <a:off x="1191189" y="7267309"/>
            <a:ext cx="12817714" cy="2246163"/>
          </a:xfrm>
        </p:spPr>
        <p:txBody>
          <a:bodyPr anchor="t"/>
          <a:lstStyle>
            <a:lvl1pPr algn="l">
              <a:defRPr sz="3711" b="1" cap="all"/>
            </a:lvl1pPr>
          </a:lstStyle>
          <a:p>
            <a:r>
              <a:rPr lang="en-US" dirty="0"/>
              <a:t>Click to edit Master title style</a:t>
            </a:r>
          </a:p>
        </p:txBody>
      </p:sp>
      <p:sp>
        <p:nvSpPr>
          <p:cNvPr id="3" name="Text Placeholder 2"/>
          <p:cNvSpPr>
            <a:spLocks noGrp="1"/>
          </p:cNvSpPr>
          <p:nvPr>
            <p:ph type="body" idx="1"/>
          </p:nvPr>
        </p:nvSpPr>
        <p:spPr>
          <a:xfrm>
            <a:off x="1191189" y="4793389"/>
            <a:ext cx="12817714" cy="2473919"/>
          </a:xfrm>
        </p:spPr>
        <p:txBody>
          <a:bodyPr anchor="b"/>
          <a:lstStyle>
            <a:lvl1pPr marL="0" indent="0">
              <a:buNone/>
              <a:defRPr sz="1856">
                <a:solidFill>
                  <a:schemeClr val="tx1"/>
                </a:solidFill>
              </a:defRPr>
            </a:lvl1pPr>
            <a:lvl2pPr marL="424170" indent="0">
              <a:buNone/>
              <a:defRPr sz="1670">
                <a:solidFill>
                  <a:schemeClr val="tx1">
                    <a:tint val="75000"/>
                  </a:schemeClr>
                </a:solidFill>
              </a:defRPr>
            </a:lvl2pPr>
            <a:lvl3pPr marL="848340" indent="0">
              <a:buNone/>
              <a:defRPr sz="1484">
                <a:solidFill>
                  <a:schemeClr val="tx1">
                    <a:tint val="75000"/>
                  </a:schemeClr>
                </a:solidFill>
              </a:defRPr>
            </a:lvl3pPr>
            <a:lvl4pPr marL="1272510" indent="0">
              <a:buNone/>
              <a:defRPr sz="1299">
                <a:solidFill>
                  <a:schemeClr val="tx1">
                    <a:tint val="75000"/>
                  </a:schemeClr>
                </a:solidFill>
              </a:defRPr>
            </a:lvl4pPr>
            <a:lvl5pPr marL="1696679" indent="0">
              <a:buNone/>
              <a:defRPr sz="1299">
                <a:solidFill>
                  <a:schemeClr val="tx1">
                    <a:tint val="75000"/>
                  </a:schemeClr>
                </a:solidFill>
              </a:defRPr>
            </a:lvl5pPr>
            <a:lvl6pPr marL="2120850" indent="0">
              <a:buNone/>
              <a:defRPr sz="1299">
                <a:solidFill>
                  <a:schemeClr val="tx1">
                    <a:tint val="75000"/>
                  </a:schemeClr>
                </a:solidFill>
              </a:defRPr>
            </a:lvl6pPr>
            <a:lvl7pPr marL="2545019" indent="0">
              <a:buNone/>
              <a:defRPr sz="1299">
                <a:solidFill>
                  <a:schemeClr val="tx1">
                    <a:tint val="75000"/>
                  </a:schemeClr>
                </a:solidFill>
              </a:defRPr>
            </a:lvl7pPr>
            <a:lvl8pPr marL="2969189" indent="0">
              <a:buNone/>
              <a:defRPr sz="1299">
                <a:solidFill>
                  <a:schemeClr val="tx1">
                    <a:tint val="75000"/>
                  </a:schemeClr>
                </a:solidFill>
              </a:defRPr>
            </a:lvl8pPr>
            <a:lvl9pPr marL="3393359" indent="0">
              <a:buNone/>
              <a:defRPr sz="1299">
                <a:solidFill>
                  <a:schemeClr val="tx1">
                    <a:tint val="75000"/>
                  </a:schemeClr>
                </a:solidFill>
              </a:defRPr>
            </a:lvl9pPr>
          </a:lstStyle>
          <a:p>
            <a:pPr lvl="0"/>
            <a:r>
              <a:rPr lang="en-US" dirty="0"/>
              <a:t>Click to edit Master text styles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694840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Author, Title and Edition. © 20XX SAGE Publishing.</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3983" y="3518469"/>
            <a:ext cx="6660185" cy="6584032"/>
          </a:xfrm>
        </p:spPr>
        <p:txBody>
          <a:bodyPr/>
          <a:lstStyle>
            <a:lvl1pPr>
              <a:defRPr sz="2598"/>
            </a:lvl1pPr>
            <a:lvl2pPr>
              <a:defRPr sz="2226"/>
            </a:lvl2pPr>
            <a:lvl3pPr>
              <a:defRPr sz="1856"/>
            </a:lvl3pPr>
            <a:lvl4pPr>
              <a:defRPr sz="1670"/>
            </a:lvl4pPr>
            <a:lvl5pPr>
              <a:defRPr sz="1670"/>
            </a:lvl5pPr>
            <a:lvl6pPr>
              <a:defRPr sz="1670"/>
            </a:lvl6pPr>
            <a:lvl7pPr>
              <a:defRPr sz="1670"/>
            </a:lvl7pPr>
            <a:lvl8pPr>
              <a:defRPr sz="1670"/>
            </a:lvl8pPr>
            <a:lvl9pPr>
              <a:defRPr sz="167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665495" y="3518469"/>
            <a:ext cx="6660185" cy="6584032"/>
          </a:xfrm>
        </p:spPr>
        <p:txBody>
          <a:bodyPr/>
          <a:lstStyle>
            <a:lvl1pPr>
              <a:defRPr sz="2598"/>
            </a:lvl1pPr>
            <a:lvl2pPr>
              <a:defRPr sz="2226"/>
            </a:lvl2pPr>
            <a:lvl3pPr>
              <a:defRPr sz="1856"/>
            </a:lvl3pPr>
            <a:lvl4pPr>
              <a:defRPr sz="1670"/>
            </a:lvl4pPr>
            <a:lvl5pPr>
              <a:defRPr sz="1670"/>
            </a:lvl5pPr>
            <a:lvl6pPr>
              <a:defRPr sz="1670"/>
            </a:lvl6pPr>
            <a:lvl7pPr>
              <a:defRPr sz="1670"/>
            </a:lvl7pPr>
            <a:lvl8pPr>
              <a:defRPr sz="1670"/>
            </a:lvl8pPr>
            <a:lvl9pPr>
              <a:defRPr sz="167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9874303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p:txBody>
          <a:bodyPr/>
          <a:lstStyle/>
          <a:p>
            <a:r>
              <a:rPr lang="en-US"/>
              <a:t>Author, Title and Edition. © 20XX SAGE Publishing.</a:t>
            </a:r>
            <a:endParaRPr lang="en-US" dirty="0"/>
          </a:p>
        </p:txBody>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53983" y="3343068"/>
            <a:ext cx="6662803" cy="929357"/>
          </a:xfrm>
        </p:spPr>
        <p:txBody>
          <a:bodyPr anchor="b">
            <a:normAutofit/>
          </a:bodyPr>
          <a:lstStyle>
            <a:lvl1pPr marL="0" indent="0">
              <a:buNone/>
              <a:defRPr sz="1856" b="1"/>
            </a:lvl1pPr>
            <a:lvl2pPr marL="424170" indent="0">
              <a:buNone/>
              <a:defRPr sz="1856" b="1"/>
            </a:lvl2pPr>
            <a:lvl3pPr marL="848340" indent="0">
              <a:buNone/>
              <a:defRPr sz="1670" b="1"/>
            </a:lvl3pPr>
            <a:lvl4pPr marL="1272510" indent="0">
              <a:buNone/>
              <a:defRPr sz="1484" b="1"/>
            </a:lvl4pPr>
            <a:lvl5pPr marL="1696679" indent="0">
              <a:buNone/>
              <a:defRPr sz="1484" b="1"/>
            </a:lvl5pPr>
            <a:lvl6pPr marL="2120850" indent="0">
              <a:buNone/>
              <a:defRPr sz="1484" b="1"/>
            </a:lvl6pPr>
            <a:lvl7pPr marL="2545019" indent="0">
              <a:buNone/>
              <a:defRPr sz="1484" b="1"/>
            </a:lvl7pPr>
            <a:lvl8pPr marL="2969189" indent="0">
              <a:buNone/>
              <a:defRPr sz="1484" b="1"/>
            </a:lvl8pPr>
            <a:lvl9pPr marL="3393359" indent="0">
              <a:buNone/>
              <a:defRPr sz="1484" b="1"/>
            </a:lvl9pPr>
          </a:lstStyle>
          <a:p>
            <a:pPr lvl="0"/>
            <a:r>
              <a:rPr lang="en-US" dirty="0"/>
              <a:t>Click to edit Master text styles</a:t>
            </a:r>
          </a:p>
        </p:txBody>
      </p:sp>
      <p:sp>
        <p:nvSpPr>
          <p:cNvPr id="4" name="Content Placeholder 3"/>
          <p:cNvSpPr>
            <a:spLocks noGrp="1"/>
          </p:cNvSpPr>
          <p:nvPr>
            <p:ph sz="half" idx="2"/>
          </p:nvPr>
        </p:nvSpPr>
        <p:spPr>
          <a:xfrm>
            <a:off x="753983" y="4272425"/>
            <a:ext cx="6662803" cy="5830075"/>
          </a:xfrm>
        </p:spPr>
        <p:txBody>
          <a:bodyPr/>
          <a:lstStyle>
            <a:lvl1pPr>
              <a:defRPr sz="2226"/>
            </a:lvl1pPr>
            <a:lvl2pPr>
              <a:defRPr sz="1856"/>
            </a:lvl2pPr>
            <a:lvl3pPr>
              <a:defRPr sz="1670"/>
            </a:lvl3pPr>
            <a:lvl4pPr>
              <a:defRPr sz="1484"/>
            </a:lvl4pPr>
            <a:lvl5pPr>
              <a:defRPr sz="1484"/>
            </a:lvl5pPr>
            <a:lvl6pPr>
              <a:defRPr sz="1484"/>
            </a:lvl6pPr>
            <a:lvl7pPr>
              <a:defRPr sz="1484"/>
            </a:lvl7pPr>
            <a:lvl8pPr>
              <a:defRPr sz="1484"/>
            </a:lvl8pPr>
            <a:lvl9pPr>
              <a:defRPr sz="148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660265" y="3343068"/>
            <a:ext cx="6665420" cy="929357"/>
          </a:xfrm>
        </p:spPr>
        <p:txBody>
          <a:bodyPr anchor="b">
            <a:normAutofit/>
          </a:bodyPr>
          <a:lstStyle>
            <a:lvl1pPr marL="0" indent="0">
              <a:buNone/>
              <a:defRPr sz="1856" b="1"/>
            </a:lvl1pPr>
            <a:lvl2pPr marL="424170" indent="0">
              <a:buNone/>
              <a:defRPr sz="1856" b="1"/>
            </a:lvl2pPr>
            <a:lvl3pPr marL="848340" indent="0">
              <a:buNone/>
              <a:defRPr sz="1670" b="1"/>
            </a:lvl3pPr>
            <a:lvl4pPr marL="1272510" indent="0">
              <a:buNone/>
              <a:defRPr sz="1484" b="1"/>
            </a:lvl4pPr>
            <a:lvl5pPr marL="1696679" indent="0">
              <a:buNone/>
              <a:defRPr sz="1484" b="1"/>
            </a:lvl5pPr>
            <a:lvl6pPr marL="2120850" indent="0">
              <a:buNone/>
              <a:defRPr sz="1484" b="1"/>
            </a:lvl6pPr>
            <a:lvl7pPr marL="2545019" indent="0">
              <a:buNone/>
              <a:defRPr sz="1484" b="1"/>
            </a:lvl7pPr>
            <a:lvl8pPr marL="2969189" indent="0">
              <a:buNone/>
              <a:defRPr sz="1484" b="1"/>
            </a:lvl8pPr>
            <a:lvl9pPr marL="3393359" indent="0">
              <a:buNone/>
              <a:defRPr sz="1484" b="1"/>
            </a:lvl9pPr>
          </a:lstStyle>
          <a:p>
            <a:pPr lvl="0"/>
            <a:r>
              <a:rPr lang="en-US" dirty="0"/>
              <a:t>Click to edit Master text styles</a:t>
            </a:r>
          </a:p>
        </p:txBody>
      </p:sp>
      <p:sp>
        <p:nvSpPr>
          <p:cNvPr id="6" name="Content Placeholder 5"/>
          <p:cNvSpPr>
            <a:spLocks noGrp="1"/>
          </p:cNvSpPr>
          <p:nvPr>
            <p:ph sz="quarter" idx="4"/>
          </p:nvPr>
        </p:nvSpPr>
        <p:spPr>
          <a:xfrm>
            <a:off x="7660265" y="4272425"/>
            <a:ext cx="6665420" cy="5830075"/>
          </a:xfrm>
        </p:spPr>
        <p:txBody>
          <a:bodyPr/>
          <a:lstStyle>
            <a:lvl1pPr>
              <a:defRPr sz="2226"/>
            </a:lvl1pPr>
            <a:lvl2pPr>
              <a:defRPr sz="1856"/>
            </a:lvl2pPr>
            <a:lvl3pPr>
              <a:defRPr sz="1670"/>
            </a:lvl3pPr>
            <a:lvl4pPr>
              <a:defRPr sz="1484"/>
            </a:lvl4pPr>
            <a:lvl5pPr>
              <a:defRPr sz="1484"/>
            </a:lvl5pPr>
            <a:lvl6pPr>
              <a:defRPr sz="1484"/>
            </a:lvl6pPr>
            <a:lvl7pPr>
              <a:defRPr sz="1484"/>
            </a:lvl7pPr>
            <a:lvl8pPr>
              <a:defRPr sz="1484"/>
            </a:lvl8pPr>
            <a:lvl9pPr>
              <a:defRPr sz="148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59629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Author, Title and Edition. © 20XX SAGE Publishing.</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4329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Author, Title and Edition. © 20XX SAGE Publishing.</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378324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467052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3989" y="1382259"/>
            <a:ext cx="4961105" cy="1201039"/>
          </a:xfrm>
        </p:spPr>
        <p:txBody>
          <a:bodyPr anchor="b"/>
          <a:lstStyle>
            <a:lvl1pPr algn="l">
              <a:defRPr sz="1856" b="1"/>
            </a:lvl1pPr>
          </a:lstStyle>
          <a:p>
            <a:r>
              <a:rPr lang="en-US" dirty="0"/>
              <a:t>Click to edit Master title style</a:t>
            </a:r>
          </a:p>
        </p:txBody>
      </p:sp>
      <p:sp>
        <p:nvSpPr>
          <p:cNvPr id="3" name="Content Placeholder 2"/>
          <p:cNvSpPr>
            <a:spLocks noGrp="1"/>
          </p:cNvSpPr>
          <p:nvPr>
            <p:ph idx="1"/>
          </p:nvPr>
        </p:nvSpPr>
        <p:spPr>
          <a:xfrm>
            <a:off x="5895730" y="1382259"/>
            <a:ext cx="8429950" cy="8720243"/>
          </a:xfrm>
        </p:spPr>
        <p:txBody>
          <a:bodyPr/>
          <a:lstStyle>
            <a:lvl1pPr>
              <a:defRPr sz="2969"/>
            </a:lvl1pPr>
            <a:lvl2pPr>
              <a:defRPr sz="2598"/>
            </a:lvl2pPr>
            <a:lvl3pPr>
              <a:defRPr sz="2226"/>
            </a:lvl3pPr>
            <a:lvl4pPr>
              <a:defRPr sz="1856"/>
            </a:lvl4pPr>
            <a:lvl5pPr>
              <a:defRPr sz="1856"/>
            </a:lvl5pPr>
            <a:lvl6pPr>
              <a:defRPr sz="1856"/>
            </a:lvl6pPr>
            <a:lvl7pPr>
              <a:defRPr sz="1856"/>
            </a:lvl7pPr>
            <a:lvl8pPr>
              <a:defRPr sz="1856"/>
            </a:lvl8pPr>
            <a:lvl9pPr>
              <a:defRPr sz="18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53989" y="2764513"/>
            <a:ext cx="4961105" cy="7337989"/>
          </a:xfrm>
        </p:spPr>
        <p:txBody>
          <a:bodyPr/>
          <a:lstStyle>
            <a:lvl1pPr marL="0" indent="0">
              <a:buNone/>
              <a:defRPr sz="1299"/>
            </a:lvl1pPr>
            <a:lvl2pPr marL="424170" indent="0">
              <a:buNone/>
              <a:defRPr sz="1113"/>
            </a:lvl2pPr>
            <a:lvl3pPr marL="848340" indent="0">
              <a:buNone/>
              <a:defRPr sz="928"/>
            </a:lvl3pPr>
            <a:lvl4pPr marL="1272510" indent="0">
              <a:buNone/>
              <a:defRPr sz="835"/>
            </a:lvl4pPr>
            <a:lvl5pPr marL="1696679" indent="0">
              <a:buNone/>
              <a:defRPr sz="835"/>
            </a:lvl5pPr>
            <a:lvl6pPr marL="2120850" indent="0">
              <a:buNone/>
              <a:defRPr sz="835"/>
            </a:lvl6pPr>
            <a:lvl7pPr marL="2545019" indent="0">
              <a:buNone/>
              <a:defRPr sz="835"/>
            </a:lvl7pPr>
            <a:lvl8pPr marL="2969189" indent="0">
              <a:buNone/>
              <a:defRPr sz="835"/>
            </a:lvl8pPr>
            <a:lvl9pPr marL="3393359" indent="0">
              <a:buNone/>
              <a:defRPr sz="835"/>
            </a:lvl9pPr>
          </a:lstStyle>
          <a:p>
            <a:pPr lvl="0"/>
            <a:r>
              <a:rPr lang="en-US" dirty="0"/>
              <a:t>Click to edit Master text styles</a:t>
            </a:r>
          </a:p>
        </p:txBody>
      </p:sp>
      <p:sp>
        <p:nvSpPr>
          <p:cNvPr id="6" name="Footer Placeholder 5"/>
          <p:cNvSpPr>
            <a:spLocks noGrp="1"/>
          </p:cNvSpPr>
          <p:nvPr>
            <p:ph type="ftr" sz="quarter" idx="11"/>
          </p:nvPr>
        </p:nvSpPr>
        <p:spPr/>
        <p:txBody>
          <a:bodyPr/>
          <a:lstStyle/>
          <a:p>
            <a:r>
              <a:rPr lang="en-US"/>
              <a:t>Author, Title and Edition. © 20XX SAGE Publishing.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73373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Author, Title and Edition. © 20XX SAGE Publishing.</a:t>
            </a:r>
            <a:endParaRPr lang="en-US" dirty="0"/>
          </a:p>
        </p:txBody>
      </p:sp>
      <p:sp>
        <p:nvSpPr>
          <p:cNvPr id="2" name="Title 1"/>
          <p:cNvSpPr>
            <a:spLocks noGrp="1"/>
          </p:cNvSpPr>
          <p:nvPr>
            <p:ph type="title"/>
          </p:nvPr>
        </p:nvSpPr>
        <p:spPr>
          <a:xfrm>
            <a:off x="2955719" y="7916548"/>
            <a:ext cx="9047798" cy="934595"/>
          </a:xfrm>
        </p:spPr>
        <p:txBody>
          <a:bodyPr anchor="b"/>
          <a:lstStyle>
            <a:lvl1pPr algn="l">
              <a:defRPr sz="1856" b="1"/>
            </a:lvl1pPr>
          </a:lstStyle>
          <a:p>
            <a:r>
              <a:rPr lang="en-US"/>
              <a:t>Click to edit Master title style</a:t>
            </a:r>
          </a:p>
        </p:txBody>
      </p:sp>
      <p:sp>
        <p:nvSpPr>
          <p:cNvPr id="3" name="Picture Placeholder 2"/>
          <p:cNvSpPr>
            <a:spLocks noGrp="1"/>
          </p:cNvSpPr>
          <p:nvPr>
            <p:ph type="pic" idx="1"/>
          </p:nvPr>
        </p:nvSpPr>
        <p:spPr>
          <a:xfrm>
            <a:off x="2955719" y="1256600"/>
            <a:ext cx="9047798" cy="6539527"/>
          </a:xfrm>
        </p:spPr>
        <p:txBody>
          <a:bodyPr/>
          <a:lstStyle>
            <a:lvl1pPr marL="0" indent="0">
              <a:buNone/>
              <a:defRPr sz="2969"/>
            </a:lvl1pPr>
            <a:lvl2pPr marL="424170" indent="0">
              <a:buNone/>
              <a:defRPr sz="2598"/>
            </a:lvl2pPr>
            <a:lvl3pPr marL="848340" indent="0">
              <a:buNone/>
              <a:defRPr sz="2226"/>
            </a:lvl3pPr>
            <a:lvl4pPr marL="1272510" indent="0">
              <a:buNone/>
              <a:defRPr sz="1856"/>
            </a:lvl4pPr>
            <a:lvl5pPr marL="1696679" indent="0">
              <a:buNone/>
              <a:defRPr sz="1856"/>
            </a:lvl5pPr>
            <a:lvl6pPr marL="2120850" indent="0">
              <a:buNone/>
              <a:defRPr sz="1856"/>
            </a:lvl6pPr>
            <a:lvl7pPr marL="2545019" indent="0">
              <a:buNone/>
              <a:defRPr sz="1856"/>
            </a:lvl7pPr>
            <a:lvl8pPr marL="2969189" indent="0">
              <a:buNone/>
              <a:defRPr sz="1856"/>
            </a:lvl8pPr>
            <a:lvl9pPr marL="3393359" indent="0">
              <a:buNone/>
              <a:defRPr sz="1856"/>
            </a:lvl9pPr>
          </a:lstStyle>
          <a:p>
            <a:endParaRPr lang="en-US"/>
          </a:p>
        </p:txBody>
      </p:sp>
      <p:sp>
        <p:nvSpPr>
          <p:cNvPr id="4" name="Text Placeholder 3"/>
          <p:cNvSpPr>
            <a:spLocks noGrp="1"/>
          </p:cNvSpPr>
          <p:nvPr>
            <p:ph type="body" sz="half" idx="2"/>
          </p:nvPr>
        </p:nvSpPr>
        <p:spPr>
          <a:xfrm>
            <a:off x="2955719" y="8851141"/>
            <a:ext cx="9047798" cy="1327279"/>
          </a:xfrm>
        </p:spPr>
        <p:txBody>
          <a:bodyPr/>
          <a:lstStyle>
            <a:lvl1pPr marL="0" indent="0">
              <a:buNone/>
              <a:defRPr sz="1299"/>
            </a:lvl1pPr>
            <a:lvl2pPr marL="424170" indent="0">
              <a:buNone/>
              <a:defRPr sz="1113"/>
            </a:lvl2pPr>
            <a:lvl3pPr marL="848340" indent="0">
              <a:buNone/>
              <a:defRPr sz="928"/>
            </a:lvl3pPr>
            <a:lvl4pPr marL="1272510" indent="0">
              <a:buNone/>
              <a:defRPr sz="835"/>
            </a:lvl4pPr>
            <a:lvl5pPr marL="1696679" indent="0">
              <a:buNone/>
              <a:defRPr sz="835"/>
            </a:lvl5pPr>
            <a:lvl6pPr marL="2120850" indent="0">
              <a:buNone/>
              <a:defRPr sz="835"/>
            </a:lvl6pPr>
            <a:lvl7pPr marL="2545019" indent="0">
              <a:buNone/>
              <a:defRPr sz="835"/>
            </a:lvl7pPr>
            <a:lvl8pPr marL="2969189" indent="0">
              <a:buNone/>
              <a:defRPr sz="835"/>
            </a:lvl8pPr>
            <a:lvl9pPr marL="3393359" indent="0">
              <a:buNone/>
              <a:defRPr sz="835"/>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316638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4_Custom Layou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33CF6E-85C9-053D-EBC6-CABD9598C9B5}"/>
              </a:ext>
            </a:extLst>
          </p:cNvPr>
          <p:cNvGraphicFramePr>
            <a:graphicFrameLocks noChangeAspect="1"/>
          </p:cNvGraphicFramePr>
          <p:nvPr userDrawn="1">
            <p:custDataLst>
              <p:tags r:id="rId1"/>
            </p:custDataLst>
            <p:extLst>
              <p:ext uri="{D42A27DB-BD31-4B8C-83A1-F6EECF244321}">
                <p14:modId xmlns:p14="http://schemas.microsoft.com/office/powerpoint/2010/main" val="3671264662"/>
              </p:ext>
            </p:extLst>
          </p:nvPr>
        </p:nvGraphicFramePr>
        <p:xfrm>
          <a:off x="1193" y="1592"/>
          <a:ext cx="1190"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D33CF6E-85C9-053D-EBC6-CABD9598C9B5}"/>
                          </a:ext>
                        </a:extLst>
                      </p:cNvPr>
                      <p:cNvPicPr/>
                      <p:nvPr/>
                    </p:nvPicPr>
                    <p:blipFill>
                      <a:blip r:embed="rId4"/>
                      <a:stretch>
                        <a:fillRect/>
                      </a:stretch>
                    </p:blipFill>
                    <p:spPr>
                      <a:xfrm>
                        <a:off x="1193" y="1592"/>
                        <a:ext cx="1190" cy="1588"/>
                      </a:xfrm>
                      <a:prstGeom prst="rect">
                        <a:avLst/>
                      </a:prstGeom>
                    </p:spPr>
                  </p:pic>
                </p:oleObj>
              </mc:Fallback>
            </mc:AlternateContent>
          </a:graphicData>
        </a:graphic>
      </p:graphicFrame>
      <p:sp>
        <p:nvSpPr>
          <p:cNvPr id="37" name="object 2">
            <a:extLst>
              <a:ext uri="{FF2B5EF4-FFF2-40B4-BE49-F238E27FC236}">
                <a16:creationId xmlns:a16="http://schemas.microsoft.com/office/drawing/2014/main" id="{AA7BE95D-6DCA-C163-5E8C-E1539A66F6C4}"/>
              </a:ext>
            </a:extLst>
          </p:cNvPr>
          <p:cNvSpPr/>
          <p:nvPr userDrawn="1"/>
        </p:nvSpPr>
        <p:spPr>
          <a:xfrm>
            <a:off x="13146999" y="4549672"/>
            <a:ext cx="1932825" cy="702946"/>
          </a:xfrm>
          <a:custGeom>
            <a:avLst/>
            <a:gdLst/>
            <a:ahLst/>
            <a:cxnLst/>
            <a:rect l="l" t="t" r="r" b="b"/>
            <a:pathLst>
              <a:path w="2576830" h="702945">
                <a:moveTo>
                  <a:pt x="2576602" y="0"/>
                </a:moveTo>
                <a:lnTo>
                  <a:pt x="0" y="0"/>
                </a:lnTo>
                <a:lnTo>
                  <a:pt x="0" y="702795"/>
                </a:lnTo>
                <a:lnTo>
                  <a:pt x="2576602" y="702795"/>
                </a:lnTo>
                <a:lnTo>
                  <a:pt x="2576602" y="0"/>
                </a:lnTo>
                <a:close/>
              </a:path>
            </a:pathLst>
          </a:custGeom>
          <a:solidFill>
            <a:srgbClr val="60C0C4"/>
          </a:solidFill>
        </p:spPr>
        <p:txBody>
          <a:bodyPr wrap="square" lIns="0" tIns="0" rIns="0" bIns="0" rtlCol="0"/>
          <a:lstStyle/>
          <a:p>
            <a:endParaRPr sz="760"/>
          </a:p>
        </p:txBody>
      </p:sp>
      <p:sp>
        <p:nvSpPr>
          <p:cNvPr id="38" name="object 3">
            <a:extLst>
              <a:ext uri="{FF2B5EF4-FFF2-40B4-BE49-F238E27FC236}">
                <a16:creationId xmlns:a16="http://schemas.microsoft.com/office/drawing/2014/main" id="{A5890EEC-6B24-BE01-A55C-7F1626000B46}"/>
              </a:ext>
            </a:extLst>
          </p:cNvPr>
          <p:cNvSpPr/>
          <p:nvPr userDrawn="1"/>
        </p:nvSpPr>
        <p:spPr>
          <a:xfrm>
            <a:off x="13146999" y="3087265"/>
            <a:ext cx="1932825" cy="820419"/>
          </a:xfrm>
          <a:custGeom>
            <a:avLst/>
            <a:gdLst/>
            <a:ahLst/>
            <a:cxnLst/>
            <a:rect l="l" t="t" r="r" b="b"/>
            <a:pathLst>
              <a:path w="2576830" h="820420">
                <a:moveTo>
                  <a:pt x="2576602" y="0"/>
                </a:moveTo>
                <a:lnTo>
                  <a:pt x="0" y="0"/>
                </a:lnTo>
                <a:lnTo>
                  <a:pt x="0" y="819901"/>
                </a:lnTo>
                <a:lnTo>
                  <a:pt x="2576602" y="819901"/>
                </a:lnTo>
                <a:lnTo>
                  <a:pt x="2576602" y="0"/>
                </a:lnTo>
                <a:close/>
              </a:path>
            </a:pathLst>
          </a:custGeom>
          <a:solidFill>
            <a:srgbClr val="60C0C4"/>
          </a:solidFill>
        </p:spPr>
        <p:txBody>
          <a:bodyPr wrap="square" lIns="0" tIns="0" rIns="0" bIns="0" rtlCol="0"/>
          <a:lstStyle/>
          <a:p>
            <a:endParaRPr sz="760"/>
          </a:p>
        </p:txBody>
      </p:sp>
      <p:sp>
        <p:nvSpPr>
          <p:cNvPr id="39" name="object 4">
            <a:extLst>
              <a:ext uri="{FF2B5EF4-FFF2-40B4-BE49-F238E27FC236}">
                <a16:creationId xmlns:a16="http://schemas.microsoft.com/office/drawing/2014/main" id="{B3AE07DF-EC48-CFB0-A004-C011BFACD612}"/>
              </a:ext>
            </a:extLst>
          </p:cNvPr>
          <p:cNvSpPr/>
          <p:nvPr userDrawn="1"/>
        </p:nvSpPr>
        <p:spPr>
          <a:xfrm>
            <a:off x="13146999" y="1640132"/>
            <a:ext cx="1932825" cy="972820"/>
          </a:xfrm>
          <a:custGeom>
            <a:avLst/>
            <a:gdLst/>
            <a:ahLst/>
            <a:cxnLst/>
            <a:rect l="l" t="t" r="r" b="b"/>
            <a:pathLst>
              <a:path w="2576830" h="972819">
                <a:moveTo>
                  <a:pt x="2576602" y="0"/>
                </a:moveTo>
                <a:lnTo>
                  <a:pt x="0" y="0"/>
                </a:lnTo>
                <a:lnTo>
                  <a:pt x="0" y="972630"/>
                </a:lnTo>
                <a:lnTo>
                  <a:pt x="2576602" y="972630"/>
                </a:lnTo>
                <a:lnTo>
                  <a:pt x="2576602" y="0"/>
                </a:lnTo>
                <a:close/>
              </a:path>
            </a:pathLst>
          </a:custGeom>
          <a:solidFill>
            <a:srgbClr val="60C0C4"/>
          </a:solidFill>
        </p:spPr>
        <p:txBody>
          <a:bodyPr wrap="square" lIns="0" tIns="0" rIns="0" bIns="0" rtlCol="0"/>
          <a:lstStyle/>
          <a:p>
            <a:endParaRPr sz="760"/>
          </a:p>
        </p:txBody>
      </p:sp>
      <p:sp>
        <p:nvSpPr>
          <p:cNvPr id="40" name="object 5">
            <a:extLst>
              <a:ext uri="{FF2B5EF4-FFF2-40B4-BE49-F238E27FC236}">
                <a16:creationId xmlns:a16="http://schemas.microsoft.com/office/drawing/2014/main" id="{63788526-9F5C-2314-48CD-9B553257D233}"/>
              </a:ext>
            </a:extLst>
          </p:cNvPr>
          <p:cNvSpPr/>
          <p:nvPr userDrawn="1"/>
        </p:nvSpPr>
        <p:spPr>
          <a:xfrm>
            <a:off x="13147001" y="3"/>
            <a:ext cx="1932825" cy="1228725"/>
          </a:xfrm>
          <a:custGeom>
            <a:avLst/>
            <a:gdLst/>
            <a:ahLst/>
            <a:cxnLst/>
            <a:rect l="l" t="t" r="r" b="b"/>
            <a:pathLst>
              <a:path w="2576830" h="1228725">
                <a:moveTo>
                  <a:pt x="2576602" y="0"/>
                </a:moveTo>
                <a:lnTo>
                  <a:pt x="0" y="0"/>
                </a:lnTo>
                <a:lnTo>
                  <a:pt x="0" y="1216392"/>
                </a:lnTo>
                <a:lnTo>
                  <a:pt x="2576602" y="1228255"/>
                </a:lnTo>
                <a:lnTo>
                  <a:pt x="2576602" y="0"/>
                </a:lnTo>
                <a:close/>
              </a:path>
            </a:pathLst>
          </a:custGeom>
          <a:solidFill>
            <a:srgbClr val="60C0C4"/>
          </a:solidFill>
        </p:spPr>
        <p:txBody>
          <a:bodyPr wrap="square" lIns="0" tIns="0" rIns="0" bIns="0" rtlCol="0"/>
          <a:lstStyle/>
          <a:p>
            <a:endParaRPr sz="760"/>
          </a:p>
        </p:txBody>
      </p:sp>
      <p:sp>
        <p:nvSpPr>
          <p:cNvPr id="41" name="object 6">
            <a:extLst>
              <a:ext uri="{FF2B5EF4-FFF2-40B4-BE49-F238E27FC236}">
                <a16:creationId xmlns:a16="http://schemas.microsoft.com/office/drawing/2014/main" id="{63465EA9-DC73-3492-AC25-0D82B7122439}"/>
              </a:ext>
            </a:extLst>
          </p:cNvPr>
          <p:cNvSpPr/>
          <p:nvPr userDrawn="1"/>
        </p:nvSpPr>
        <p:spPr>
          <a:xfrm>
            <a:off x="11294045" y="3778903"/>
            <a:ext cx="1853283" cy="1122681"/>
          </a:xfrm>
          <a:custGeom>
            <a:avLst/>
            <a:gdLst/>
            <a:ahLst/>
            <a:cxnLst/>
            <a:rect l="l" t="t" r="r" b="b"/>
            <a:pathLst>
              <a:path w="2470784" h="1122679">
                <a:moveTo>
                  <a:pt x="2470354" y="0"/>
                </a:moveTo>
                <a:lnTo>
                  <a:pt x="0" y="0"/>
                </a:lnTo>
                <a:lnTo>
                  <a:pt x="0" y="1122164"/>
                </a:lnTo>
                <a:lnTo>
                  <a:pt x="2470354" y="1122164"/>
                </a:lnTo>
                <a:lnTo>
                  <a:pt x="2470354" y="0"/>
                </a:lnTo>
                <a:close/>
              </a:path>
            </a:pathLst>
          </a:custGeom>
          <a:solidFill>
            <a:srgbClr val="60C0C4"/>
          </a:solidFill>
        </p:spPr>
        <p:txBody>
          <a:bodyPr wrap="square" lIns="0" tIns="0" rIns="0" bIns="0" rtlCol="0"/>
          <a:lstStyle/>
          <a:p>
            <a:endParaRPr sz="760"/>
          </a:p>
        </p:txBody>
      </p:sp>
      <p:sp>
        <p:nvSpPr>
          <p:cNvPr id="42" name="object 7">
            <a:extLst>
              <a:ext uri="{FF2B5EF4-FFF2-40B4-BE49-F238E27FC236}">
                <a16:creationId xmlns:a16="http://schemas.microsoft.com/office/drawing/2014/main" id="{B81521D3-E3A5-4348-6B51-7DCBB6423D26}"/>
              </a:ext>
            </a:extLst>
          </p:cNvPr>
          <p:cNvSpPr/>
          <p:nvPr userDrawn="1"/>
        </p:nvSpPr>
        <p:spPr>
          <a:xfrm>
            <a:off x="11294045" y="2341149"/>
            <a:ext cx="1853283" cy="1003935"/>
          </a:xfrm>
          <a:custGeom>
            <a:avLst/>
            <a:gdLst/>
            <a:ahLst/>
            <a:cxnLst/>
            <a:rect l="l" t="t" r="r" b="b"/>
            <a:pathLst>
              <a:path w="2470784" h="1003935">
                <a:moveTo>
                  <a:pt x="2470354" y="0"/>
                </a:moveTo>
                <a:lnTo>
                  <a:pt x="0" y="0"/>
                </a:lnTo>
                <a:lnTo>
                  <a:pt x="0" y="1003445"/>
                </a:lnTo>
                <a:lnTo>
                  <a:pt x="2470354" y="1003445"/>
                </a:lnTo>
                <a:lnTo>
                  <a:pt x="2470354" y="0"/>
                </a:lnTo>
                <a:close/>
              </a:path>
            </a:pathLst>
          </a:custGeom>
          <a:solidFill>
            <a:srgbClr val="60C0C4"/>
          </a:solidFill>
        </p:spPr>
        <p:txBody>
          <a:bodyPr wrap="square" lIns="0" tIns="0" rIns="0" bIns="0" rtlCol="0"/>
          <a:lstStyle/>
          <a:p>
            <a:endParaRPr sz="760"/>
          </a:p>
        </p:txBody>
      </p:sp>
      <p:sp>
        <p:nvSpPr>
          <p:cNvPr id="43" name="object 8">
            <a:extLst>
              <a:ext uri="{FF2B5EF4-FFF2-40B4-BE49-F238E27FC236}">
                <a16:creationId xmlns:a16="http://schemas.microsoft.com/office/drawing/2014/main" id="{4881C597-906C-1CFD-F885-1535C4F4B330}"/>
              </a:ext>
            </a:extLst>
          </p:cNvPr>
          <p:cNvSpPr/>
          <p:nvPr userDrawn="1"/>
        </p:nvSpPr>
        <p:spPr>
          <a:xfrm>
            <a:off x="11294045" y="872070"/>
            <a:ext cx="1853283" cy="886461"/>
          </a:xfrm>
          <a:custGeom>
            <a:avLst/>
            <a:gdLst/>
            <a:ahLst/>
            <a:cxnLst/>
            <a:rect l="l" t="t" r="r" b="b"/>
            <a:pathLst>
              <a:path w="2470784" h="886460">
                <a:moveTo>
                  <a:pt x="2470354" y="0"/>
                </a:moveTo>
                <a:lnTo>
                  <a:pt x="0" y="0"/>
                </a:lnTo>
                <a:lnTo>
                  <a:pt x="0" y="886465"/>
                </a:lnTo>
                <a:lnTo>
                  <a:pt x="2470354" y="886465"/>
                </a:lnTo>
                <a:lnTo>
                  <a:pt x="2470354" y="0"/>
                </a:lnTo>
                <a:close/>
              </a:path>
            </a:pathLst>
          </a:custGeom>
          <a:solidFill>
            <a:srgbClr val="DB002E"/>
          </a:solidFill>
        </p:spPr>
        <p:txBody>
          <a:bodyPr wrap="square" lIns="0" tIns="0" rIns="0" bIns="0" rtlCol="0"/>
          <a:lstStyle/>
          <a:p>
            <a:endParaRPr sz="760"/>
          </a:p>
        </p:txBody>
      </p:sp>
      <p:sp>
        <p:nvSpPr>
          <p:cNvPr id="44" name="object 9">
            <a:extLst>
              <a:ext uri="{FF2B5EF4-FFF2-40B4-BE49-F238E27FC236}">
                <a16:creationId xmlns:a16="http://schemas.microsoft.com/office/drawing/2014/main" id="{A8034A52-1F4B-EA27-E8D0-11073050292F}"/>
              </a:ext>
            </a:extLst>
          </p:cNvPr>
          <p:cNvSpPr/>
          <p:nvPr userDrawn="1"/>
        </p:nvSpPr>
        <p:spPr>
          <a:xfrm>
            <a:off x="2768410" y="1079110"/>
            <a:ext cx="504878" cy="445136"/>
          </a:xfrm>
          <a:custGeom>
            <a:avLst/>
            <a:gdLst/>
            <a:ahLst/>
            <a:cxnLst/>
            <a:rect l="l" t="t" r="r" b="b"/>
            <a:pathLst>
              <a:path w="673100" h="445134">
                <a:moveTo>
                  <a:pt x="278650" y="318503"/>
                </a:moveTo>
                <a:lnTo>
                  <a:pt x="269214" y="267081"/>
                </a:lnTo>
                <a:lnTo>
                  <a:pt x="246316" y="235445"/>
                </a:lnTo>
                <a:lnTo>
                  <a:pt x="245643" y="234505"/>
                </a:lnTo>
                <a:lnTo>
                  <a:pt x="215087" y="216458"/>
                </a:lnTo>
                <a:lnTo>
                  <a:pt x="203619" y="213499"/>
                </a:lnTo>
                <a:lnTo>
                  <a:pt x="203619" y="312254"/>
                </a:lnTo>
                <a:lnTo>
                  <a:pt x="194703" y="350901"/>
                </a:lnTo>
                <a:lnTo>
                  <a:pt x="171475" y="373227"/>
                </a:lnTo>
                <a:lnTo>
                  <a:pt x="139255" y="383489"/>
                </a:lnTo>
                <a:lnTo>
                  <a:pt x="103365" y="385965"/>
                </a:lnTo>
                <a:lnTo>
                  <a:pt x="73736" y="385965"/>
                </a:lnTo>
                <a:lnTo>
                  <a:pt x="73736" y="235445"/>
                </a:lnTo>
                <a:lnTo>
                  <a:pt x="103365" y="235445"/>
                </a:lnTo>
                <a:lnTo>
                  <a:pt x="144830" y="239458"/>
                </a:lnTo>
                <a:lnTo>
                  <a:pt x="176428" y="252539"/>
                </a:lnTo>
                <a:lnTo>
                  <a:pt x="196557" y="276275"/>
                </a:lnTo>
                <a:lnTo>
                  <a:pt x="203619" y="312254"/>
                </a:lnTo>
                <a:lnTo>
                  <a:pt x="203619" y="213499"/>
                </a:lnTo>
                <a:lnTo>
                  <a:pt x="184696" y="208584"/>
                </a:lnTo>
                <a:lnTo>
                  <a:pt x="184696" y="207352"/>
                </a:lnTo>
                <a:lnTo>
                  <a:pt x="206679" y="197434"/>
                </a:lnTo>
                <a:lnTo>
                  <a:pt x="225704" y="183591"/>
                </a:lnTo>
                <a:lnTo>
                  <a:pt x="230428" y="180162"/>
                </a:lnTo>
                <a:lnTo>
                  <a:pt x="249440" y="151638"/>
                </a:lnTo>
                <a:lnTo>
                  <a:pt x="257225" y="108026"/>
                </a:lnTo>
                <a:lnTo>
                  <a:pt x="245364" y="58699"/>
                </a:lnTo>
                <a:lnTo>
                  <a:pt x="244563" y="55346"/>
                </a:lnTo>
                <a:lnTo>
                  <a:pt x="213169" y="24676"/>
                </a:lnTo>
                <a:lnTo>
                  <a:pt x="182194" y="13690"/>
                </a:lnTo>
                <a:lnTo>
                  <a:pt x="182194" y="120523"/>
                </a:lnTo>
                <a:lnTo>
                  <a:pt x="176174" y="153822"/>
                </a:lnTo>
                <a:lnTo>
                  <a:pt x="159575" y="172897"/>
                </a:lnTo>
                <a:lnTo>
                  <a:pt x="134569" y="181546"/>
                </a:lnTo>
                <a:lnTo>
                  <a:pt x="103365" y="183591"/>
                </a:lnTo>
                <a:lnTo>
                  <a:pt x="73736" y="183591"/>
                </a:lnTo>
                <a:lnTo>
                  <a:pt x="73736" y="58699"/>
                </a:lnTo>
                <a:lnTo>
                  <a:pt x="103365" y="58699"/>
                </a:lnTo>
                <a:lnTo>
                  <a:pt x="135369" y="60794"/>
                </a:lnTo>
                <a:lnTo>
                  <a:pt x="160274" y="69456"/>
                </a:lnTo>
                <a:lnTo>
                  <a:pt x="176428" y="88201"/>
                </a:lnTo>
                <a:lnTo>
                  <a:pt x="182194" y="120523"/>
                </a:lnTo>
                <a:lnTo>
                  <a:pt x="182194" y="13690"/>
                </a:lnTo>
                <a:lnTo>
                  <a:pt x="172910" y="10388"/>
                </a:lnTo>
                <a:lnTo>
                  <a:pt x="133642" y="6870"/>
                </a:lnTo>
                <a:lnTo>
                  <a:pt x="0" y="6870"/>
                </a:lnTo>
                <a:lnTo>
                  <a:pt x="0" y="437781"/>
                </a:lnTo>
                <a:lnTo>
                  <a:pt x="133642" y="437781"/>
                </a:lnTo>
                <a:lnTo>
                  <a:pt x="172935" y="435571"/>
                </a:lnTo>
                <a:lnTo>
                  <a:pt x="211924" y="426364"/>
                </a:lnTo>
                <a:lnTo>
                  <a:pt x="245770" y="406349"/>
                </a:lnTo>
                <a:lnTo>
                  <a:pt x="269633" y="371678"/>
                </a:lnTo>
                <a:lnTo>
                  <a:pt x="278650" y="318503"/>
                </a:lnTo>
                <a:close/>
              </a:path>
              <a:path w="673100" h="445134">
                <a:moveTo>
                  <a:pt x="672668" y="222326"/>
                </a:moveTo>
                <a:lnTo>
                  <a:pt x="670039" y="170484"/>
                </a:lnTo>
                <a:lnTo>
                  <a:pt x="661504" y="123355"/>
                </a:lnTo>
                <a:lnTo>
                  <a:pt x="646112" y="82130"/>
                </a:lnTo>
                <a:lnTo>
                  <a:pt x="625513" y="51828"/>
                </a:lnTo>
                <a:lnTo>
                  <a:pt x="622909" y="47980"/>
                </a:lnTo>
                <a:lnTo>
                  <a:pt x="591324" y="22453"/>
                </a:lnTo>
                <a:lnTo>
                  <a:pt x="591324" y="222326"/>
                </a:lnTo>
                <a:lnTo>
                  <a:pt x="588632" y="275310"/>
                </a:lnTo>
                <a:lnTo>
                  <a:pt x="579462" y="321995"/>
                </a:lnTo>
                <a:lnTo>
                  <a:pt x="562190" y="359244"/>
                </a:lnTo>
                <a:lnTo>
                  <a:pt x="535165" y="383908"/>
                </a:lnTo>
                <a:lnTo>
                  <a:pt x="496785" y="392823"/>
                </a:lnTo>
                <a:lnTo>
                  <a:pt x="458127" y="383908"/>
                </a:lnTo>
                <a:lnTo>
                  <a:pt x="431076" y="359244"/>
                </a:lnTo>
                <a:lnTo>
                  <a:pt x="413880" y="321995"/>
                </a:lnTo>
                <a:lnTo>
                  <a:pt x="404825" y="275310"/>
                </a:lnTo>
                <a:lnTo>
                  <a:pt x="402196" y="222326"/>
                </a:lnTo>
                <a:lnTo>
                  <a:pt x="404825" y="169341"/>
                </a:lnTo>
                <a:lnTo>
                  <a:pt x="413880" y="122656"/>
                </a:lnTo>
                <a:lnTo>
                  <a:pt x="431076" y="85407"/>
                </a:lnTo>
                <a:lnTo>
                  <a:pt x="458127" y="60744"/>
                </a:lnTo>
                <a:lnTo>
                  <a:pt x="496785" y="51828"/>
                </a:lnTo>
                <a:lnTo>
                  <a:pt x="535165" y="60744"/>
                </a:lnTo>
                <a:lnTo>
                  <a:pt x="562190" y="85407"/>
                </a:lnTo>
                <a:lnTo>
                  <a:pt x="579462" y="122656"/>
                </a:lnTo>
                <a:lnTo>
                  <a:pt x="588632" y="169341"/>
                </a:lnTo>
                <a:lnTo>
                  <a:pt x="591324" y="222326"/>
                </a:lnTo>
                <a:lnTo>
                  <a:pt x="591324" y="22453"/>
                </a:lnTo>
                <a:lnTo>
                  <a:pt x="590918" y="22123"/>
                </a:lnTo>
                <a:lnTo>
                  <a:pt x="549198" y="5727"/>
                </a:lnTo>
                <a:lnTo>
                  <a:pt x="496785" y="0"/>
                </a:lnTo>
                <a:lnTo>
                  <a:pt x="444169" y="5727"/>
                </a:lnTo>
                <a:lnTo>
                  <a:pt x="402361" y="22123"/>
                </a:lnTo>
                <a:lnTo>
                  <a:pt x="370382" y="47980"/>
                </a:lnTo>
                <a:lnTo>
                  <a:pt x="347230" y="82130"/>
                </a:lnTo>
                <a:lnTo>
                  <a:pt x="331914" y="123355"/>
                </a:lnTo>
                <a:lnTo>
                  <a:pt x="323456" y="170484"/>
                </a:lnTo>
                <a:lnTo>
                  <a:pt x="320865" y="222326"/>
                </a:lnTo>
                <a:lnTo>
                  <a:pt x="323456" y="274167"/>
                </a:lnTo>
                <a:lnTo>
                  <a:pt x="331914" y="321297"/>
                </a:lnTo>
                <a:lnTo>
                  <a:pt x="347230" y="362521"/>
                </a:lnTo>
                <a:lnTo>
                  <a:pt x="370382" y="396671"/>
                </a:lnTo>
                <a:lnTo>
                  <a:pt x="402361" y="422529"/>
                </a:lnTo>
                <a:lnTo>
                  <a:pt x="444169" y="438924"/>
                </a:lnTo>
                <a:lnTo>
                  <a:pt x="496785" y="444652"/>
                </a:lnTo>
                <a:lnTo>
                  <a:pt x="549198" y="438924"/>
                </a:lnTo>
                <a:lnTo>
                  <a:pt x="590918" y="422529"/>
                </a:lnTo>
                <a:lnTo>
                  <a:pt x="622909" y="396671"/>
                </a:lnTo>
                <a:lnTo>
                  <a:pt x="625513" y="392823"/>
                </a:lnTo>
                <a:lnTo>
                  <a:pt x="646112" y="362521"/>
                </a:lnTo>
                <a:lnTo>
                  <a:pt x="661504" y="321297"/>
                </a:lnTo>
                <a:lnTo>
                  <a:pt x="670039" y="274167"/>
                </a:lnTo>
                <a:lnTo>
                  <a:pt x="672668" y="222326"/>
                </a:lnTo>
                <a:close/>
              </a:path>
            </a:pathLst>
          </a:custGeom>
          <a:solidFill>
            <a:srgbClr val="E31837"/>
          </a:solidFill>
        </p:spPr>
        <p:txBody>
          <a:bodyPr wrap="square" lIns="0" tIns="0" rIns="0" bIns="0" rtlCol="0"/>
          <a:lstStyle/>
          <a:p>
            <a:endParaRPr sz="760"/>
          </a:p>
        </p:txBody>
      </p:sp>
      <p:sp>
        <p:nvSpPr>
          <p:cNvPr id="45" name="object 10">
            <a:extLst>
              <a:ext uri="{FF2B5EF4-FFF2-40B4-BE49-F238E27FC236}">
                <a16:creationId xmlns:a16="http://schemas.microsoft.com/office/drawing/2014/main" id="{C6B02596-B104-E63F-3F32-82A2881CDEDC}"/>
              </a:ext>
            </a:extLst>
          </p:cNvPr>
          <p:cNvSpPr/>
          <p:nvPr userDrawn="1"/>
        </p:nvSpPr>
        <p:spPr>
          <a:xfrm>
            <a:off x="1892174" y="1085993"/>
            <a:ext cx="333886" cy="431165"/>
          </a:xfrm>
          <a:custGeom>
            <a:avLst/>
            <a:gdLst/>
            <a:ahLst/>
            <a:cxnLst/>
            <a:rect l="l" t="t" r="r" b="b"/>
            <a:pathLst>
              <a:path w="445135" h="431165">
                <a:moveTo>
                  <a:pt x="445064" y="0"/>
                </a:moveTo>
                <a:lnTo>
                  <a:pt x="344837" y="0"/>
                </a:lnTo>
                <a:lnTo>
                  <a:pt x="223176" y="344115"/>
                </a:lnTo>
                <a:lnTo>
                  <a:pt x="221888" y="344115"/>
                </a:lnTo>
                <a:lnTo>
                  <a:pt x="100855" y="0"/>
                </a:lnTo>
                <a:lnTo>
                  <a:pt x="0" y="0"/>
                </a:lnTo>
                <a:lnTo>
                  <a:pt x="0" y="430897"/>
                </a:lnTo>
                <a:lnTo>
                  <a:pt x="67432" y="430897"/>
                </a:lnTo>
                <a:lnTo>
                  <a:pt x="67432" y="91169"/>
                </a:lnTo>
                <a:lnTo>
                  <a:pt x="68720" y="91169"/>
                </a:lnTo>
                <a:lnTo>
                  <a:pt x="188507" y="430897"/>
                </a:lnTo>
                <a:lnTo>
                  <a:pt x="256557" y="430897"/>
                </a:lnTo>
                <a:lnTo>
                  <a:pt x="376375" y="91169"/>
                </a:lnTo>
                <a:lnTo>
                  <a:pt x="377632" y="91169"/>
                </a:lnTo>
                <a:lnTo>
                  <a:pt x="377632" y="430897"/>
                </a:lnTo>
                <a:lnTo>
                  <a:pt x="445064" y="430897"/>
                </a:lnTo>
                <a:lnTo>
                  <a:pt x="445064" y="0"/>
                </a:lnTo>
                <a:close/>
              </a:path>
            </a:pathLst>
          </a:custGeom>
          <a:solidFill>
            <a:srgbClr val="E31837"/>
          </a:solidFill>
        </p:spPr>
        <p:txBody>
          <a:bodyPr wrap="square" lIns="0" tIns="0" rIns="0" bIns="0" rtlCol="0"/>
          <a:lstStyle/>
          <a:p>
            <a:endParaRPr sz="760"/>
          </a:p>
        </p:txBody>
      </p:sp>
      <p:sp>
        <p:nvSpPr>
          <p:cNvPr id="46" name="object 11">
            <a:extLst>
              <a:ext uri="{FF2B5EF4-FFF2-40B4-BE49-F238E27FC236}">
                <a16:creationId xmlns:a16="http://schemas.microsoft.com/office/drawing/2014/main" id="{F77CF4D1-F51F-B9D1-81B9-E5745ED2672D}"/>
              </a:ext>
            </a:extLst>
          </p:cNvPr>
          <p:cNvSpPr/>
          <p:nvPr userDrawn="1"/>
        </p:nvSpPr>
        <p:spPr>
          <a:xfrm>
            <a:off x="2541433" y="1085386"/>
            <a:ext cx="183852" cy="431800"/>
          </a:xfrm>
          <a:custGeom>
            <a:avLst/>
            <a:gdLst/>
            <a:ahLst/>
            <a:cxnLst/>
            <a:rect l="l" t="t" r="r" b="b"/>
            <a:pathLst>
              <a:path w="245110" h="431800">
                <a:moveTo>
                  <a:pt x="244614" y="375920"/>
                </a:moveTo>
                <a:lnTo>
                  <a:pt x="73736" y="375920"/>
                </a:lnTo>
                <a:lnTo>
                  <a:pt x="73736" y="0"/>
                </a:lnTo>
                <a:lnTo>
                  <a:pt x="0" y="0"/>
                </a:lnTo>
                <a:lnTo>
                  <a:pt x="0" y="375920"/>
                </a:lnTo>
                <a:lnTo>
                  <a:pt x="0" y="431800"/>
                </a:lnTo>
                <a:lnTo>
                  <a:pt x="244614" y="431800"/>
                </a:lnTo>
                <a:lnTo>
                  <a:pt x="244614" y="375920"/>
                </a:lnTo>
                <a:close/>
              </a:path>
            </a:pathLst>
          </a:custGeom>
          <a:solidFill>
            <a:srgbClr val="E31837"/>
          </a:solidFill>
        </p:spPr>
        <p:txBody>
          <a:bodyPr wrap="square" lIns="0" tIns="0" rIns="0" bIns="0" rtlCol="0"/>
          <a:lstStyle/>
          <a:p>
            <a:endParaRPr sz="760"/>
          </a:p>
        </p:txBody>
      </p:sp>
      <p:sp>
        <p:nvSpPr>
          <p:cNvPr id="47" name="object 12">
            <a:extLst>
              <a:ext uri="{FF2B5EF4-FFF2-40B4-BE49-F238E27FC236}">
                <a16:creationId xmlns:a16="http://schemas.microsoft.com/office/drawing/2014/main" id="{0BB4F3E1-349F-8BFF-62C0-80D700663AE8}"/>
              </a:ext>
            </a:extLst>
          </p:cNvPr>
          <p:cNvSpPr/>
          <p:nvPr userDrawn="1"/>
        </p:nvSpPr>
        <p:spPr>
          <a:xfrm>
            <a:off x="2295511" y="1085386"/>
            <a:ext cx="194805" cy="431800"/>
          </a:xfrm>
          <a:custGeom>
            <a:avLst/>
            <a:gdLst/>
            <a:ahLst/>
            <a:cxnLst/>
            <a:rect l="l" t="t" r="r" b="b"/>
            <a:pathLst>
              <a:path w="259714" h="431800">
                <a:moveTo>
                  <a:pt x="259143" y="375920"/>
                </a:moveTo>
                <a:lnTo>
                  <a:pt x="73774" y="375920"/>
                </a:lnTo>
                <a:lnTo>
                  <a:pt x="73774" y="236220"/>
                </a:lnTo>
                <a:lnTo>
                  <a:pt x="244640" y="236220"/>
                </a:lnTo>
                <a:lnTo>
                  <a:pt x="244640" y="180340"/>
                </a:lnTo>
                <a:lnTo>
                  <a:pt x="73774" y="180340"/>
                </a:lnTo>
                <a:lnTo>
                  <a:pt x="73774" y="55880"/>
                </a:lnTo>
                <a:lnTo>
                  <a:pt x="254088" y="55880"/>
                </a:lnTo>
                <a:lnTo>
                  <a:pt x="254088" y="0"/>
                </a:lnTo>
                <a:lnTo>
                  <a:pt x="0" y="0"/>
                </a:lnTo>
                <a:lnTo>
                  <a:pt x="0" y="55880"/>
                </a:lnTo>
                <a:lnTo>
                  <a:pt x="0" y="180340"/>
                </a:lnTo>
                <a:lnTo>
                  <a:pt x="0" y="236220"/>
                </a:lnTo>
                <a:lnTo>
                  <a:pt x="0" y="375920"/>
                </a:lnTo>
                <a:lnTo>
                  <a:pt x="0" y="431800"/>
                </a:lnTo>
                <a:lnTo>
                  <a:pt x="259143" y="431800"/>
                </a:lnTo>
                <a:lnTo>
                  <a:pt x="259143" y="375920"/>
                </a:lnTo>
                <a:close/>
              </a:path>
            </a:pathLst>
          </a:custGeom>
          <a:solidFill>
            <a:srgbClr val="E31837"/>
          </a:solidFill>
        </p:spPr>
        <p:txBody>
          <a:bodyPr wrap="square" lIns="0" tIns="0" rIns="0" bIns="0" rtlCol="0"/>
          <a:lstStyle/>
          <a:p>
            <a:endParaRPr sz="760"/>
          </a:p>
        </p:txBody>
      </p:sp>
      <p:sp>
        <p:nvSpPr>
          <p:cNvPr id="48" name="object 13">
            <a:extLst>
              <a:ext uri="{FF2B5EF4-FFF2-40B4-BE49-F238E27FC236}">
                <a16:creationId xmlns:a16="http://schemas.microsoft.com/office/drawing/2014/main" id="{7027AD7E-7AAF-F0EB-9466-9F08A7BFA6D7}"/>
              </a:ext>
            </a:extLst>
          </p:cNvPr>
          <p:cNvSpPr/>
          <p:nvPr userDrawn="1"/>
        </p:nvSpPr>
        <p:spPr>
          <a:xfrm>
            <a:off x="4196490" y="1085386"/>
            <a:ext cx="194330" cy="431800"/>
          </a:xfrm>
          <a:custGeom>
            <a:avLst/>
            <a:gdLst/>
            <a:ahLst/>
            <a:cxnLst/>
            <a:rect l="l" t="t" r="r" b="b"/>
            <a:pathLst>
              <a:path w="259079" h="431800">
                <a:moveTo>
                  <a:pt x="259067" y="375920"/>
                </a:moveTo>
                <a:lnTo>
                  <a:pt x="73736" y="375920"/>
                </a:lnTo>
                <a:lnTo>
                  <a:pt x="73736" y="236220"/>
                </a:lnTo>
                <a:lnTo>
                  <a:pt x="244614" y="236220"/>
                </a:lnTo>
                <a:lnTo>
                  <a:pt x="244614" y="180340"/>
                </a:lnTo>
                <a:lnTo>
                  <a:pt x="73736" y="180340"/>
                </a:lnTo>
                <a:lnTo>
                  <a:pt x="73736" y="55880"/>
                </a:lnTo>
                <a:lnTo>
                  <a:pt x="254050" y="55880"/>
                </a:lnTo>
                <a:lnTo>
                  <a:pt x="254050" y="0"/>
                </a:lnTo>
                <a:lnTo>
                  <a:pt x="0" y="0"/>
                </a:lnTo>
                <a:lnTo>
                  <a:pt x="0" y="55880"/>
                </a:lnTo>
                <a:lnTo>
                  <a:pt x="0" y="180340"/>
                </a:lnTo>
                <a:lnTo>
                  <a:pt x="0" y="236220"/>
                </a:lnTo>
                <a:lnTo>
                  <a:pt x="0" y="375920"/>
                </a:lnTo>
                <a:lnTo>
                  <a:pt x="0" y="431800"/>
                </a:lnTo>
                <a:lnTo>
                  <a:pt x="259067" y="431800"/>
                </a:lnTo>
                <a:lnTo>
                  <a:pt x="259067" y="375920"/>
                </a:lnTo>
                <a:close/>
              </a:path>
            </a:pathLst>
          </a:custGeom>
          <a:solidFill>
            <a:srgbClr val="E31837"/>
          </a:solidFill>
        </p:spPr>
        <p:txBody>
          <a:bodyPr wrap="square" lIns="0" tIns="0" rIns="0" bIns="0" rtlCol="0"/>
          <a:lstStyle/>
          <a:p>
            <a:endParaRPr sz="760"/>
          </a:p>
        </p:txBody>
      </p:sp>
      <p:sp>
        <p:nvSpPr>
          <p:cNvPr id="49" name="object 14">
            <a:extLst>
              <a:ext uri="{FF2B5EF4-FFF2-40B4-BE49-F238E27FC236}">
                <a16:creationId xmlns:a16="http://schemas.microsoft.com/office/drawing/2014/main" id="{18999DCB-81A1-85C5-D808-1675A103B705}"/>
              </a:ext>
            </a:extLst>
          </p:cNvPr>
          <p:cNvSpPr/>
          <p:nvPr userDrawn="1"/>
        </p:nvSpPr>
        <p:spPr>
          <a:xfrm>
            <a:off x="3881088" y="1085993"/>
            <a:ext cx="245770" cy="431165"/>
          </a:xfrm>
          <a:custGeom>
            <a:avLst/>
            <a:gdLst/>
            <a:ahLst/>
            <a:cxnLst/>
            <a:rect l="l" t="t" r="r" b="b"/>
            <a:pathLst>
              <a:path w="327660" h="431165">
                <a:moveTo>
                  <a:pt x="327204" y="0"/>
                </a:moveTo>
                <a:lnTo>
                  <a:pt x="259740" y="0"/>
                </a:lnTo>
                <a:lnTo>
                  <a:pt x="259740" y="317257"/>
                </a:lnTo>
                <a:lnTo>
                  <a:pt x="258484" y="317257"/>
                </a:lnTo>
                <a:lnTo>
                  <a:pt x="90782" y="0"/>
                </a:lnTo>
                <a:lnTo>
                  <a:pt x="0" y="0"/>
                </a:lnTo>
                <a:lnTo>
                  <a:pt x="0" y="430897"/>
                </a:lnTo>
                <a:lnTo>
                  <a:pt x="67432" y="430897"/>
                </a:lnTo>
                <a:lnTo>
                  <a:pt x="67432" y="98038"/>
                </a:lnTo>
                <a:lnTo>
                  <a:pt x="68730" y="98038"/>
                </a:lnTo>
                <a:lnTo>
                  <a:pt x="244568" y="430897"/>
                </a:lnTo>
                <a:lnTo>
                  <a:pt x="327204" y="430897"/>
                </a:lnTo>
                <a:lnTo>
                  <a:pt x="327204" y="0"/>
                </a:lnTo>
                <a:close/>
              </a:path>
            </a:pathLst>
          </a:custGeom>
          <a:solidFill>
            <a:srgbClr val="E31837"/>
          </a:solidFill>
        </p:spPr>
        <p:txBody>
          <a:bodyPr wrap="square" lIns="0" tIns="0" rIns="0" bIns="0" rtlCol="0"/>
          <a:lstStyle/>
          <a:p>
            <a:endParaRPr sz="760"/>
          </a:p>
        </p:txBody>
      </p:sp>
      <p:sp>
        <p:nvSpPr>
          <p:cNvPr id="50" name="object 15">
            <a:extLst>
              <a:ext uri="{FF2B5EF4-FFF2-40B4-BE49-F238E27FC236}">
                <a16:creationId xmlns:a16="http://schemas.microsoft.com/office/drawing/2014/main" id="{68648315-7DDE-F34D-1ABA-3B5AEA6C5CD7}"/>
              </a:ext>
            </a:extLst>
          </p:cNvPr>
          <p:cNvSpPr/>
          <p:nvPr userDrawn="1"/>
        </p:nvSpPr>
        <p:spPr>
          <a:xfrm>
            <a:off x="3617235" y="1085991"/>
            <a:ext cx="217192" cy="431165"/>
          </a:xfrm>
          <a:custGeom>
            <a:avLst/>
            <a:gdLst/>
            <a:ahLst/>
            <a:cxnLst/>
            <a:rect l="l" t="t" r="r" b="b"/>
            <a:pathLst>
              <a:path w="289560" h="431165">
                <a:moveTo>
                  <a:pt x="131776" y="0"/>
                </a:moveTo>
                <a:lnTo>
                  <a:pt x="0" y="0"/>
                </a:lnTo>
                <a:lnTo>
                  <a:pt x="0" y="430897"/>
                </a:lnTo>
                <a:lnTo>
                  <a:pt x="73704" y="430897"/>
                </a:lnTo>
                <a:lnTo>
                  <a:pt x="73704" y="246034"/>
                </a:lnTo>
                <a:lnTo>
                  <a:pt x="239273" y="246034"/>
                </a:lnTo>
                <a:lnTo>
                  <a:pt x="221552" y="228242"/>
                </a:lnTo>
                <a:lnTo>
                  <a:pt x="185334" y="214202"/>
                </a:lnTo>
                <a:lnTo>
                  <a:pt x="185334" y="212967"/>
                </a:lnTo>
                <a:lnTo>
                  <a:pt x="217702" y="202435"/>
                </a:lnTo>
                <a:lnTo>
                  <a:pt x="230371" y="194213"/>
                </a:lnTo>
                <a:lnTo>
                  <a:pt x="73704" y="194213"/>
                </a:lnTo>
                <a:lnTo>
                  <a:pt x="73704" y="51809"/>
                </a:lnTo>
                <a:lnTo>
                  <a:pt x="254897" y="51809"/>
                </a:lnTo>
                <a:lnTo>
                  <a:pt x="246033" y="36820"/>
                </a:lnTo>
                <a:lnTo>
                  <a:pt x="216416" y="15505"/>
                </a:lnTo>
                <a:lnTo>
                  <a:pt x="177785" y="3661"/>
                </a:lnTo>
                <a:lnTo>
                  <a:pt x="131776" y="0"/>
                </a:lnTo>
                <a:close/>
              </a:path>
              <a:path w="289560" h="431165">
                <a:moveTo>
                  <a:pt x="239273" y="246034"/>
                </a:moveTo>
                <a:lnTo>
                  <a:pt x="102740" y="246034"/>
                </a:lnTo>
                <a:lnTo>
                  <a:pt x="143356" y="250721"/>
                </a:lnTo>
                <a:lnTo>
                  <a:pt x="168070" y="266186"/>
                </a:lnTo>
                <a:lnTo>
                  <a:pt x="182972" y="294533"/>
                </a:lnTo>
                <a:lnTo>
                  <a:pt x="194151" y="337864"/>
                </a:lnTo>
                <a:lnTo>
                  <a:pt x="214328" y="430897"/>
                </a:lnTo>
                <a:lnTo>
                  <a:pt x="289362" y="430897"/>
                </a:lnTo>
                <a:lnTo>
                  <a:pt x="262871" y="309728"/>
                </a:lnTo>
                <a:lnTo>
                  <a:pt x="255013" y="277418"/>
                </a:lnTo>
                <a:lnTo>
                  <a:pt x="243009" y="249785"/>
                </a:lnTo>
                <a:lnTo>
                  <a:pt x="239273" y="246034"/>
                </a:lnTo>
                <a:close/>
              </a:path>
              <a:path w="289560" h="431165">
                <a:moveTo>
                  <a:pt x="254897" y="51809"/>
                </a:moveTo>
                <a:lnTo>
                  <a:pt x="131776" y="51809"/>
                </a:lnTo>
                <a:lnTo>
                  <a:pt x="159456" y="56321"/>
                </a:lnTo>
                <a:lnTo>
                  <a:pt x="179824" y="69616"/>
                </a:lnTo>
                <a:lnTo>
                  <a:pt x="192397" y="91341"/>
                </a:lnTo>
                <a:lnTo>
                  <a:pt x="196695" y="121137"/>
                </a:lnTo>
                <a:lnTo>
                  <a:pt x="188483" y="159422"/>
                </a:lnTo>
                <a:lnTo>
                  <a:pt x="166967" y="181557"/>
                </a:lnTo>
                <a:lnTo>
                  <a:pt x="136826" y="191751"/>
                </a:lnTo>
                <a:lnTo>
                  <a:pt x="102740" y="194213"/>
                </a:lnTo>
                <a:lnTo>
                  <a:pt x="230371" y="194213"/>
                </a:lnTo>
                <a:lnTo>
                  <a:pt x="245289" y="184532"/>
                </a:lnTo>
                <a:lnTo>
                  <a:pt x="264487" y="155860"/>
                </a:lnTo>
                <a:lnTo>
                  <a:pt x="271688" y="113022"/>
                </a:lnTo>
                <a:lnTo>
                  <a:pt x="265001" y="68896"/>
                </a:lnTo>
                <a:lnTo>
                  <a:pt x="254897" y="51809"/>
                </a:lnTo>
                <a:close/>
              </a:path>
            </a:pathLst>
          </a:custGeom>
          <a:solidFill>
            <a:srgbClr val="E31837"/>
          </a:solidFill>
        </p:spPr>
        <p:txBody>
          <a:bodyPr wrap="square" lIns="0" tIns="0" rIns="0" bIns="0" rtlCol="0"/>
          <a:lstStyle/>
          <a:p>
            <a:endParaRPr sz="760"/>
          </a:p>
        </p:txBody>
      </p:sp>
      <p:sp>
        <p:nvSpPr>
          <p:cNvPr id="51" name="object 16">
            <a:extLst>
              <a:ext uri="{FF2B5EF4-FFF2-40B4-BE49-F238E27FC236}">
                <a16:creationId xmlns:a16="http://schemas.microsoft.com/office/drawing/2014/main" id="{375795F0-8E30-DE55-4965-95B1C5380A7B}"/>
              </a:ext>
            </a:extLst>
          </p:cNvPr>
          <p:cNvSpPr/>
          <p:nvPr userDrawn="1"/>
        </p:nvSpPr>
        <p:spPr>
          <a:xfrm>
            <a:off x="3325460" y="1085986"/>
            <a:ext cx="226720" cy="438151"/>
          </a:xfrm>
          <a:custGeom>
            <a:avLst/>
            <a:gdLst/>
            <a:ahLst/>
            <a:cxnLst/>
            <a:rect l="l" t="t" r="r" b="b"/>
            <a:pathLst>
              <a:path w="302260" h="438150">
                <a:moveTo>
                  <a:pt x="301969" y="0"/>
                </a:moveTo>
                <a:lnTo>
                  <a:pt x="228223" y="0"/>
                </a:lnTo>
                <a:lnTo>
                  <a:pt x="228223" y="299132"/>
                </a:lnTo>
                <a:lnTo>
                  <a:pt x="224272" y="333513"/>
                </a:lnTo>
                <a:lnTo>
                  <a:pt x="211278" y="361046"/>
                </a:lnTo>
                <a:lnTo>
                  <a:pt x="187530" y="379328"/>
                </a:lnTo>
                <a:lnTo>
                  <a:pt x="151314" y="385956"/>
                </a:lnTo>
                <a:lnTo>
                  <a:pt x="114736" y="379328"/>
                </a:lnTo>
                <a:lnTo>
                  <a:pt x="90800" y="361046"/>
                </a:lnTo>
                <a:lnTo>
                  <a:pt x="77738" y="333513"/>
                </a:lnTo>
                <a:lnTo>
                  <a:pt x="73777" y="299132"/>
                </a:lnTo>
                <a:lnTo>
                  <a:pt x="73777" y="0"/>
                </a:lnTo>
                <a:lnTo>
                  <a:pt x="0" y="0"/>
                </a:lnTo>
                <a:lnTo>
                  <a:pt x="0" y="299132"/>
                </a:lnTo>
                <a:lnTo>
                  <a:pt x="7142" y="350008"/>
                </a:lnTo>
                <a:lnTo>
                  <a:pt x="27479" y="388949"/>
                </a:lnTo>
                <a:lnTo>
                  <a:pt x="59376" y="416316"/>
                </a:lnTo>
                <a:lnTo>
                  <a:pt x="101200" y="432472"/>
                </a:lnTo>
                <a:lnTo>
                  <a:pt x="151314" y="437777"/>
                </a:lnTo>
                <a:lnTo>
                  <a:pt x="202804" y="432472"/>
                </a:lnTo>
                <a:lnTo>
                  <a:pt x="244644" y="416316"/>
                </a:lnTo>
                <a:lnTo>
                  <a:pt x="275805" y="388949"/>
                </a:lnTo>
                <a:lnTo>
                  <a:pt x="295257" y="350008"/>
                </a:lnTo>
                <a:lnTo>
                  <a:pt x="301969" y="299132"/>
                </a:lnTo>
                <a:lnTo>
                  <a:pt x="301969" y="0"/>
                </a:lnTo>
                <a:close/>
              </a:path>
            </a:pathLst>
          </a:custGeom>
          <a:solidFill>
            <a:srgbClr val="E31837"/>
          </a:solidFill>
        </p:spPr>
        <p:txBody>
          <a:bodyPr wrap="square" lIns="0" tIns="0" rIns="0" bIns="0" rtlCol="0"/>
          <a:lstStyle/>
          <a:p>
            <a:endParaRPr sz="760"/>
          </a:p>
        </p:txBody>
      </p:sp>
      <p:sp>
        <p:nvSpPr>
          <p:cNvPr id="54" name="object 17">
            <a:extLst>
              <a:ext uri="{FF2B5EF4-FFF2-40B4-BE49-F238E27FC236}">
                <a16:creationId xmlns:a16="http://schemas.microsoft.com/office/drawing/2014/main" id="{E615D77B-136D-8E79-CAA9-7090C1F902A8}"/>
              </a:ext>
            </a:extLst>
          </p:cNvPr>
          <p:cNvSpPr/>
          <p:nvPr userDrawn="1"/>
        </p:nvSpPr>
        <p:spPr>
          <a:xfrm>
            <a:off x="1890149" y="1767093"/>
            <a:ext cx="24290" cy="186690"/>
          </a:xfrm>
          <a:custGeom>
            <a:avLst/>
            <a:gdLst/>
            <a:ahLst/>
            <a:cxnLst/>
            <a:rect l="l" t="t" r="r" b="b"/>
            <a:pathLst>
              <a:path w="32385" h="186689">
                <a:moveTo>
                  <a:pt x="31852" y="0"/>
                </a:moveTo>
                <a:lnTo>
                  <a:pt x="0" y="0"/>
                </a:lnTo>
                <a:lnTo>
                  <a:pt x="0" y="186182"/>
                </a:lnTo>
                <a:lnTo>
                  <a:pt x="31852" y="186182"/>
                </a:lnTo>
                <a:lnTo>
                  <a:pt x="31852" y="0"/>
                </a:lnTo>
                <a:close/>
              </a:path>
            </a:pathLst>
          </a:custGeom>
          <a:solidFill>
            <a:srgbClr val="E31837"/>
          </a:solidFill>
        </p:spPr>
        <p:txBody>
          <a:bodyPr wrap="square" lIns="0" tIns="0" rIns="0" bIns="0" rtlCol="0"/>
          <a:lstStyle/>
          <a:p>
            <a:endParaRPr sz="760"/>
          </a:p>
        </p:txBody>
      </p:sp>
      <p:pic>
        <p:nvPicPr>
          <p:cNvPr id="56" name="object 18">
            <a:extLst>
              <a:ext uri="{FF2B5EF4-FFF2-40B4-BE49-F238E27FC236}">
                <a16:creationId xmlns:a16="http://schemas.microsoft.com/office/drawing/2014/main" id="{B05954A8-91A0-60FB-BE8C-30A5A0135F10}"/>
              </a:ext>
            </a:extLst>
          </p:cNvPr>
          <p:cNvPicPr/>
          <p:nvPr userDrawn="1"/>
        </p:nvPicPr>
        <p:blipFill>
          <a:blip r:embed="rId5" cstate="print"/>
          <a:stretch>
            <a:fillRect/>
          </a:stretch>
        </p:blipFill>
        <p:spPr>
          <a:xfrm>
            <a:off x="1949802" y="1767089"/>
            <a:ext cx="106036" cy="186182"/>
          </a:xfrm>
          <a:prstGeom prst="rect">
            <a:avLst/>
          </a:prstGeom>
        </p:spPr>
      </p:pic>
      <p:sp>
        <p:nvSpPr>
          <p:cNvPr id="57" name="object 19">
            <a:extLst>
              <a:ext uri="{FF2B5EF4-FFF2-40B4-BE49-F238E27FC236}">
                <a16:creationId xmlns:a16="http://schemas.microsoft.com/office/drawing/2014/main" id="{2331BA3D-292B-0A54-85EA-5BA119A8412D}"/>
              </a:ext>
            </a:extLst>
          </p:cNvPr>
          <p:cNvSpPr/>
          <p:nvPr userDrawn="1"/>
        </p:nvSpPr>
        <p:spPr>
          <a:xfrm>
            <a:off x="2580820" y="1766947"/>
            <a:ext cx="94784" cy="186690"/>
          </a:xfrm>
          <a:custGeom>
            <a:avLst/>
            <a:gdLst/>
            <a:ahLst/>
            <a:cxnLst/>
            <a:rect l="l" t="t" r="r" b="b"/>
            <a:pathLst>
              <a:path w="126364" h="186689">
                <a:moveTo>
                  <a:pt x="126123" y="0"/>
                </a:moveTo>
                <a:lnTo>
                  <a:pt x="0" y="0"/>
                </a:lnTo>
                <a:lnTo>
                  <a:pt x="0" y="24130"/>
                </a:lnTo>
                <a:lnTo>
                  <a:pt x="47167" y="24130"/>
                </a:lnTo>
                <a:lnTo>
                  <a:pt x="47167"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sz="760"/>
          </a:p>
        </p:txBody>
      </p:sp>
      <p:sp>
        <p:nvSpPr>
          <p:cNvPr id="60" name="object 20">
            <a:extLst>
              <a:ext uri="{FF2B5EF4-FFF2-40B4-BE49-F238E27FC236}">
                <a16:creationId xmlns:a16="http://schemas.microsoft.com/office/drawing/2014/main" id="{DC693907-9C15-AD16-84DD-DF8C4DCBD3D5}"/>
              </a:ext>
            </a:extLst>
          </p:cNvPr>
          <p:cNvSpPr/>
          <p:nvPr userDrawn="1"/>
        </p:nvSpPr>
        <p:spPr>
          <a:xfrm>
            <a:off x="3513667" y="1868426"/>
            <a:ext cx="24290" cy="85091"/>
          </a:xfrm>
          <a:custGeom>
            <a:avLst/>
            <a:gdLst/>
            <a:ahLst/>
            <a:cxnLst/>
            <a:rect l="l" t="t" r="r" b="b"/>
            <a:pathLst>
              <a:path w="32385" h="85089">
                <a:moveTo>
                  <a:pt x="0" y="85090"/>
                </a:moveTo>
                <a:lnTo>
                  <a:pt x="31852" y="85090"/>
                </a:lnTo>
                <a:lnTo>
                  <a:pt x="31852" y="0"/>
                </a:lnTo>
                <a:lnTo>
                  <a:pt x="0" y="0"/>
                </a:lnTo>
                <a:lnTo>
                  <a:pt x="0" y="85090"/>
                </a:lnTo>
                <a:close/>
              </a:path>
            </a:pathLst>
          </a:custGeom>
          <a:solidFill>
            <a:srgbClr val="E31837"/>
          </a:solidFill>
        </p:spPr>
        <p:txBody>
          <a:bodyPr wrap="square" lIns="0" tIns="0" rIns="0" bIns="0" rtlCol="0"/>
          <a:lstStyle/>
          <a:p>
            <a:endParaRPr sz="760"/>
          </a:p>
        </p:txBody>
      </p:sp>
      <p:sp>
        <p:nvSpPr>
          <p:cNvPr id="61" name="object 21">
            <a:extLst>
              <a:ext uri="{FF2B5EF4-FFF2-40B4-BE49-F238E27FC236}">
                <a16:creationId xmlns:a16="http://schemas.microsoft.com/office/drawing/2014/main" id="{EA4D3534-56A8-1601-E14A-5D2E2C241650}"/>
              </a:ext>
            </a:extLst>
          </p:cNvPr>
          <p:cNvSpPr/>
          <p:nvPr userDrawn="1"/>
        </p:nvSpPr>
        <p:spPr>
          <a:xfrm>
            <a:off x="3513661" y="1766820"/>
            <a:ext cx="98593" cy="186690"/>
          </a:xfrm>
          <a:custGeom>
            <a:avLst/>
            <a:gdLst/>
            <a:ahLst/>
            <a:cxnLst/>
            <a:rect l="l" t="t" r="r" b="b"/>
            <a:pathLst>
              <a:path w="131445" h="186689">
                <a:moveTo>
                  <a:pt x="131292" y="0"/>
                </a:moveTo>
                <a:lnTo>
                  <a:pt x="99479" y="0"/>
                </a:lnTo>
                <a:lnTo>
                  <a:pt x="99479" y="77470"/>
                </a:lnTo>
                <a:lnTo>
                  <a:pt x="31851" y="77470"/>
                </a:lnTo>
                <a:lnTo>
                  <a:pt x="31851" y="0"/>
                </a:lnTo>
                <a:lnTo>
                  <a:pt x="0" y="0"/>
                </a:lnTo>
                <a:lnTo>
                  <a:pt x="0" y="77470"/>
                </a:lnTo>
                <a:lnTo>
                  <a:pt x="0" y="101600"/>
                </a:lnTo>
                <a:lnTo>
                  <a:pt x="99479" y="101600"/>
                </a:lnTo>
                <a:lnTo>
                  <a:pt x="99479" y="186690"/>
                </a:lnTo>
                <a:lnTo>
                  <a:pt x="131292" y="186690"/>
                </a:lnTo>
                <a:lnTo>
                  <a:pt x="131292" y="101600"/>
                </a:lnTo>
                <a:lnTo>
                  <a:pt x="131292" y="77470"/>
                </a:lnTo>
                <a:lnTo>
                  <a:pt x="131292" y="0"/>
                </a:lnTo>
                <a:close/>
              </a:path>
            </a:pathLst>
          </a:custGeom>
          <a:solidFill>
            <a:srgbClr val="E31837"/>
          </a:solidFill>
        </p:spPr>
        <p:txBody>
          <a:bodyPr wrap="square" lIns="0" tIns="0" rIns="0" bIns="0" rtlCol="0"/>
          <a:lstStyle/>
          <a:p>
            <a:endParaRPr sz="760"/>
          </a:p>
        </p:txBody>
      </p:sp>
      <p:pic>
        <p:nvPicPr>
          <p:cNvPr id="62" name="object 22">
            <a:extLst>
              <a:ext uri="{FF2B5EF4-FFF2-40B4-BE49-F238E27FC236}">
                <a16:creationId xmlns:a16="http://schemas.microsoft.com/office/drawing/2014/main" id="{A6A36B37-6500-F5FF-07A9-CBF4B3CABFA5}"/>
              </a:ext>
            </a:extLst>
          </p:cNvPr>
          <p:cNvPicPr/>
          <p:nvPr userDrawn="1"/>
        </p:nvPicPr>
        <p:blipFill>
          <a:blip r:embed="rId6" cstate="print"/>
          <a:stretch>
            <a:fillRect/>
          </a:stretch>
        </p:blipFill>
        <p:spPr>
          <a:xfrm>
            <a:off x="3648558" y="1767089"/>
            <a:ext cx="106036" cy="186182"/>
          </a:xfrm>
          <a:prstGeom prst="rect">
            <a:avLst/>
          </a:prstGeom>
        </p:spPr>
      </p:pic>
      <p:pic>
        <p:nvPicPr>
          <p:cNvPr id="63" name="object 23">
            <a:extLst>
              <a:ext uri="{FF2B5EF4-FFF2-40B4-BE49-F238E27FC236}">
                <a16:creationId xmlns:a16="http://schemas.microsoft.com/office/drawing/2014/main" id="{33A0EB28-630F-A724-D2C0-9F170D9EBCE7}"/>
              </a:ext>
            </a:extLst>
          </p:cNvPr>
          <p:cNvPicPr/>
          <p:nvPr userDrawn="1"/>
        </p:nvPicPr>
        <p:blipFill>
          <a:blip r:embed="rId7" cstate="print"/>
          <a:stretch>
            <a:fillRect/>
          </a:stretch>
        </p:blipFill>
        <p:spPr>
          <a:xfrm>
            <a:off x="3388030" y="1764147"/>
            <a:ext cx="102951" cy="192119"/>
          </a:xfrm>
          <a:prstGeom prst="rect">
            <a:avLst/>
          </a:prstGeom>
        </p:spPr>
      </p:pic>
      <p:sp>
        <p:nvSpPr>
          <p:cNvPr id="64" name="object 24">
            <a:extLst>
              <a:ext uri="{FF2B5EF4-FFF2-40B4-BE49-F238E27FC236}">
                <a16:creationId xmlns:a16="http://schemas.microsoft.com/office/drawing/2014/main" id="{F4B04D11-F55F-6065-2182-466733034ED7}"/>
              </a:ext>
            </a:extLst>
          </p:cNvPr>
          <p:cNvSpPr/>
          <p:nvPr userDrawn="1"/>
        </p:nvSpPr>
        <p:spPr>
          <a:xfrm>
            <a:off x="3165870" y="1766947"/>
            <a:ext cx="94784" cy="186690"/>
          </a:xfrm>
          <a:custGeom>
            <a:avLst/>
            <a:gdLst/>
            <a:ahLst/>
            <a:cxnLst/>
            <a:rect l="l" t="t" r="r" b="b"/>
            <a:pathLst>
              <a:path w="126364" h="186689">
                <a:moveTo>
                  <a:pt x="126123" y="0"/>
                </a:moveTo>
                <a:lnTo>
                  <a:pt x="0" y="0"/>
                </a:lnTo>
                <a:lnTo>
                  <a:pt x="0" y="24130"/>
                </a:lnTo>
                <a:lnTo>
                  <a:pt x="47142" y="24130"/>
                </a:lnTo>
                <a:lnTo>
                  <a:pt x="47142" y="186690"/>
                </a:lnTo>
                <a:lnTo>
                  <a:pt x="78994" y="186690"/>
                </a:lnTo>
                <a:lnTo>
                  <a:pt x="78994" y="24130"/>
                </a:lnTo>
                <a:lnTo>
                  <a:pt x="126123" y="24130"/>
                </a:lnTo>
                <a:lnTo>
                  <a:pt x="126123" y="0"/>
                </a:lnTo>
                <a:close/>
              </a:path>
            </a:pathLst>
          </a:custGeom>
          <a:solidFill>
            <a:srgbClr val="E31837"/>
          </a:solidFill>
        </p:spPr>
        <p:txBody>
          <a:bodyPr wrap="square" lIns="0" tIns="0" rIns="0" bIns="0" rtlCol="0"/>
          <a:lstStyle/>
          <a:p>
            <a:endParaRPr sz="760"/>
          </a:p>
        </p:txBody>
      </p:sp>
      <p:pic>
        <p:nvPicPr>
          <p:cNvPr id="65" name="object 25">
            <a:extLst>
              <a:ext uri="{FF2B5EF4-FFF2-40B4-BE49-F238E27FC236}">
                <a16:creationId xmlns:a16="http://schemas.microsoft.com/office/drawing/2014/main" id="{1BB3245F-E6FC-4F49-B104-62A814A67373}"/>
              </a:ext>
            </a:extLst>
          </p:cNvPr>
          <p:cNvPicPr/>
          <p:nvPr userDrawn="1"/>
        </p:nvPicPr>
        <p:blipFill>
          <a:blip r:embed="rId8" cstate="print"/>
          <a:stretch>
            <a:fillRect/>
          </a:stretch>
        </p:blipFill>
        <p:spPr>
          <a:xfrm>
            <a:off x="3785043" y="1764138"/>
            <a:ext cx="114024" cy="192130"/>
          </a:xfrm>
          <a:prstGeom prst="rect">
            <a:avLst/>
          </a:prstGeom>
        </p:spPr>
      </p:pic>
      <p:sp>
        <p:nvSpPr>
          <p:cNvPr id="66" name="object 26">
            <a:extLst>
              <a:ext uri="{FF2B5EF4-FFF2-40B4-BE49-F238E27FC236}">
                <a16:creationId xmlns:a16="http://schemas.microsoft.com/office/drawing/2014/main" id="{4E4B5C77-1035-80C1-3159-0A193969F3D4}"/>
              </a:ext>
            </a:extLst>
          </p:cNvPr>
          <p:cNvSpPr/>
          <p:nvPr userDrawn="1"/>
        </p:nvSpPr>
        <p:spPr>
          <a:xfrm>
            <a:off x="3281754" y="1767229"/>
            <a:ext cx="84305" cy="186690"/>
          </a:xfrm>
          <a:custGeom>
            <a:avLst/>
            <a:gdLst/>
            <a:ahLst/>
            <a:cxnLst/>
            <a:rect l="l" t="t" r="r" b="b"/>
            <a:pathLst>
              <a:path w="112395" h="186689">
                <a:moveTo>
                  <a:pt x="111937" y="162560"/>
                </a:moveTo>
                <a:lnTo>
                  <a:pt x="31813" y="162560"/>
                </a:lnTo>
                <a:lnTo>
                  <a:pt x="31813" y="101600"/>
                </a:lnTo>
                <a:lnTo>
                  <a:pt x="105676" y="101600"/>
                </a:lnTo>
                <a:lnTo>
                  <a:pt x="105676" y="77470"/>
                </a:lnTo>
                <a:lnTo>
                  <a:pt x="31813" y="77470"/>
                </a:lnTo>
                <a:lnTo>
                  <a:pt x="31813" y="24130"/>
                </a:lnTo>
                <a:lnTo>
                  <a:pt x="109753" y="24130"/>
                </a:lnTo>
                <a:lnTo>
                  <a:pt x="109753" y="0"/>
                </a:lnTo>
                <a:lnTo>
                  <a:pt x="0" y="0"/>
                </a:lnTo>
                <a:lnTo>
                  <a:pt x="0" y="24130"/>
                </a:lnTo>
                <a:lnTo>
                  <a:pt x="0" y="77470"/>
                </a:lnTo>
                <a:lnTo>
                  <a:pt x="0" y="101600"/>
                </a:lnTo>
                <a:lnTo>
                  <a:pt x="0" y="162560"/>
                </a:lnTo>
                <a:lnTo>
                  <a:pt x="0" y="186690"/>
                </a:lnTo>
                <a:lnTo>
                  <a:pt x="111937" y="186690"/>
                </a:lnTo>
                <a:lnTo>
                  <a:pt x="111937" y="162560"/>
                </a:lnTo>
                <a:close/>
              </a:path>
            </a:pathLst>
          </a:custGeom>
          <a:solidFill>
            <a:srgbClr val="E31837"/>
          </a:solidFill>
        </p:spPr>
        <p:txBody>
          <a:bodyPr wrap="square" lIns="0" tIns="0" rIns="0" bIns="0" rtlCol="0"/>
          <a:lstStyle/>
          <a:p>
            <a:endParaRPr sz="760"/>
          </a:p>
        </p:txBody>
      </p:sp>
      <p:grpSp>
        <p:nvGrpSpPr>
          <p:cNvPr id="67" name="object 27">
            <a:extLst>
              <a:ext uri="{FF2B5EF4-FFF2-40B4-BE49-F238E27FC236}">
                <a16:creationId xmlns:a16="http://schemas.microsoft.com/office/drawing/2014/main" id="{2957D8E7-B066-B5C5-0831-9775D376B324}"/>
              </a:ext>
            </a:extLst>
          </p:cNvPr>
          <p:cNvGrpSpPr/>
          <p:nvPr userDrawn="1"/>
        </p:nvGrpSpPr>
        <p:grpSpPr>
          <a:xfrm>
            <a:off x="3929748" y="1764141"/>
            <a:ext cx="460583" cy="192406"/>
            <a:chOff x="5239113" y="1764136"/>
            <a:chExt cx="614045" cy="192405"/>
          </a:xfrm>
        </p:grpSpPr>
        <p:pic>
          <p:nvPicPr>
            <p:cNvPr id="68" name="object 28">
              <a:extLst>
                <a:ext uri="{FF2B5EF4-FFF2-40B4-BE49-F238E27FC236}">
                  <a16:creationId xmlns:a16="http://schemas.microsoft.com/office/drawing/2014/main" id="{E7C560C9-B0C6-6EC2-CE72-9C6797BCF902}"/>
                </a:ext>
              </a:extLst>
            </p:cNvPr>
            <p:cNvPicPr/>
            <p:nvPr/>
          </p:nvPicPr>
          <p:blipFill>
            <a:blip r:embed="rId9" cstate="print"/>
            <a:stretch>
              <a:fillRect/>
            </a:stretch>
          </p:blipFill>
          <p:spPr>
            <a:xfrm>
              <a:off x="5539051" y="1764140"/>
              <a:ext cx="313532" cy="192119"/>
            </a:xfrm>
            <a:prstGeom prst="rect">
              <a:avLst/>
            </a:prstGeom>
          </p:spPr>
        </p:pic>
        <p:pic>
          <p:nvPicPr>
            <p:cNvPr id="69" name="object 29">
              <a:extLst>
                <a:ext uri="{FF2B5EF4-FFF2-40B4-BE49-F238E27FC236}">
                  <a16:creationId xmlns:a16="http://schemas.microsoft.com/office/drawing/2014/main" id="{9029A703-E2AB-934B-92AE-034FC0D59977}"/>
                </a:ext>
              </a:extLst>
            </p:cNvPr>
            <p:cNvPicPr/>
            <p:nvPr/>
          </p:nvPicPr>
          <p:blipFill>
            <a:blip r:embed="rId10" cstate="print"/>
            <a:stretch>
              <a:fillRect/>
            </a:stretch>
          </p:blipFill>
          <p:spPr>
            <a:xfrm>
              <a:off x="5239113" y="1764136"/>
              <a:ext cx="267220" cy="192130"/>
            </a:xfrm>
            <a:prstGeom prst="rect">
              <a:avLst/>
            </a:prstGeom>
          </p:spPr>
        </p:pic>
      </p:grpSp>
      <p:sp>
        <p:nvSpPr>
          <p:cNvPr id="70" name="object 30">
            <a:extLst>
              <a:ext uri="{FF2B5EF4-FFF2-40B4-BE49-F238E27FC236}">
                <a16:creationId xmlns:a16="http://schemas.microsoft.com/office/drawing/2014/main" id="{20D0D220-6CE9-3869-58BD-2464DE191B27}"/>
              </a:ext>
            </a:extLst>
          </p:cNvPr>
          <p:cNvSpPr/>
          <p:nvPr userDrawn="1"/>
        </p:nvSpPr>
        <p:spPr>
          <a:xfrm>
            <a:off x="2189302" y="1766947"/>
            <a:ext cx="94784" cy="186690"/>
          </a:xfrm>
          <a:custGeom>
            <a:avLst/>
            <a:gdLst/>
            <a:ahLst/>
            <a:cxnLst/>
            <a:rect l="l" t="t" r="r" b="b"/>
            <a:pathLst>
              <a:path w="126364" h="186689">
                <a:moveTo>
                  <a:pt x="126085" y="0"/>
                </a:moveTo>
                <a:lnTo>
                  <a:pt x="0" y="0"/>
                </a:lnTo>
                <a:lnTo>
                  <a:pt x="0" y="24130"/>
                </a:lnTo>
                <a:lnTo>
                  <a:pt x="47129" y="24130"/>
                </a:lnTo>
                <a:lnTo>
                  <a:pt x="47129" y="186690"/>
                </a:lnTo>
                <a:lnTo>
                  <a:pt x="78981" y="186690"/>
                </a:lnTo>
                <a:lnTo>
                  <a:pt x="78981" y="24130"/>
                </a:lnTo>
                <a:lnTo>
                  <a:pt x="126085" y="24130"/>
                </a:lnTo>
                <a:lnTo>
                  <a:pt x="126085" y="0"/>
                </a:lnTo>
                <a:close/>
              </a:path>
            </a:pathLst>
          </a:custGeom>
          <a:solidFill>
            <a:srgbClr val="E31837"/>
          </a:solidFill>
        </p:spPr>
        <p:txBody>
          <a:bodyPr wrap="square" lIns="0" tIns="0" rIns="0" bIns="0" rtlCol="0"/>
          <a:lstStyle/>
          <a:p>
            <a:endParaRPr sz="760"/>
          </a:p>
        </p:txBody>
      </p:sp>
      <p:sp>
        <p:nvSpPr>
          <p:cNvPr id="71" name="object 31">
            <a:extLst>
              <a:ext uri="{FF2B5EF4-FFF2-40B4-BE49-F238E27FC236}">
                <a16:creationId xmlns:a16="http://schemas.microsoft.com/office/drawing/2014/main" id="{8A6DB6F5-D1E6-06DA-DE02-98098B6B1595}"/>
              </a:ext>
            </a:extLst>
          </p:cNvPr>
          <p:cNvSpPr/>
          <p:nvPr userDrawn="1"/>
        </p:nvSpPr>
        <p:spPr>
          <a:xfrm>
            <a:off x="2304551" y="1766947"/>
            <a:ext cx="139556" cy="186690"/>
          </a:xfrm>
          <a:custGeom>
            <a:avLst/>
            <a:gdLst/>
            <a:ahLst/>
            <a:cxnLst/>
            <a:rect l="l" t="t" r="r" b="b"/>
            <a:pathLst>
              <a:path w="186054" h="186689">
                <a:moveTo>
                  <a:pt x="31851" y="152"/>
                </a:moveTo>
                <a:lnTo>
                  <a:pt x="0" y="152"/>
                </a:lnTo>
                <a:lnTo>
                  <a:pt x="0" y="186334"/>
                </a:lnTo>
                <a:lnTo>
                  <a:pt x="31851" y="186334"/>
                </a:lnTo>
                <a:lnTo>
                  <a:pt x="31851" y="152"/>
                </a:lnTo>
                <a:close/>
              </a:path>
              <a:path w="186054" h="186689">
                <a:moveTo>
                  <a:pt x="185496" y="0"/>
                </a:moveTo>
                <a:lnTo>
                  <a:pt x="59410" y="0"/>
                </a:lnTo>
                <a:lnTo>
                  <a:pt x="59410" y="24130"/>
                </a:lnTo>
                <a:lnTo>
                  <a:pt x="106502" y="24130"/>
                </a:lnTo>
                <a:lnTo>
                  <a:pt x="106502" y="186690"/>
                </a:lnTo>
                <a:lnTo>
                  <a:pt x="138353" y="186690"/>
                </a:lnTo>
                <a:lnTo>
                  <a:pt x="138353" y="24130"/>
                </a:lnTo>
                <a:lnTo>
                  <a:pt x="185496" y="24130"/>
                </a:lnTo>
                <a:lnTo>
                  <a:pt x="185496" y="0"/>
                </a:lnTo>
                <a:close/>
              </a:path>
            </a:pathLst>
          </a:custGeom>
          <a:solidFill>
            <a:srgbClr val="E31837"/>
          </a:solidFill>
        </p:spPr>
        <p:txBody>
          <a:bodyPr wrap="square" lIns="0" tIns="0" rIns="0" bIns="0" rtlCol="0"/>
          <a:lstStyle/>
          <a:p>
            <a:endParaRPr sz="760"/>
          </a:p>
        </p:txBody>
      </p:sp>
      <p:sp>
        <p:nvSpPr>
          <p:cNvPr id="72" name="object 32">
            <a:extLst>
              <a:ext uri="{FF2B5EF4-FFF2-40B4-BE49-F238E27FC236}">
                <a16:creationId xmlns:a16="http://schemas.microsoft.com/office/drawing/2014/main" id="{4EDB0613-2892-FEF2-9DF4-21EB6135F909}"/>
              </a:ext>
            </a:extLst>
          </p:cNvPr>
          <p:cNvSpPr/>
          <p:nvPr userDrawn="1"/>
        </p:nvSpPr>
        <p:spPr>
          <a:xfrm>
            <a:off x="2696675" y="1767229"/>
            <a:ext cx="84305" cy="186690"/>
          </a:xfrm>
          <a:custGeom>
            <a:avLst/>
            <a:gdLst/>
            <a:ahLst/>
            <a:cxnLst/>
            <a:rect l="l" t="t" r="r" b="b"/>
            <a:pathLst>
              <a:path w="112395" h="186689">
                <a:moveTo>
                  <a:pt x="111975" y="162560"/>
                </a:moveTo>
                <a:lnTo>
                  <a:pt x="31851" y="162560"/>
                </a:lnTo>
                <a:lnTo>
                  <a:pt x="31851" y="101600"/>
                </a:lnTo>
                <a:lnTo>
                  <a:pt x="105714" y="101600"/>
                </a:lnTo>
                <a:lnTo>
                  <a:pt x="105714" y="77470"/>
                </a:lnTo>
                <a:lnTo>
                  <a:pt x="31851" y="77470"/>
                </a:lnTo>
                <a:lnTo>
                  <a:pt x="31851" y="24130"/>
                </a:lnTo>
                <a:lnTo>
                  <a:pt x="109778" y="24130"/>
                </a:lnTo>
                <a:lnTo>
                  <a:pt x="109778" y="0"/>
                </a:lnTo>
                <a:lnTo>
                  <a:pt x="0" y="0"/>
                </a:lnTo>
                <a:lnTo>
                  <a:pt x="0" y="24130"/>
                </a:lnTo>
                <a:lnTo>
                  <a:pt x="0" y="77470"/>
                </a:lnTo>
                <a:lnTo>
                  <a:pt x="0" y="101600"/>
                </a:lnTo>
                <a:lnTo>
                  <a:pt x="0" y="162560"/>
                </a:lnTo>
                <a:lnTo>
                  <a:pt x="0" y="186690"/>
                </a:lnTo>
                <a:lnTo>
                  <a:pt x="111975" y="186690"/>
                </a:lnTo>
                <a:lnTo>
                  <a:pt x="111975" y="162560"/>
                </a:lnTo>
                <a:close/>
              </a:path>
            </a:pathLst>
          </a:custGeom>
          <a:solidFill>
            <a:srgbClr val="E31837"/>
          </a:solidFill>
        </p:spPr>
        <p:txBody>
          <a:bodyPr wrap="square" lIns="0" tIns="0" rIns="0" bIns="0" rtlCol="0"/>
          <a:lstStyle/>
          <a:p>
            <a:endParaRPr sz="760"/>
          </a:p>
        </p:txBody>
      </p:sp>
      <p:sp>
        <p:nvSpPr>
          <p:cNvPr id="73" name="object 33">
            <a:extLst>
              <a:ext uri="{FF2B5EF4-FFF2-40B4-BE49-F238E27FC236}">
                <a16:creationId xmlns:a16="http://schemas.microsoft.com/office/drawing/2014/main" id="{5FFA2732-4A5E-87EF-C732-1FC0C7640683}"/>
              </a:ext>
            </a:extLst>
          </p:cNvPr>
          <p:cNvSpPr/>
          <p:nvPr userDrawn="1"/>
        </p:nvSpPr>
        <p:spPr>
          <a:xfrm>
            <a:off x="2084059" y="1764141"/>
            <a:ext cx="93830" cy="192406"/>
          </a:xfrm>
          <a:custGeom>
            <a:avLst/>
            <a:gdLst/>
            <a:ahLst/>
            <a:cxnLst/>
            <a:rect l="l" t="t" r="r" b="b"/>
            <a:pathLst>
              <a:path w="125094" h="192405">
                <a:moveTo>
                  <a:pt x="64573" y="0"/>
                </a:moveTo>
                <a:lnTo>
                  <a:pt x="39526" y="2835"/>
                </a:lnTo>
                <a:lnTo>
                  <a:pt x="18991" y="11562"/>
                </a:lnTo>
                <a:lnTo>
                  <a:pt x="5103" y="26513"/>
                </a:lnTo>
                <a:lnTo>
                  <a:pt x="0" y="48019"/>
                </a:lnTo>
                <a:lnTo>
                  <a:pt x="14008" y="79610"/>
                </a:lnTo>
                <a:lnTo>
                  <a:pt x="44825" y="100574"/>
                </a:lnTo>
                <a:lnTo>
                  <a:pt x="75643" y="119214"/>
                </a:lnTo>
                <a:lnTo>
                  <a:pt x="89651" y="143838"/>
                </a:lnTo>
                <a:lnTo>
                  <a:pt x="88023" y="153018"/>
                </a:lnTo>
                <a:lnTo>
                  <a:pt x="82559" y="161360"/>
                </a:lnTo>
                <a:lnTo>
                  <a:pt x="72392" y="167423"/>
                </a:lnTo>
                <a:lnTo>
                  <a:pt x="56657" y="169764"/>
                </a:lnTo>
                <a:lnTo>
                  <a:pt x="39914" y="167888"/>
                </a:lnTo>
                <a:lnTo>
                  <a:pt x="25394" y="163255"/>
                </a:lnTo>
                <a:lnTo>
                  <a:pt x="13234" y="157355"/>
                </a:lnTo>
                <a:lnTo>
                  <a:pt x="3570" y="151681"/>
                </a:lnTo>
                <a:lnTo>
                  <a:pt x="3570" y="184287"/>
                </a:lnTo>
                <a:lnTo>
                  <a:pt x="10677" y="186087"/>
                </a:lnTo>
                <a:lnTo>
                  <a:pt x="22598" y="188719"/>
                </a:lnTo>
                <a:lnTo>
                  <a:pt x="38002" y="191096"/>
                </a:lnTo>
                <a:lnTo>
                  <a:pt x="55558" y="192130"/>
                </a:lnTo>
                <a:lnTo>
                  <a:pt x="83612" y="188765"/>
                </a:lnTo>
                <a:lnTo>
                  <a:pt x="105485" y="178747"/>
                </a:lnTo>
                <a:lnTo>
                  <a:pt x="119694" y="162193"/>
                </a:lnTo>
                <a:lnTo>
                  <a:pt x="124760" y="139220"/>
                </a:lnTo>
                <a:lnTo>
                  <a:pt x="110752" y="105495"/>
                </a:lnTo>
                <a:lnTo>
                  <a:pt x="79934" y="83553"/>
                </a:lnTo>
                <a:lnTo>
                  <a:pt x="49116" y="65964"/>
                </a:lnTo>
                <a:lnTo>
                  <a:pt x="35108" y="45297"/>
                </a:lnTo>
                <a:lnTo>
                  <a:pt x="37314" y="34997"/>
                </a:lnTo>
                <a:lnTo>
                  <a:pt x="43354" y="27857"/>
                </a:lnTo>
                <a:lnTo>
                  <a:pt x="52363" y="23701"/>
                </a:lnTo>
                <a:lnTo>
                  <a:pt x="63474" y="22355"/>
                </a:lnTo>
                <a:lnTo>
                  <a:pt x="77123" y="23528"/>
                </a:lnTo>
                <a:lnTo>
                  <a:pt x="89489" y="26474"/>
                </a:lnTo>
                <a:lnTo>
                  <a:pt x="100621" y="30328"/>
                </a:lnTo>
                <a:lnTo>
                  <a:pt x="110572" y="34229"/>
                </a:lnTo>
                <a:lnTo>
                  <a:pt x="110572" y="5120"/>
                </a:lnTo>
                <a:lnTo>
                  <a:pt x="103475" y="3750"/>
                </a:lnTo>
                <a:lnTo>
                  <a:pt x="92893" y="2053"/>
                </a:lnTo>
                <a:lnTo>
                  <a:pt x="79652" y="610"/>
                </a:lnTo>
                <a:lnTo>
                  <a:pt x="64573" y="0"/>
                </a:lnTo>
                <a:close/>
              </a:path>
            </a:pathLst>
          </a:custGeom>
          <a:solidFill>
            <a:srgbClr val="E31837"/>
          </a:solidFill>
        </p:spPr>
        <p:txBody>
          <a:bodyPr wrap="square" lIns="0" tIns="0" rIns="0" bIns="0" rtlCol="0"/>
          <a:lstStyle/>
          <a:p>
            <a:endParaRPr sz="760"/>
          </a:p>
        </p:txBody>
      </p:sp>
      <p:pic>
        <p:nvPicPr>
          <p:cNvPr id="74" name="object 34">
            <a:extLst>
              <a:ext uri="{FF2B5EF4-FFF2-40B4-BE49-F238E27FC236}">
                <a16:creationId xmlns:a16="http://schemas.microsoft.com/office/drawing/2014/main" id="{30C9B50C-6E4B-6325-502E-60890340772E}"/>
              </a:ext>
            </a:extLst>
          </p:cNvPr>
          <p:cNvPicPr/>
          <p:nvPr userDrawn="1"/>
        </p:nvPicPr>
        <p:blipFill>
          <a:blip r:embed="rId11" cstate="print"/>
          <a:stretch>
            <a:fillRect/>
          </a:stretch>
        </p:blipFill>
        <p:spPr>
          <a:xfrm>
            <a:off x="2463331" y="1767095"/>
            <a:ext cx="97861" cy="189177"/>
          </a:xfrm>
          <a:prstGeom prst="rect">
            <a:avLst/>
          </a:prstGeom>
        </p:spPr>
      </p:pic>
      <p:grpSp>
        <p:nvGrpSpPr>
          <p:cNvPr id="75" name="object 35">
            <a:extLst>
              <a:ext uri="{FF2B5EF4-FFF2-40B4-BE49-F238E27FC236}">
                <a16:creationId xmlns:a16="http://schemas.microsoft.com/office/drawing/2014/main" id="{84CA7AF7-2CDE-F2B1-33B2-FF11F330BAA0}"/>
              </a:ext>
            </a:extLst>
          </p:cNvPr>
          <p:cNvGrpSpPr/>
          <p:nvPr userDrawn="1"/>
        </p:nvGrpSpPr>
        <p:grpSpPr>
          <a:xfrm>
            <a:off x="2865479" y="1764141"/>
            <a:ext cx="224338" cy="192406"/>
            <a:chOff x="3820237" y="1764136"/>
            <a:chExt cx="299085" cy="192405"/>
          </a:xfrm>
        </p:grpSpPr>
        <p:sp>
          <p:nvSpPr>
            <p:cNvPr id="76" name="object 36">
              <a:extLst>
                <a:ext uri="{FF2B5EF4-FFF2-40B4-BE49-F238E27FC236}">
                  <a16:creationId xmlns:a16="http://schemas.microsoft.com/office/drawing/2014/main" id="{FB641E01-385A-D168-2B34-70A87752E21C}"/>
                </a:ext>
              </a:extLst>
            </p:cNvPr>
            <p:cNvSpPr/>
            <p:nvPr/>
          </p:nvSpPr>
          <p:spPr>
            <a:xfrm>
              <a:off x="4012844" y="1766588"/>
              <a:ext cx="106680" cy="186690"/>
            </a:xfrm>
            <a:custGeom>
              <a:avLst/>
              <a:gdLst/>
              <a:ahLst/>
              <a:cxnLst/>
              <a:rect l="l" t="t" r="r" b="b"/>
              <a:pathLst>
                <a:path w="106679" h="186689">
                  <a:moveTo>
                    <a:pt x="106222" y="0"/>
                  </a:moveTo>
                  <a:lnTo>
                    <a:pt x="0" y="0"/>
                  </a:lnTo>
                  <a:lnTo>
                    <a:pt x="0" y="24130"/>
                  </a:lnTo>
                  <a:lnTo>
                    <a:pt x="0" y="78740"/>
                  </a:lnTo>
                  <a:lnTo>
                    <a:pt x="0" y="101600"/>
                  </a:lnTo>
                  <a:lnTo>
                    <a:pt x="0" y="186690"/>
                  </a:lnTo>
                  <a:lnTo>
                    <a:pt x="31864" y="186690"/>
                  </a:lnTo>
                  <a:lnTo>
                    <a:pt x="31864" y="101600"/>
                  </a:lnTo>
                  <a:lnTo>
                    <a:pt x="102108" y="101600"/>
                  </a:lnTo>
                  <a:lnTo>
                    <a:pt x="102108" y="78740"/>
                  </a:lnTo>
                  <a:lnTo>
                    <a:pt x="31864" y="78740"/>
                  </a:lnTo>
                  <a:lnTo>
                    <a:pt x="31864" y="24130"/>
                  </a:lnTo>
                  <a:lnTo>
                    <a:pt x="106222" y="24130"/>
                  </a:lnTo>
                  <a:lnTo>
                    <a:pt x="106222" y="0"/>
                  </a:lnTo>
                  <a:close/>
                </a:path>
              </a:pathLst>
            </a:custGeom>
            <a:solidFill>
              <a:srgbClr val="E31837"/>
            </a:solidFill>
          </p:spPr>
          <p:txBody>
            <a:bodyPr wrap="square" lIns="0" tIns="0" rIns="0" bIns="0" rtlCol="0"/>
            <a:lstStyle/>
            <a:p>
              <a:endParaRPr sz="760"/>
            </a:p>
          </p:txBody>
        </p:sp>
        <p:pic>
          <p:nvPicPr>
            <p:cNvPr id="77" name="object 37">
              <a:extLst>
                <a:ext uri="{FF2B5EF4-FFF2-40B4-BE49-F238E27FC236}">
                  <a16:creationId xmlns:a16="http://schemas.microsoft.com/office/drawing/2014/main" id="{484C0C5B-7C66-9146-95E0-F6BCA2CE2850}"/>
                </a:ext>
              </a:extLst>
            </p:cNvPr>
            <p:cNvPicPr/>
            <p:nvPr/>
          </p:nvPicPr>
          <p:blipFill>
            <a:blip r:embed="rId12" cstate="print"/>
            <a:stretch>
              <a:fillRect/>
            </a:stretch>
          </p:blipFill>
          <p:spPr>
            <a:xfrm>
              <a:off x="3820237" y="1764136"/>
              <a:ext cx="151984" cy="192130"/>
            </a:xfrm>
            <a:prstGeom prst="rect">
              <a:avLst/>
            </a:prstGeom>
          </p:spPr>
        </p:pic>
      </p:grpSp>
      <p:sp>
        <p:nvSpPr>
          <p:cNvPr id="78" name="object 38">
            <a:extLst>
              <a:ext uri="{FF2B5EF4-FFF2-40B4-BE49-F238E27FC236}">
                <a16:creationId xmlns:a16="http://schemas.microsoft.com/office/drawing/2014/main" id="{0DE16108-5DA0-3719-3628-972B73419848}"/>
              </a:ext>
            </a:extLst>
          </p:cNvPr>
          <p:cNvSpPr/>
          <p:nvPr userDrawn="1"/>
        </p:nvSpPr>
        <p:spPr>
          <a:xfrm>
            <a:off x="1890140" y="1630919"/>
            <a:ext cx="2500099" cy="25401"/>
          </a:xfrm>
          <a:custGeom>
            <a:avLst/>
            <a:gdLst/>
            <a:ahLst/>
            <a:cxnLst/>
            <a:rect l="l" t="t" r="r" b="b"/>
            <a:pathLst>
              <a:path w="3333115" h="25400">
                <a:moveTo>
                  <a:pt x="3332652" y="0"/>
                </a:moveTo>
                <a:lnTo>
                  <a:pt x="0" y="0"/>
                </a:lnTo>
                <a:lnTo>
                  <a:pt x="0" y="25276"/>
                </a:lnTo>
                <a:lnTo>
                  <a:pt x="3332652" y="25276"/>
                </a:lnTo>
                <a:lnTo>
                  <a:pt x="3332652" y="0"/>
                </a:lnTo>
                <a:close/>
              </a:path>
            </a:pathLst>
          </a:custGeom>
          <a:solidFill>
            <a:srgbClr val="E31837"/>
          </a:solidFill>
        </p:spPr>
        <p:txBody>
          <a:bodyPr wrap="square" lIns="0" tIns="0" rIns="0" bIns="0" rtlCol="0"/>
          <a:lstStyle/>
          <a:p>
            <a:endParaRPr sz="760"/>
          </a:p>
        </p:txBody>
      </p:sp>
      <p:pic>
        <p:nvPicPr>
          <p:cNvPr id="79" name="object 39">
            <a:extLst>
              <a:ext uri="{FF2B5EF4-FFF2-40B4-BE49-F238E27FC236}">
                <a16:creationId xmlns:a16="http://schemas.microsoft.com/office/drawing/2014/main" id="{034050E7-D26A-0571-4A3D-7881D49D8DE3}"/>
              </a:ext>
            </a:extLst>
          </p:cNvPr>
          <p:cNvPicPr/>
          <p:nvPr userDrawn="1"/>
        </p:nvPicPr>
        <p:blipFill>
          <a:blip r:embed="rId13" cstate="print"/>
          <a:stretch>
            <a:fillRect/>
          </a:stretch>
        </p:blipFill>
        <p:spPr>
          <a:xfrm>
            <a:off x="655317" y="691086"/>
            <a:ext cx="1107821" cy="1713221"/>
          </a:xfrm>
          <a:prstGeom prst="rect">
            <a:avLst/>
          </a:prstGeom>
        </p:spPr>
      </p:pic>
      <p:sp>
        <p:nvSpPr>
          <p:cNvPr id="86" name="object 24">
            <a:extLst>
              <a:ext uri="{FF2B5EF4-FFF2-40B4-BE49-F238E27FC236}">
                <a16:creationId xmlns:a16="http://schemas.microsoft.com/office/drawing/2014/main" id="{8FC14503-0F48-1333-657E-BB027689E9BE}"/>
              </a:ext>
            </a:extLst>
          </p:cNvPr>
          <p:cNvSpPr txBox="1"/>
          <p:nvPr userDrawn="1"/>
        </p:nvSpPr>
        <p:spPr>
          <a:xfrm>
            <a:off x="10927522" y="10748615"/>
            <a:ext cx="2122825" cy="92004"/>
          </a:xfrm>
          <a:prstGeom prst="rect">
            <a:avLst/>
          </a:prstGeom>
        </p:spPr>
        <p:txBody>
          <a:bodyPr vert="horz" wrap="none" lIns="0" tIns="1071" rIns="0" bIns="0" rtlCol="0">
            <a:spAutoFit/>
          </a:bodyPr>
          <a:lstStyle/>
          <a:p>
            <a:pPr marL="5359">
              <a:lnSpc>
                <a:spcPct val="100000"/>
              </a:lnSpc>
              <a:spcBef>
                <a:spcPts val="114"/>
              </a:spcBef>
            </a:pPr>
            <a:r>
              <a:rPr sz="591" spc="27"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a:t>
            </a:r>
            <a:r>
              <a:rPr sz="591" spc="44"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591" spc="2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2023</a:t>
            </a:r>
            <a:r>
              <a:rPr sz="591" spc="46"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59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Melbourne</a:t>
            </a:r>
            <a:r>
              <a:rPr sz="591" spc="44"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59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Institute</a:t>
            </a:r>
            <a:r>
              <a:rPr sz="591" spc="46"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59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of</a:t>
            </a:r>
            <a:r>
              <a:rPr sz="591" spc="3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59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Technology.</a:t>
            </a:r>
            <a:r>
              <a:rPr sz="591" spc="46"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59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All</a:t>
            </a:r>
            <a:r>
              <a:rPr sz="591" spc="46"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59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rights</a:t>
            </a:r>
            <a:r>
              <a:rPr sz="591" spc="44"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591" spc="-5"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reserved</a:t>
            </a:r>
            <a:endParaRPr sz="59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2" name="object 24">
            <a:extLst>
              <a:ext uri="{FF2B5EF4-FFF2-40B4-BE49-F238E27FC236}">
                <a16:creationId xmlns:a16="http://schemas.microsoft.com/office/drawing/2014/main" id="{01261B00-9258-02F9-0BB8-531EF4DCF3EE}"/>
              </a:ext>
            </a:extLst>
          </p:cNvPr>
          <p:cNvSpPr txBox="1"/>
          <p:nvPr userDrawn="1"/>
        </p:nvSpPr>
        <p:spPr>
          <a:xfrm>
            <a:off x="661751" y="10533169"/>
            <a:ext cx="2948775" cy="92364"/>
          </a:xfrm>
          <a:prstGeom prst="rect">
            <a:avLst/>
          </a:prstGeom>
        </p:spPr>
        <p:txBody>
          <a:bodyPr vert="horz" wrap="square" lIns="0" tIns="1071" rIns="0" bIns="0" rtlCol="0">
            <a:spAutoFit/>
          </a:bodyPr>
          <a:lstStyle/>
          <a:p>
            <a:pPr marR="2679" algn="l">
              <a:lnSpc>
                <a:spcPct val="100000"/>
              </a:lnSpc>
              <a:spcBef>
                <a:spcPts val="9"/>
              </a:spcBef>
            </a:pPr>
            <a:r>
              <a:rPr lang="pt-BR" sz="591" spc="-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CRICOS Provider Code 01545C and 03245K NSW TEQSA Provider Code 12138</a:t>
            </a:r>
          </a:p>
        </p:txBody>
      </p:sp>
      <p:sp>
        <p:nvSpPr>
          <p:cNvPr id="3" name="Text Placeholder 57">
            <a:extLst>
              <a:ext uri="{FF2B5EF4-FFF2-40B4-BE49-F238E27FC236}">
                <a16:creationId xmlns:a16="http://schemas.microsoft.com/office/drawing/2014/main" id="{899CD98D-3810-4B92-7862-E9C00BCB9562}"/>
              </a:ext>
            </a:extLst>
          </p:cNvPr>
          <p:cNvSpPr>
            <a:spLocks noGrp="1"/>
          </p:cNvSpPr>
          <p:nvPr>
            <p:ph type="body" sz="quarter" idx="10" hasCustomPrompt="1"/>
          </p:nvPr>
        </p:nvSpPr>
        <p:spPr>
          <a:xfrm>
            <a:off x="685664" y="5037869"/>
            <a:ext cx="7449646" cy="428451"/>
          </a:xfrm>
          <a:prstGeom prst="rect">
            <a:avLst/>
          </a:prstGeom>
        </p:spPr>
        <p:txBody>
          <a:bodyPr wrap="square" lIns="0" tIns="0" rIns="0" bIns="0">
            <a:spAutoFit/>
          </a:bodyPr>
          <a:lstStyle>
            <a:lvl1pPr>
              <a:defRPr sz="2784" b="0">
                <a:solidFill>
                  <a:srgbClr val="414042"/>
                </a:solidFill>
                <a:latin typeface="Roboto Light" panose="02000000000000000000" pitchFamily="2" charset="0"/>
                <a:ea typeface="Roboto Light" panose="02000000000000000000" pitchFamily="2" charset="0"/>
                <a:cs typeface="Roboto Light"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Sub heading</a:t>
            </a:r>
          </a:p>
        </p:txBody>
      </p:sp>
      <p:sp>
        <p:nvSpPr>
          <p:cNvPr id="4" name="Text Placeholder 57">
            <a:extLst>
              <a:ext uri="{FF2B5EF4-FFF2-40B4-BE49-F238E27FC236}">
                <a16:creationId xmlns:a16="http://schemas.microsoft.com/office/drawing/2014/main" id="{FE4E8B62-04EB-B1AF-C535-D34057C00B9F}"/>
              </a:ext>
            </a:extLst>
          </p:cNvPr>
          <p:cNvSpPr>
            <a:spLocks noGrp="1"/>
          </p:cNvSpPr>
          <p:nvPr>
            <p:ph type="body" sz="quarter" idx="11" hasCustomPrompt="1"/>
          </p:nvPr>
        </p:nvSpPr>
        <p:spPr>
          <a:xfrm>
            <a:off x="685664" y="6416681"/>
            <a:ext cx="7449646" cy="1493422"/>
          </a:xfrm>
          <a:prstGeom prst="rect">
            <a:avLst/>
          </a:prstGeom>
        </p:spPr>
        <p:txBody>
          <a:bodyPr wrap="square" lIns="0" tIns="0" rIns="0" bIns="0">
            <a:spAutoFit/>
          </a:bodyPr>
          <a:lstStyle>
            <a:lvl1pPr>
              <a:lnSpc>
                <a:spcPct val="90000"/>
              </a:lnSpc>
              <a:defRPr sz="4852" b="1">
                <a:solidFill>
                  <a:srgbClr val="E31837"/>
                </a:solidFill>
                <a:latin typeface="Playfair Display"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Main title can</a:t>
            </a:r>
          </a:p>
          <a:p>
            <a:pPr lvl="0"/>
            <a:r>
              <a:rPr lang="en-US" dirty="0"/>
              <a:t>go in here</a:t>
            </a:r>
          </a:p>
        </p:txBody>
      </p:sp>
    </p:spTree>
    <p:extLst>
      <p:ext uri="{BB962C8B-B14F-4D97-AF65-F5344CB8AC3E}">
        <p14:creationId xmlns:p14="http://schemas.microsoft.com/office/powerpoint/2010/main" val="426674622"/>
      </p:ext>
    </p:extLst>
  </p:cSld>
  <p:clrMapOvr>
    <a:masterClrMapping/>
  </p:clrMapOvr>
  <p:extLst>
    <p:ext uri="{DCECCB84-F9BA-43D5-87BE-67443E8EF086}">
      <p15:sldGuideLst xmlns:p15="http://schemas.microsoft.com/office/powerpoint/2012/main">
        <p15:guide id="1" orient="horz" pos="2672" userDrawn="1">
          <p15:clr>
            <a:srgbClr val="FBAE40"/>
          </p15:clr>
        </p15:guide>
        <p15:guide id="2" pos="4750"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oleObject" Target="../embeddings/oleObject1.bin"/><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3.png"/><Relationship Id="rId47" Type="http://schemas.openxmlformats.org/officeDocument/2006/relationships/image" Target="../media/image8.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40" Type="http://schemas.openxmlformats.org/officeDocument/2006/relationships/image" Target="../media/image1.emf"/><Relationship Id="rId45" Type="http://schemas.openxmlformats.org/officeDocument/2006/relationships/image" Target="../media/image6.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4.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2.xml"/><Relationship Id="rId46" Type="http://schemas.openxmlformats.org/officeDocument/2006/relationships/image" Target="../media/image7.png"/><Relationship Id="rId20" Type="http://schemas.openxmlformats.org/officeDocument/2006/relationships/slideLayout" Target="../slideLayouts/slideLayout20.xml"/><Relationship Id="rId41"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2.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A349ABF2-4353-2C37-DB82-F8368ED26E27}"/>
              </a:ext>
            </a:extLst>
          </p:cNvPr>
          <p:cNvGraphicFramePr>
            <a:graphicFrameLocks noChangeAspect="1"/>
          </p:cNvGraphicFramePr>
          <p:nvPr userDrawn="1">
            <p:custDataLst>
              <p:tags r:id="rId38"/>
            </p:custDataLst>
            <p:extLst>
              <p:ext uri="{D42A27DB-BD31-4B8C-83A1-F6EECF244321}">
                <p14:modId xmlns:p14="http://schemas.microsoft.com/office/powerpoint/2010/main" val="888056666"/>
              </p:ext>
            </p:extLst>
          </p:nvPr>
        </p:nvGraphicFramePr>
        <p:xfrm>
          <a:off x="1191" y="1588"/>
          <a:ext cx="1191" cy="1588"/>
        </p:xfrm>
        <a:graphic>
          <a:graphicData uri="http://schemas.openxmlformats.org/presentationml/2006/ole">
            <mc:AlternateContent xmlns:mc="http://schemas.openxmlformats.org/markup-compatibility/2006">
              <mc:Choice xmlns:v="urn:schemas-microsoft-com:vml" Requires="v">
                <p:oleObj name="think-cell Slide" r:id="rId39" imgW="347" imgH="348" progId="TCLayout.ActiveDocument.1">
                  <p:embed/>
                </p:oleObj>
              </mc:Choice>
              <mc:Fallback>
                <p:oleObj name="think-cell Slide" r:id="rId39" imgW="347" imgH="348" progId="TCLayout.ActiveDocument.1">
                  <p:embed/>
                  <p:pic>
                    <p:nvPicPr>
                      <p:cNvPr id="9" name="Object 8" hidden="1">
                        <a:extLst>
                          <a:ext uri="{FF2B5EF4-FFF2-40B4-BE49-F238E27FC236}">
                            <a16:creationId xmlns:a16="http://schemas.microsoft.com/office/drawing/2014/main" id="{A349ABF2-4353-2C37-DB82-F8368ED26E27}"/>
                          </a:ext>
                        </a:extLst>
                      </p:cNvPr>
                      <p:cNvPicPr/>
                      <p:nvPr/>
                    </p:nvPicPr>
                    <p:blipFill>
                      <a:blip r:embed="rId40"/>
                      <a:stretch>
                        <a:fillRect/>
                      </a:stretch>
                    </p:blipFill>
                    <p:spPr>
                      <a:xfrm>
                        <a:off x="1191" y="1588"/>
                        <a:ext cx="1191" cy="1588"/>
                      </a:xfrm>
                      <a:prstGeom prst="rect">
                        <a:avLst/>
                      </a:prstGeom>
                    </p:spPr>
                  </p:pic>
                </p:oleObj>
              </mc:Fallback>
            </mc:AlternateContent>
          </a:graphicData>
        </a:graphic>
      </p:graphicFrame>
      <p:grpSp>
        <p:nvGrpSpPr>
          <p:cNvPr id="7" name="object 4">
            <a:extLst>
              <a:ext uri="{FF2B5EF4-FFF2-40B4-BE49-F238E27FC236}">
                <a16:creationId xmlns:a16="http://schemas.microsoft.com/office/drawing/2014/main" id="{3224D1DB-24A6-A18C-112B-13132D1AE67A}"/>
              </a:ext>
            </a:extLst>
          </p:cNvPr>
          <p:cNvGrpSpPr/>
          <p:nvPr userDrawn="1"/>
        </p:nvGrpSpPr>
        <p:grpSpPr>
          <a:xfrm>
            <a:off x="1132310" y="886214"/>
            <a:ext cx="941645" cy="330200"/>
            <a:chOff x="1509587" y="886214"/>
            <a:chExt cx="1255395" cy="330200"/>
          </a:xfrm>
        </p:grpSpPr>
        <p:pic>
          <p:nvPicPr>
            <p:cNvPr id="8" name="object 5">
              <a:extLst>
                <a:ext uri="{FF2B5EF4-FFF2-40B4-BE49-F238E27FC236}">
                  <a16:creationId xmlns:a16="http://schemas.microsoft.com/office/drawing/2014/main" id="{7F6D8149-C33F-7118-A9B2-035B049EF516}"/>
                </a:ext>
              </a:extLst>
            </p:cNvPr>
            <p:cNvPicPr/>
            <p:nvPr/>
          </p:nvPicPr>
          <p:blipFill>
            <a:blip r:embed="rId41" cstate="print"/>
            <a:stretch>
              <a:fillRect/>
            </a:stretch>
          </p:blipFill>
          <p:spPr>
            <a:xfrm>
              <a:off x="1950343" y="886214"/>
              <a:ext cx="253211" cy="167377"/>
            </a:xfrm>
            <a:prstGeom prst="rect">
              <a:avLst/>
            </a:prstGeom>
          </p:spPr>
        </p:pic>
        <p:sp>
          <p:nvSpPr>
            <p:cNvPr id="10" name="object 6">
              <a:extLst>
                <a:ext uri="{FF2B5EF4-FFF2-40B4-BE49-F238E27FC236}">
                  <a16:creationId xmlns:a16="http://schemas.microsoft.com/office/drawing/2014/main" id="{BC67D85D-B70D-FD73-B6C4-47CB05C192C5}"/>
                </a:ext>
              </a:extLst>
            </p:cNvPr>
            <p:cNvSpPr/>
            <p:nvPr/>
          </p:nvSpPr>
          <p:spPr>
            <a:xfrm>
              <a:off x="1836432" y="889120"/>
              <a:ext cx="92075" cy="161290"/>
            </a:xfrm>
            <a:custGeom>
              <a:avLst/>
              <a:gdLst/>
              <a:ahLst/>
              <a:cxnLst/>
              <a:rect l="l" t="t" r="r" b="b"/>
              <a:pathLst>
                <a:path w="92075" h="161290">
                  <a:moveTo>
                    <a:pt x="92075" y="140970"/>
                  </a:moveTo>
                  <a:lnTo>
                    <a:pt x="27762" y="140970"/>
                  </a:lnTo>
                  <a:lnTo>
                    <a:pt x="27762" y="0"/>
                  </a:lnTo>
                  <a:lnTo>
                    <a:pt x="0" y="0"/>
                  </a:lnTo>
                  <a:lnTo>
                    <a:pt x="0" y="140970"/>
                  </a:lnTo>
                  <a:lnTo>
                    <a:pt x="0" y="161290"/>
                  </a:lnTo>
                  <a:lnTo>
                    <a:pt x="92075" y="161290"/>
                  </a:lnTo>
                  <a:lnTo>
                    <a:pt x="92075" y="140970"/>
                  </a:lnTo>
                  <a:close/>
                </a:path>
              </a:pathLst>
            </a:custGeom>
            <a:solidFill>
              <a:srgbClr val="E31837"/>
            </a:solidFill>
          </p:spPr>
          <p:txBody>
            <a:bodyPr wrap="square" lIns="0" tIns="0" rIns="0" bIns="0" rtlCol="0"/>
            <a:lstStyle/>
            <a:p>
              <a:endParaRPr>
                <a:latin typeface="Roboto" panose="02000000000000000000" pitchFamily="2" charset="0"/>
                <a:ea typeface="Roboto" panose="02000000000000000000" pitchFamily="2" charset="0"/>
              </a:endParaRPr>
            </a:p>
          </p:txBody>
        </p:sp>
        <p:pic>
          <p:nvPicPr>
            <p:cNvPr id="11" name="object 7">
              <a:extLst>
                <a:ext uri="{FF2B5EF4-FFF2-40B4-BE49-F238E27FC236}">
                  <a16:creationId xmlns:a16="http://schemas.microsoft.com/office/drawing/2014/main" id="{70CE4972-9C94-1969-9A5C-81562FAB63A1}"/>
                </a:ext>
              </a:extLst>
            </p:cNvPr>
            <p:cNvPicPr/>
            <p:nvPr/>
          </p:nvPicPr>
          <p:blipFill>
            <a:blip r:embed="rId42" cstate="print"/>
            <a:stretch>
              <a:fillRect/>
            </a:stretch>
          </p:blipFill>
          <p:spPr>
            <a:xfrm>
              <a:off x="1510613" y="888799"/>
              <a:ext cx="167534" cy="162204"/>
            </a:xfrm>
            <a:prstGeom prst="rect">
              <a:avLst/>
            </a:prstGeom>
          </p:spPr>
        </p:pic>
        <p:sp>
          <p:nvSpPr>
            <p:cNvPr id="12" name="object 8">
              <a:extLst>
                <a:ext uri="{FF2B5EF4-FFF2-40B4-BE49-F238E27FC236}">
                  <a16:creationId xmlns:a16="http://schemas.microsoft.com/office/drawing/2014/main" id="{65D68E80-1432-F1E7-7224-295E4E4CD813}"/>
                </a:ext>
              </a:extLst>
            </p:cNvPr>
            <p:cNvSpPr/>
            <p:nvPr/>
          </p:nvSpPr>
          <p:spPr>
            <a:xfrm>
              <a:off x="1713014" y="889120"/>
              <a:ext cx="1051560" cy="161290"/>
            </a:xfrm>
            <a:custGeom>
              <a:avLst/>
              <a:gdLst/>
              <a:ahLst/>
              <a:cxnLst/>
              <a:rect l="l" t="t" r="r" b="b"/>
              <a:pathLst>
                <a:path w="1051560" h="161290">
                  <a:moveTo>
                    <a:pt x="97548" y="140970"/>
                  </a:moveTo>
                  <a:lnTo>
                    <a:pt x="27774" y="140970"/>
                  </a:lnTo>
                  <a:lnTo>
                    <a:pt x="27774" y="88900"/>
                  </a:lnTo>
                  <a:lnTo>
                    <a:pt x="92100" y="88900"/>
                  </a:lnTo>
                  <a:lnTo>
                    <a:pt x="92100" y="67310"/>
                  </a:lnTo>
                  <a:lnTo>
                    <a:pt x="27774" y="67310"/>
                  </a:lnTo>
                  <a:lnTo>
                    <a:pt x="27774" y="20320"/>
                  </a:lnTo>
                  <a:lnTo>
                    <a:pt x="95643" y="20320"/>
                  </a:lnTo>
                  <a:lnTo>
                    <a:pt x="95643" y="0"/>
                  </a:lnTo>
                  <a:lnTo>
                    <a:pt x="0" y="0"/>
                  </a:lnTo>
                  <a:lnTo>
                    <a:pt x="0" y="20320"/>
                  </a:lnTo>
                  <a:lnTo>
                    <a:pt x="0" y="67310"/>
                  </a:lnTo>
                  <a:lnTo>
                    <a:pt x="0" y="88900"/>
                  </a:lnTo>
                  <a:lnTo>
                    <a:pt x="0" y="140970"/>
                  </a:lnTo>
                  <a:lnTo>
                    <a:pt x="0" y="161290"/>
                  </a:lnTo>
                  <a:lnTo>
                    <a:pt x="97548" y="161290"/>
                  </a:lnTo>
                  <a:lnTo>
                    <a:pt x="97548" y="140970"/>
                  </a:lnTo>
                  <a:close/>
                </a:path>
                <a:path w="1051560" h="161290">
                  <a:moveTo>
                    <a:pt x="1051509" y="140970"/>
                  </a:moveTo>
                  <a:lnTo>
                    <a:pt x="981760" y="140970"/>
                  </a:lnTo>
                  <a:lnTo>
                    <a:pt x="981760" y="88900"/>
                  </a:lnTo>
                  <a:lnTo>
                    <a:pt x="1046073" y="88900"/>
                  </a:lnTo>
                  <a:lnTo>
                    <a:pt x="1046073" y="67310"/>
                  </a:lnTo>
                  <a:lnTo>
                    <a:pt x="981760" y="67310"/>
                  </a:lnTo>
                  <a:lnTo>
                    <a:pt x="981760" y="20320"/>
                  </a:lnTo>
                  <a:lnTo>
                    <a:pt x="1049629" y="20320"/>
                  </a:lnTo>
                  <a:lnTo>
                    <a:pt x="1049629" y="0"/>
                  </a:lnTo>
                  <a:lnTo>
                    <a:pt x="953998" y="0"/>
                  </a:lnTo>
                  <a:lnTo>
                    <a:pt x="953998" y="20320"/>
                  </a:lnTo>
                  <a:lnTo>
                    <a:pt x="953998" y="67310"/>
                  </a:lnTo>
                  <a:lnTo>
                    <a:pt x="953998" y="88900"/>
                  </a:lnTo>
                  <a:lnTo>
                    <a:pt x="953998" y="140970"/>
                  </a:lnTo>
                  <a:lnTo>
                    <a:pt x="953998" y="161290"/>
                  </a:lnTo>
                  <a:lnTo>
                    <a:pt x="1051509" y="161290"/>
                  </a:lnTo>
                  <a:lnTo>
                    <a:pt x="1051509" y="140970"/>
                  </a:lnTo>
                  <a:close/>
                </a:path>
              </a:pathLst>
            </a:custGeom>
            <a:solidFill>
              <a:srgbClr val="E31837"/>
            </a:solidFill>
          </p:spPr>
          <p:txBody>
            <a:bodyPr wrap="square" lIns="0" tIns="0" rIns="0" bIns="0" rtlCol="0"/>
            <a:lstStyle/>
            <a:p>
              <a:endParaRPr>
                <a:latin typeface="Roboto" panose="02000000000000000000" pitchFamily="2" charset="0"/>
                <a:ea typeface="Roboto" panose="02000000000000000000" pitchFamily="2" charset="0"/>
              </a:endParaRPr>
            </a:p>
          </p:txBody>
        </p:sp>
        <p:pic>
          <p:nvPicPr>
            <p:cNvPr id="13" name="object 9">
              <a:extLst>
                <a:ext uri="{FF2B5EF4-FFF2-40B4-BE49-F238E27FC236}">
                  <a16:creationId xmlns:a16="http://schemas.microsoft.com/office/drawing/2014/main" id="{E3FDF026-2F77-BA70-9AD0-0CE8AF3A0CDD}"/>
                </a:ext>
              </a:extLst>
            </p:cNvPr>
            <p:cNvPicPr/>
            <p:nvPr/>
          </p:nvPicPr>
          <p:blipFill>
            <a:blip r:embed="rId43" cstate="print"/>
            <a:stretch>
              <a:fillRect/>
            </a:stretch>
          </p:blipFill>
          <p:spPr>
            <a:xfrm>
              <a:off x="2508737" y="888800"/>
              <a:ext cx="123169" cy="162204"/>
            </a:xfrm>
            <a:prstGeom prst="rect">
              <a:avLst/>
            </a:prstGeom>
          </p:spPr>
        </p:pic>
        <p:pic>
          <p:nvPicPr>
            <p:cNvPr id="14" name="object 10">
              <a:extLst>
                <a:ext uri="{FF2B5EF4-FFF2-40B4-BE49-F238E27FC236}">
                  <a16:creationId xmlns:a16="http://schemas.microsoft.com/office/drawing/2014/main" id="{002D85BF-F27B-2277-4A12-7EFD704C7E5A}"/>
                </a:ext>
              </a:extLst>
            </p:cNvPr>
            <p:cNvPicPr/>
            <p:nvPr/>
          </p:nvPicPr>
          <p:blipFill>
            <a:blip r:embed="rId44" cstate="print"/>
            <a:stretch>
              <a:fillRect/>
            </a:stretch>
          </p:blipFill>
          <p:spPr>
            <a:xfrm>
              <a:off x="2376317" y="888803"/>
              <a:ext cx="108928" cy="162204"/>
            </a:xfrm>
            <a:prstGeom prst="rect">
              <a:avLst/>
            </a:prstGeom>
          </p:spPr>
        </p:pic>
        <p:pic>
          <p:nvPicPr>
            <p:cNvPr id="15" name="object 11">
              <a:extLst>
                <a:ext uri="{FF2B5EF4-FFF2-40B4-BE49-F238E27FC236}">
                  <a16:creationId xmlns:a16="http://schemas.microsoft.com/office/drawing/2014/main" id="{8A790C23-36B1-826A-C32D-58F2DF84F3D9}"/>
                </a:ext>
              </a:extLst>
            </p:cNvPr>
            <p:cNvPicPr/>
            <p:nvPr/>
          </p:nvPicPr>
          <p:blipFill>
            <a:blip r:embed="rId45" cstate="print"/>
            <a:stretch>
              <a:fillRect/>
            </a:stretch>
          </p:blipFill>
          <p:spPr>
            <a:xfrm>
              <a:off x="2229894" y="888801"/>
              <a:ext cx="113671" cy="164790"/>
            </a:xfrm>
            <a:prstGeom prst="rect">
              <a:avLst/>
            </a:prstGeom>
          </p:spPr>
        </p:pic>
        <p:sp>
          <p:nvSpPr>
            <p:cNvPr id="16" name="object 12">
              <a:extLst>
                <a:ext uri="{FF2B5EF4-FFF2-40B4-BE49-F238E27FC236}">
                  <a16:creationId xmlns:a16="http://schemas.microsoft.com/office/drawing/2014/main" id="{DE42AD41-B796-0A0E-C951-A520B4B777D0}"/>
                </a:ext>
              </a:extLst>
            </p:cNvPr>
            <p:cNvSpPr/>
            <p:nvPr/>
          </p:nvSpPr>
          <p:spPr>
            <a:xfrm>
              <a:off x="1509585" y="1144072"/>
              <a:ext cx="1254760" cy="72390"/>
            </a:xfrm>
            <a:custGeom>
              <a:avLst/>
              <a:gdLst/>
              <a:ahLst/>
              <a:cxnLst/>
              <a:rect l="l" t="t" r="r" b="b"/>
              <a:pathLst>
                <a:path w="1254760" h="72390">
                  <a:moveTo>
                    <a:pt x="12001" y="1117"/>
                  </a:moveTo>
                  <a:lnTo>
                    <a:pt x="0" y="1117"/>
                  </a:lnTo>
                  <a:lnTo>
                    <a:pt x="0" y="71208"/>
                  </a:lnTo>
                  <a:lnTo>
                    <a:pt x="12001" y="71208"/>
                  </a:lnTo>
                  <a:lnTo>
                    <a:pt x="12001" y="1117"/>
                  </a:lnTo>
                  <a:close/>
                </a:path>
                <a:path w="1254760" h="72390">
                  <a:moveTo>
                    <a:pt x="83159" y="1117"/>
                  </a:moveTo>
                  <a:lnTo>
                    <a:pt x="72199" y="1117"/>
                  </a:lnTo>
                  <a:lnTo>
                    <a:pt x="72199" y="52717"/>
                  </a:lnTo>
                  <a:lnTo>
                    <a:pt x="71983" y="52717"/>
                  </a:lnTo>
                  <a:lnTo>
                    <a:pt x="44704" y="1117"/>
                  </a:lnTo>
                  <a:lnTo>
                    <a:pt x="29946" y="1117"/>
                  </a:lnTo>
                  <a:lnTo>
                    <a:pt x="29946" y="71208"/>
                  </a:lnTo>
                  <a:lnTo>
                    <a:pt x="40894" y="71208"/>
                  </a:lnTo>
                  <a:lnTo>
                    <a:pt x="40894" y="17056"/>
                  </a:lnTo>
                  <a:lnTo>
                    <a:pt x="41109" y="17056"/>
                  </a:lnTo>
                  <a:lnTo>
                    <a:pt x="69735" y="71208"/>
                  </a:lnTo>
                  <a:lnTo>
                    <a:pt x="83159" y="71208"/>
                  </a:lnTo>
                  <a:lnTo>
                    <a:pt x="83159" y="1117"/>
                  </a:lnTo>
                  <a:close/>
                </a:path>
                <a:path w="1254760" h="72390">
                  <a:moveTo>
                    <a:pt x="144272" y="52425"/>
                  </a:moveTo>
                  <a:lnTo>
                    <a:pt x="139001" y="39725"/>
                  </a:lnTo>
                  <a:lnTo>
                    <a:pt x="127406" y="31457"/>
                  </a:lnTo>
                  <a:lnTo>
                    <a:pt x="115798" y="24841"/>
                  </a:lnTo>
                  <a:lnTo>
                    <a:pt x="110528" y="17056"/>
                  </a:lnTo>
                  <a:lnTo>
                    <a:pt x="110528" y="11074"/>
                  </a:lnTo>
                  <a:lnTo>
                    <a:pt x="115252" y="8420"/>
                  </a:lnTo>
                  <a:lnTo>
                    <a:pt x="128397" y="8420"/>
                  </a:lnTo>
                  <a:lnTo>
                    <a:pt x="134239" y="11074"/>
                  </a:lnTo>
                  <a:lnTo>
                    <a:pt x="138938" y="12890"/>
                  </a:lnTo>
                  <a:lnTo>
                    <a:pt x="138938" y="1943"/>
                  </a:lnTo>
                  <a:lnTo>
                    <a:pt x="129514" y="12"/>
                  </a:lnTo>
                  <a:lnTo>
                    <a:pt x="121615" y="12"/>
                  </a:lnTo>
                  <a:lnTo>
                    <a:pt x="112191" y="1079"/>
                  </a:lnTo>
                  <a:lnTo>
                    <a:pt x="104457" y="4368"/>
                  </a:lnTo>
                  <a:lnTo>
                    <a:pt x="99237" y="9994"/>
                  </a:lnTo>
                  <a:lnTo>
                    <a:pt x="97320" y="18084"/>
                  </a:lnTo>
                  <a:lnTo>
                    <a:pt x="102590" y="29972"/>
                  </a:lnTo>
                  <a:lnTo>
                    <a:pt x="114185" y="37871"/>
                  </a:lnTo>
                  <a:lnTo>
                    <a:pt x="125793" y="44881"/>
                  </a:lnTo>
                  <a:lnTo>
                    <a:pt x="131064" y="54152"/>
                  </a:lnTo>
                  <a:lnTo>
                    <a:pt x="131064" y="58724"/>
                  </a:lnTo>
                  <a:lnTo>
                    <a:pt x="128079" y="63919"/>
                  </a:lnTo>
                  <a:lnTo>
                    <a:pt x="109702" y="63919"/>
                  </a:lnTo>
                  <a:lnTo>
                    <a:pt x="98653" y="57099"/>
                  </a:lnTo>
                  <a:lnTo>
                    <a:pt x="98653" y="69380"/>
                  </a:lnTo>
                  <a:lnTo>
                    <a:pt x="100787" y="69888"/>
                  </a:lnTo>
                  <a:lnTo>
                    <a:pt x="109093" y="72339"/>
                  </a:lnTo>
                  <a:lnTo>
                    <a:pt x="118224" y="72339"/>
                  </a:lnTo>
                  <a:lnTo>
                    <a:pt x="128778" y="71069"/>
                  </a:lnTo>
                  <a:lnTo>
                    <a:pt x="137020" y="67297"/>
                  </a:lnTo>
                  <a:lnTo>
                    <a:pt x="142367" y="61061"/>
                  </a:lnTo>
                  <a:lnTo>
                    <a:pt x="144272" y="52425"/>
                  </a:lnTo>
                  <a:close/>
                </a:path>
                <a:path w="1254760" h="72390">
                  <a:moveTo>
                    <a:pt x="197586" y="1117"/>
                  </a:moveTo>
                  <a:lnTo>
                    <a:pt x="150126" y="1117"/>
                  </a:lnTo>
                  <a:lnTo>
                    <a:pt x="150126" y="10147"/>
                  </a:lnTo>
                  <a:lnTo>
                    <a:pt x="167868" y="10147"/>
                  </a:lnTo>
                  <a:lnTo>
                    <a:pt x="167868" y="71208"/>
                  </a:lnTo>
                  <a:lnTo>
                    <a:pt x="179870" y="71208"/>
                  </a:lnTo>
                  <a:lnTo>
                    <a:pt x="179870" y="10147"/>
                  </a:lnTo>
                  <a:lnTo>
                    <a:pt x="197586" y="10147"/>
                  </a:lnTo>
                  <a:lnTo>
                    <a:pt x="197586" y="1117"/>
                  </a:lnTo>
                  <a:close/>
                </a:path>
                <a:path w="1254760" h="72390">
                  <a:moveTo>
                    <a:pt x="219951" y="1117"/>
                  </a:moveTo>
                  <a:lnTo>
                    <a:pt x="207962" y="1117"/>
                  </a:lnTo>
                  <a:lnTo>
                    <a:pt x="207962" y="71208"/>
                  </a:lnTo>
                  <a:lnTo>
                    <a:pt x="219951" y="71208"/>
                  </a:lnTo>
                  <a:lnTo>
                    <a:pt x="219951" y="1117"/>
                  </a:lnTo>
                  <a:close/>
                </a:path>
                <a:path w="1254760" h="72390">
                  <a:moveTo>
                    <a:pt x="277799" y="1117"/>
                  </a:moveTo>
                  <a:lnTo>
                    <a:pt x="230327" y="1117"/>
                  </a:lnTo>
                  <a:lnTo>
                    <a:pt x="230327" y="10147"/>
                  </a:lnTo>
                  <a:lnTo>
                    <a:pt x="248056" y="10147"/>
                  </a:lnTo>
                  <a:lnTo>
                    <a:pt x="248056" y="71208"/>
                  </a:lnTo>
                  <a:lnTo>
                    <a:pt x="260045" y="71208"/>
                  </a:lnTo>
                  <a:lnTo>
                    <a:pt x="260045" y="10147"/>
                  </a:lnTo>
                  <a:lnTo>
                    <a:pt x="277799" y="10147"/>
                  </a:lnTo>
                  <a:lnTo>
                    <a:pt x="277799" y="1117"/>
                  </a:lnTo>
                  <a:close/>
                </a:path>
                <a:path w="1254760" h="72390">
                  <a:moveTo>
                    <a:pt x="336753" y="1117"/>
                  </a:moveTo>
                  <a:lnTo>
                    <a:pt x="324764" y="1117"/>
                  </a:lnTo>
                  <a:lnTo>
                    <a:pt x="324764" y="49784"/>
                  </a:lnTo>
                  <a:lnTo>
                    <a:pt x="324764" y="57810"/>
                  </a:lnTo>
                  <a:lnTo>
                    <a:pt x="321602" y="63906"/>
                  </a:lnTo>
                  <a:lnTo>
                    <a:pt x="302818" y="63906"/>
                  </a:lnTo>
                  <a:lnTo>
                    <a:pt x="299643" y="57810"/>
                  </a:lnTo>
                  <a:lnTo>
                    <a:pt x="299643" y="1117"/>
                  </a:lnTo>
                  <a:lnTo>
                    <a:pt x="287655" y="1117"/>
                  </a:lnTo>
                  <a:lnTo>
                    <a:pt x="287655" y="49784"/>
                  </a:lnTo>
                  <a:lnTo>
                    <a:pt x="289445" y="59829"/>
                  </a:lnTo>
                  <a:lnTo>
                    <a:pt x="294487" y="66852"/>
                  </a:lnTo>
                  <a:lnTo>
                    <a:pt x="302272" y="70980"/>
                  </a:lnTo>
                  <a:lnTo>
                    <a:pt x="312267" y="72326"/>
                  </a:lnTo>
                  <a:lnTo>
                    <a:pt x="322491" y="70980"/>
                  </a:lnTo>
                  <a:lnTo>
                    <a:pt x="330200" y="66852"/>
                  </a:lnTo>
                  <a:lnTo>
                    <a:pt x="335064" y="59829"/>
                  </a:lnTo>
                  <a:lnTo>
                    <a:pt x="336753" y="49784"/>
                  </a:lnTo>
                  <a:lnTo>
                    <a:pt x="336753" y="1117"/>
                  </a:lnTo>
                  <a:close/>
                </a:path>
                <a:path w="1254760" h="72390">
                  <a:moveTo>
                    <a:pt x="394093" y="1117"/>
                  </a:moveTo>
                  <a:lnTo>
                    <a:pt x="346608" y="1117"/>
                  </a:lnTo>
                  <a:lnTo>
                    <a:pt x="346608" y="10147"/>
                  </a:lnTo>
                  <a:lnTo>
                    <a:pt x="364375" y="10147"/>
                  </a:lnTo>
                  <a:lnTo>
                    <a:pt x="364375" y="71208"/>
                  </a:lnTo>
                  <a:lnTo>
                    <a:pt x="376351" y="71208"/>
                  </a:lnTo>
                  <a:lnTo>
                    <a:pt x="376351" y="10147"/>
                  </a:lnTo>
                  <a:lnTo>
                    <a:pt x="394093" y="10147"/>
                  </a:lnTo>
                  <a:lnTo>
                    <a:pt x="394093" y="1117"/>
                  </a:lnTo>
                  <a:close/>
                </a:path>
                <a:path w="1254760" h="72390">
                  <a:moveTo>
                    <a:pt x="446913" y="62179"/>
                  </a:moveTo>
                  <a:lnTo>
                    <a:pt x="416737" y="62179"/>
                  </a:lnTo>
                  <a:lnTo>
                    <a:pt x="416737" y="39408"/>
                  </a:lnTo>
                  <a:lnTo>
                    <a:pt x="444538" y="39408"/>
                  </a:lnTo>
                  <a:lnTo>
                    <a:pt x="444538" y="30391"/>
                  </a:lnTo>
                  <a:lnTo>
                    <a:pt x="416737" y="30391"/>
                  </a:lnTo>
                  <a:lnTo>
                    <a:pt x="416737" y="10147"/>
                  </a:lnTo>
                  <a:lnTo>
                    <a:pt x="446087" y="10147"/>
                  </a:lnTo>
                  <a:lnTo>
                    <a:pt x="446087" y="1117"/>
                  </a:lnTo>
                  <a:lnTo>
                    <a:pt x="404749" y="1117"/>
                  </a:lnTo>
                  <a:lnTo>
                    <a:pt x="404749" y="71208"/>
                  </a:lnTo>
                  <a:lnTo>
                    <a:pt x="446913" y="71208"/>
                  </a:lnTo>
                  <a:lnTo>
                    <a:pt x="446913" y="62179"/>
                  </a:lnTo>
                  <a:close/>
                </a:path>
                <a:path w="1254760" h="72390">
                  <a:moveTo>
                    <a:pt x="687692" y="1117"/>
                  </a:moveTo>
                  <a:lnTo>
                    <a:pt x="640219" y="1117"/>
                  </a:lnTo>
                  <a:lnTo>
                    <a:pt x="640219" y="10147"/>
                  </a:lnTo>
                  <a:lnTo>
                    <a:pt x="657948" y="10147"/>
                  </a:lnTo>
                  <a:lnTo>
                    <a:pt x="657948" y="71208"/>
                  </a:lnTo>
                  <a:lnTo>
                    <a:pt x="669950" y="71208"/>
                  </a:lnTo>
                  <a:lnTo>
                    <a:pt x="669950" y="10147"/>
                  </a:lnTo>
                  <a:lnTo>
                    <a:pt x="687692" y="10147"/>
                  </a:lnTo>
                  <a:lnTo>
                    <a:pt x="687692" y="1117"/>
                  </a:lnTo>
                  <a:close/>
                </a:path>
                <a:path w="1254760" h="72390">
                  <a:moveTo>
                    <a:pt x="740511" y="62179"/>
                  </a:moveTo>
                  <a:lnTo>
                    <a:pt x="710349" y="62179"/>
                  </a:lnTo>
                  <a:lnTo>
                    <a:pt x="710349" y="39408"/>
                  </a:lnTo>
                  <a:lnTo>
                    <a:pt x="738149" y="39408"/>
                  </a:lnTo>
                  <a:lnTo>
                    <a:pt x="738149" y="30391"/>
                  </a:lnTo>
                  <a:lnTo>
                    <a:pt x="710349" y="30391"/>
                  </a:lnTo>
                  <a:lnTo>
                    <a:pt x="710349" y="10147"/>
                  </a:lnTo>
                  <a:lnTo>
                    <a:pt x="739686" y="10147"/>
                  </a:lnTo>
                  <a:lnTo>
                    <a:pt x="739686" y="1117"/>
                  </a:lnTo>
                  <a:lnTo>
                    <a:pt x="698373" y="1117"/>
                  </a:lnTo>
                  <a:lnTo>
                    <a:pt x="698373" y="71208"/>
                  </a:lnTo>
                  <a:lnTo>
                    <a:pt x="740511" y="71208"/>
                  </a:lnTo>
                  <a:lnTo>
                    <a:pt x="740511" y="62179"/>
                  </a:lnTo>
                  <a:close/>
                </a:path>
                <a:path w="1254760" h="72390">
                  <a:moveTo>
                    <a:pt x="803363" y="20320"/>
                  </a:moveTo>
                  <a:lnTo>
                    <a:pt x="801954" y="12560"/>
                  </a:lnTo>
                  <a:lnTo>
                    <a:pt x="797636" y="6083"/>
                  </a:lnTo>
                  <a:lnTo>
                    <a:pt x="790219" y="1651"/>
                  </a:lnTo>
                  <a:lnTo>
                    <a:pt x="779576" y="0"/>
                  </a:lnTo>
                  <a:lnTo>
                    <a:pt x="766699" y="2705"/>
                  </a:lnTo>
                  <a:lnTo>
                    <a:pt x="758063" y="10198"/>
                  </a:lnTo>
                  <a:lnTo>
                    <a:pt x="753224" y="21551"/>
                  </a:lnTo>
                  <a:lnTo>
                    <a:pt x="751700" y="35864"/>
                  </a:lnTo>
                  <a:lnTo>
                    <a:pt x="753452" y="50774"/>
                  </a:lnTo>
                  <a:lnTo>
                    <a:pt x="758837" y="62280"/>
                  </a:lnTo>
                  <a:lnTo>
                    <a:pt x="768083" y="69697"/>
                  </a:lnTo>
                  <a:lnTo>
                    <a:pt x="781418" y="72326"/>
                  </a:lnTo>
                  <a:lnTo>
                    <a:pt x="789940" y="72326"/>
                  </a:lnTo>
                  <a:lnTo>
                    <a:pt x="797318" y="69684"/>
                  </a:lnTo>
                  <a:lnTo>
                    <a:pt x="800696" y="68262"/>
                  </a:lnTo>
                  <a:lnTo>
                    <a:pt x="800696" y="57810"/>
                  </a:lnTo>
                  <a:lnTo>
                    <a:pt x="792086" y="62992"/>
                  </a:lnTo>
                  <a:lnTo>
                    <a:pt x="784212" y="62992"/>
                  </a:lnTo>
                  <a:lnTo>
                    <a:pt x="775081" y="60820"/>
                  </a:lnTo>
                  <a:lnTo>
                    <a:pt x="769124" y="54800"/>
                  </a:lnTo>
                  <a:lnTo>
                    <a:pt x="765886" y="45631"/>
                  </a:lnTo>
                  <a:lnTo>
                    <a:pt x="764908" y="34036"/>
                  </a:lnTo>
                  <a:lnTo>
                    <a:pt x="765454" y="25400"/>
                  </a:lnTo>
                  <a:lnTo>
                    <a:pt x="767588" y="17106"/>
                  </a:lnTo>
                  <a:lnTo>
                    <a:pt x="772045" y="10883"/>
                  </a:lnTo>
                  <a:lnTo>
                    <a:pt x="779576" y="8420"/>
                  </a:lnTo>
                  <a:lnTo>
                    <a:pt x="788809" y="8420"/>
                  </a:lnTo>
                  <a:lnTo>
                    <a:pt x="790054" y="14820"/>
                  </a:lnTo>
                  <a:lnTo>
                    <a:pt x="790054" y="20320"/>
                  </a:lnTo>
                  <a:lnTo>
                    <a:pt x="803363" y="20320"/>
                  </a:lnTo>
                  <a:close/>
                </a:path>
                <a:path w="1254760" h="72390">
                  <a:moveTo>
                    <a:pt x="864184" y="1117"/>
                  </a:moveTo>
                  <a:lnTo>
                    <a:pt x="852195" y="1117"/>
                  </a:lnTo>
                  <a:lnTo>
                    <a:pt x="852195" y="30175"/>
                  </a:lnTo>
                  <a:lnTo>
                    <a:pt x="826744" y="30175"/>
                  </a:lnTo>
                  <a:lnTo>
                    <a:pt x="826744" y="1117"/>
                  </a:lnTo>
                  <a:lnTo>
                    <a:pt x="814755" y="1117"/>
                  </a:lnTo>
                  <a:lnTo>
                    <a:pt x="814755" y="71208"/>
                  </a:lnTo>
                  <a:lnTo>
                    <a:pt x="826744" y="71208"/>
                  </a:lnTo>
                  <a:lnTo>
                    <a:pt x="826744" y="39204"/>
                  </a:lnTo>
                  <a:lnTo>
                    <a:pt x="852195" y="39204"/>
                  </a:lnTo>
                  <a:lnTo>
                    <a:pt x="852195" y="71208"/>
                  </a:lnTo>
                  <a:lnTo>
                    <a:pt x="864184" y="71208"/>
                  </a:lnTo>
                  <a:lnTo>
                    <a:pt x="864184" y="1117"/>
                  </a:lnTo>
                  <a:close/>
                </a:path>
                <a:path w="1254760" h="72390">
                  <a:moveTo>
                    <a:pt x="935659" y="1117"/>
                  </a:moveTo>
                  <a:lnTo>
                    <a:pt x="924687" y="1117"/>
                  </a:lnTo>
                  <a:lnTo>
                    <a:pt x="924687" y="52717"/>
                  </a:lnTo>
                  <a:lnTo>
                    <a:pt x="924496" y="52717"/>
                  </a:lnTo>
                  <a:lnTo>
                    <a:pt x="897191" y="1117"/>
                  </a:lnTo>
                  <a:lnTo>
                    <a:pt x="882446" y="1117"/>
                  </a:lnTo>
                  <a:lnTo>
                    <a:pt x="882446" y="71208"/>
                  </a:lnTo>
                  <a:lnTo>
                    <a:pt x="893406" y="71208"/>
                  </a:lnTo>
                  <a:lnTo>
                    <a:pt x="893406" y="17056"/>
                  </a:lnTo>
                  <a:lnTo>
                    <a:pt x="893610" y="17056"/>
                  </a:lnTo>
                  <a:lnTo>
                    <a:pt x="922235" y="71208"/>
                  </a:lnTo>
                  <a:lnTo>
                    <a:pt x="935659" y="71208"/>
                  </a:lnTo>
                  <a:lnTo>
                    <a:pt x="935659" y="1117"/>
                  </a:lnTo>
                  <a:close/>
                </a:path>
                <a:path w="1254760" h="72390">
                  <a:moveTo>
                    <a:pt x="1008176" y="36169"/>
                  </a:moveTo>
                  <a:lnTo>
                    <a:pt x="1006805" y="21907"/>
                  </a:lnTo>
                  <a:lnTo>
                    <a:pt x="1002131" y="10426"/>
                  </a:lnTo>
                  <a:lnTo>
                    <a:pt x="999832" y="8432"/>
                  </a:lnTo>
                  <a:lnTo>
                    <a:pt x="994943" y="4191"/>
                  </a:lnTo>
                  <a:lnTo>
                    <a:pt x="994943" y="36169"/>
                  </a:lnTo>
                  <a:lnTo>
                    <a:pt x="994232" y="46799"/>
                  </a:lnTo>
                  <a:lnTo>
                    <a:pt x="991781" y="55638"/>
                  </a:lnTo>
                  <a:lnTo>
                    <a:pt x="987069" y="61671"/>
                  </a:lnTo>
                  <a:lnTo>
                    <a:pt x="979551" y="63919"/>
                  </a:lnTo>
                  <a:lnTo>
                    <a:pt x="972007" y="61671"/>
                  </a:lnTo>
                  <a:lnTo>
                    <a:pt x="967282" y="55638"/>
                  </a:lnTo>
                  <a:lnTo>
                    <a:pt x="964857" y="46799"/>
                  </a:lnTo>
                  <a:lnTo>
                    <a:pt x="964171" y="36169"/>
                  </a:lnTo>
                  <a:lnTo>
                    <a:pt x="964857" y="25527"/>
                  </a:lnTo>
                  <a:lnTo>
                    <a:pt x="994943" y="36169"/>
                  </a:lnTo>
                  <a:lnTo>
                    <a:pt x="994943" y="4191"/>
                  </a:lnTo>
                  <a:lnTo>
                    <a:pt x="993330" y="2781"/>
                  </a:lnTo>
                  <a:lnTo>
                    <a:pt x="979551" y="12"/>
                  </a:lnTo>
                  <a:lnTo>
                    <a:pt x="965733" y="2781"/>
                  </a:lnTo>
                  <a:lnTo>
                    <a:pt x="956945" y="10426"/>
                  </a:lnTo>
                  <a:lnTo>
                    <a:pt x="952296" y="21907"/>
                  </a:lnTo>
                  <a:lnTo>
                    <a:pt x="950937" y="36169"/>
                  </a:lnTo>
                  <a:lnTo>
                    <a:pt x="952296" y="50431"/>
                  </a:lnTo>
                  <a:lnTo>
                    <a:pt x="956945" y="61912"/>
                  </a:lnTo>
                  <a:lnTo>
                    <a:pt x="965733" y="69557"/>
                  </a:lnTo>
                  <a:lnTo>
                    <a:pt x="979551" y="72326"/>
                  </a:lnTo>
                  <a:lnTo>
                    <a:pt x="993330" y="69557"/>
                  </a:lnTo>
                  <a:lnTo>
                    <a:pt x="999832" y="63919"/>
                  </a:lnTo>
                  <a:lnTo>
                    <a:pt x="1002131" y="61912"/>
                  </a:lnTo>
                  <a:lnTo>
                    <a:pt x="1006805" y="50431"/>
                  </a:lnTo>
                  <a:lnTo>
                    <a:pt x="1008176" y="36169"/>
                  </a:lnTo>
                  <a:close/>
                </a:path>
                <a:path w="1254760" h="72390">
                  <a:moveTo>
                    <a:pt x="1063332" y="62179"/>
                  </a:moveTo>
                  <a:lnTo>
                    <a:pt x="1035545" y="62179"/>
                  </a:lnTo>
                  <a:lnTo>
                    <a:pt x="1035545" y="1117"/>
                  </a:lnTo>
                  <a:lnTo>
                    <a:pt x="1023569" y="1117"/>
                  </a:lnTo>
                  <a:lnTo>
                    <a:pt x="1023569" y="71196"/>
                  </a:lnTo>
                  <a:lnTo>
                    <a:pt x="1063332" y="71196"/>
                  </a:lnTo>
                  <a:lnTo>
                    <a:pt x="1063332" y="62179"/>
                  </a:lnTo>
                  <a:close/>
                </a:path>
                <a:path w="1254760" h="72390">
                  <a:moveTo>
                    <a:pt x="1124153" y="36169"/>
                  </a:moveTo>
                  <a:lnTo>
                    <a:pt x="1122794" y="21907"/>
                  </a:lnTo>
                  <a:lnTo>
                    <a:pt x="1118120" y="10426"/>
                  </a:lnTo>
                  <a:lnTo>
                    <a:pt x="1115809" y="8432"/>
                  </a:lnTo>
                  <a:lnTo>
                    <a:pt x="1110919" y="4178"/>
                  </a:lnTo>
                  <a:lnTo>
                    <a:pt x="1110919" y="36169"/>
                  </a:lnTo>
                  <a:lnTo>
                    <a:pt x="1110221" y="46799"/>
                  </a:lnTo>
                  <a:lnTo>
                    <a:pt x="1107770" y="55638"/>
                  </a:lnTo>
                  <a:lnTo>
                    <a:pt x="1103045" y="61671"/>
                  </a:lnTo>
                  <a:lnTo>
                    <a:pt x="1095540" y="63919"/>
                  </a:lnTo>
                  <a:lnTo>
                    <a:pt x="1087983" y="61671"/>
                  </a:lnTo>
                  <a:lnTo>
                    <a:pt x="1083271" y="55638"/>
                  </a:lnTo>
                  <a:lnTo>
                    <a:pt x="1080846" y="46799"/>
                  </a:lnTo>
                  <a:lnTo>
                    <a:pt x="1080160" y="36169"/>
                  </a:lnTo>
                  <a:lnTo>
                    <a:pt x="1080846" y="25527"/>
                  </a:lnTo>
                  <a:lnTo>
                    <a:pt x="1110919" y="36169"/>
                  </a:lnTo>
                  <a:lnTo>
                    <a:pt x="1110919" y="4178"/>
                  </a:lnTo>
                  <a:lnTo>
                    <a:pt x="1109319" y="2781"/>
                  </a:lnTo>
                  <a:lnTo>
                    <a:pt x="1095540" y="12"/>
                  </a:lnTo>
                  <a:lnTo>
                    <a:pt x="1081722" y="2781"/>
                  </a:lnTo>
                  <a:lnTo>
                    <a:pt x="1072921" y="10426"/>
                  </a:lnTo>
                  <a:lnTo>
                    <a:pt x="1068285" y="21907"/>
                  </a:lnTo>
                  <a:lnTo>
                    <a:pt x="1066927" y="36169"/>
                  </a:lnTo>
                  <a:lnTo>
                    <a:pt x="1068285" y="50431"/>
                  </a:lnTo>
                  <a:lnTo>
                    <a:pt x="1072921" y="61912"/>
                  </a:lnTo>
                  <a:lnTo>
                    <a:pt x="1081722" y="69557"/>
                  </a:lnTo>
                  <a:lnTo>
                    <a:pt x="1095540" y="72326"/>
                  </a:lnTo>
                  <a:lnTo>
                    <a:pt x="1109319" y="69557"/>
                  </a:lnTo>
                  <a:lnTo>
                    <a:pt x="1115809" y="63919"/>
                  </a:lnTo>
                  <a:lnTo>
                    <a:pt x="1118120" y="61912"/>
                  </a:lnTo>
                  <a:lnTo>
                    <a:pt x="1122794" y="50431"/>
                  </a:lnTo>
                  <a:lnTo>
                    <a:pt x="1124153" y="36169"/>
                  </a:lnTo>
                  <a:close/>
                </a:path>
                <a:path w="1254760" h="72390">
                  <a:moveTo>
                    <a:pt x="1188859" y="30378"/>
                  </a:moveTo>
                  <a:lnTo>
                    <a:pt x="1163523" y="30378"/>
                  </a:lnTo>
                  <a:lnTo>
                    <a:pt x="1163523" y="38798"/>
                  </a:lnTo>
                  <a:lnTo>
                    <a:pt x="1176870" y="38798"/>
                  </a:lnTo>
                  <a:lnTo>
                    <a:pt x="1176870" y="61150"/>
                  </a:lnTo>
                  <a:lnTo>
                    <a:pt x="1175753" y="62382"/>
                  </a:lnTo>
                  <a:lnTo>
                    <a:pt x="1172349" y="63919"/>
                  </a:lnTo>
                  <a:lnTo>
                    <a:pt x="1166622" y="63919"/>
                  </a:lnTo>
                  <a:lnTo>
                    <a:pt x="1157909" y="61366"/>
                  </a:lnTo>
                  <a:lnTo>
                    <a:pt x="1152766" y="54787"/>
                  </a:lnTo>
                  <a:lnTo>
                    <a:pt x="1150315" y="45808"/>
                  </a:lnTo>
                  <a:lnTo>
                    <a:pt x="1149680" y="36055"/>
                  </a:lnTo>
                  <a:lnTo>
                    <a:pt x="1150277" y="25577"/>
                  </a:lnTo>
                  <a:lnTo>
                    <a:pt x="1152499" y="16764"/>
                  </a:lnTo>
                  <a:lnTo>
                    <a:pt x="1156995" y="10680"/>
                  </a:lnTo>
                  <a:lnTo>
                    <a:pt x="1164463" y="8420"/>
                  </a:lnTo>
                  <a:lnTo>
                    <a:pt x="1172159" y="8420"/>
                  </a:lnTo>
                  <a:lnTo>
                    <a:pt x="1174711" y="14528"/>
                  </a:lnTo>
                  <a:lnTo>
                    <a:pt x="1174711" y="19608"/>
                  </a:lnTo>
                  <a:lnTo>
                    <a:pt x="1188034" y="19608"/>
                  </a:lnTo>
                  <a:lnTo>
                    <a:pt x="1186662" y="11696"/>
                  </a:lnTo>
                  <a:lnTo>
                    <a:pt x="1182433" y="5499"/>
                  </a:lnTo>
                  <a:lnTo>
                    <a:pt x="1175105" y="1447"/>
                  </a:lnTo>
                  <a:lnTo>
                    <a:pt x="1164463" y="0"/>
                  </a:lnTo>
                  <a:lnTo>
                    <a:pt x="1151559" y="2476"/>
                  </a:lnTo>
                  <a:lnTo>
                    <a:pt x="1142885" y="9613"/>
                  </a:lnTo>
                  <a:lnTo>
                    <a:pt x="1138008" y="20955"/>
                  </a:lnTo>
                  <a:lnTo>
                    <a:pt x="1136472" y="36055"/>
                  </a:lnTo>
                  <a:lnTo>
                    <a:pt x="1138212" y="50431"/>
                  </a:lnTo>
                  <a:lnTo>
                    <a:pt x="1143622" y="61925"/>
                  </a:lnTo>
                  <a:lnTo>
                    <a:pt x="1152994" y="69557"/>
                  </a:lnTo>
                  <a:lnTo>
                    <a:pt x="1166622" y="72326"/>
                  </a:lnTo>
                  <a:lnTo>
                    <a:pt x="1177785" y="72326"/>
                  </a:lnTo>
                  <a:lnTo>
                    <a:pt x="1186192" y="67957"/>
                  </a:lnTo>
                  <a:lnTo>
                    <a:pt x="1188859" y="65925"/>
                  </a:lnTo>
                  <a:lnTo>
                    <a:pt x="1188859" y="30378"/>
                  </a:lnTo>
                  <a:close/>
                </a:path>
                <a:path w="1254760" h="72390">
                  <a:moveTo>
                    <a:pt x="1254493" y="1117"/>
                  </a:moveTo>
                  <a:lnTo>
                    <a:pt x="1240840" y="1117"/>
                  </a:lnTo>
                  <a:lnTo>
                    <a:pt x="1225169" y="26301"/>
                  </a:lnTo>
                  <a:lnTo>
                    <a:pt x="1209497" y="1117"/>
                  </a:lnTo>
                  <a:lnTo>
                    <a:pt x="1195844" y="1117"/>
                  </a:lnTo>
                  <a:lnTo>
                    <a:pt x="1219111" y="38696"/>
                  </a:lnTo>
                  <a:lnTo>
                    <a:pt x="1219111" y="71208"/>
                  </a:lnTo>
                  <a:lnTo>
                    <a:pt x="1231112" y="71208"/>
                  </a:lnTo>
                  <a:lnTo>
                    <a:pt x="1231112" y="38696"/>
                  </a:lnTo>
                  <a:lnTo>
                    <a:pt x="1254493" y="1117"/>
                  </a:lnTo>
                  <a:close/>
                </a:path>
              </a:pathLst>
            </a:custGeom>
            <a:solidFill>
              <a:srgbClr val="E31837"/>
            </a:solidFill>
          </p:spPr>
          <p:txBody>
            <a:bodyPr wrap="square" lIns="0" tIns="0" rIns="0" bIns="0" rtlCol="0"/>
            <a:lstStyle/>
            <a:p>
              <a:endParaRPr>
                <a:latin typeface="Roboto" panose="02000000000000000000" pitchFamily="2" charset="0"/>
                <a:ea typeface="Roboto" panose="02000000000000000000" pitchFamily="2" charset="0"/>
              </a:endParaRPr>
            </a:p>
          </p:txBody>
        </p:sp>
        <p:pic>
          <p:nvPicPr>
            <p:cNvPr id="17" name="object 13">
              <a:extLst>
                <a:ext uri="{FF2B5EF4-FFF2-40B4-BE49-F238E27FC236}">
                  <a16:creationId xmlns:a16="http://schemas.microsoft.com/office/drawing/2014/main" id="{4F4BD2DB-3CE5-1B0C-9A7A-63CC96D96721}"/>
                </a:ext>
              </a:extLst>
            </p:cNvPr>
            <p:cNvPicPr/>
            <p:nvPr/>
          </p:nvPicPr>
          <p:blipFill>
            <a:blip r:embed="rId46" cstate="print"/>
            <a:stretch>
              <a:fillRect/>
            </a:stretch>
          </p:blipFill>
          <p:spPr>
            <a:xfrm>
              <a:off x="1999062" y="1144076"/>
              <a:ext cx="112491" cy="72322"/>
            </a:xfrm>
            <a:prstGeom prst="rect">
              <a:avLst/>
            </a:prstGeom>
          </p:spPr>
        </p:pic>
        <p:sp>
          <p:nvSpPr>
            <p:cNvPr id="18" name="object 14">
              <a:extLst>
                <a:ext uri="{FF2B5EF4-FFF2-40B4-BE49-F238E27FC236}">
                  <a16:creationId xmlns:a16="http://schemas.microsoft.com/office/drawing/2014/main" id="{8C66A30D-5EA6-81A0-B323-35AD6DA1E4FF}"/>
                </a:ext>
              </a:extLst>
            </p:cNvPr>
            <p:cNvSpPr/>
            <p:nvPr/>
          </p:nvSpPr>
          <p:spPr>
            <a:xfrm>
              <a:off x="1509587" y="1093935"/>
              <a:ext cx="1254760" cy="9525"/>
            </a:xfrm>
            <a:custGeom>
              <a:avLst/>
              <a:gdLst/>
              <a:ahLst/>
              <a:cxnLst/>
              <a:rect l="l" t="t" r="r" b="b"/>
              <a:pathLst>
                <a:path w="1254760" h="9525">
                  <a:moveTo>
                    <a:pt x="1254485" y="0"/>
                  </a:moveTo>
                  <a:lnTo>
                    <a:pt x="0" y="0"/>
                  </a:lnTo>
                  <a:lnTo>
                    <a:pt x="0" y="9518"/>
                  </a:lnTo>
                  <a:lnTo>
                    <a:pt x="1254485" y="9518"/>
                  </a:lnTo>
                  <a:lnTo>
                    <a:pt x="1254485" y="0"/>
                  </a:lnTo>
                  <a:close/>
                </a:path>
              </a:pathLst>
            </a:custGeom>
            <a:solidFill>
              <a:srgbClr val="E31837"/>
            </a:solidFill>
          </p:spPr>
          <p:txBody>
            <a:bodyPr wrap="square" lIns="0" tIns="0" rIns="0" bIns="0" rtlCol="0"/>
            <a:lstStyle/>
            <a:p>
              <a:endParaRPr>
                <a:latin typeface="Roboto" panose="02000000000000000000" pitchFamily="2" charset="0"/>
                <a:ea typeface="Roboto" panose="02000000000000000000" pitchFamily="2" charset="0"/>
              </a:endParaRPr>
            </a:p>
          </p:txBody>
        </p:sp>
      </p:grpSp>
      <p:pic>
        <p:nvPicPr>
          <p:cNvPr id="19" name="object 15">
            <a:extLst>
              <a:ext uri="{FF2B5EF4-FFF2-40B4-BE49-F238E27FC236}">
                <a16:creationId xmlns:a16="http://schemas.microsoft.com/office/drawing/2014/main" id="{3F26BF55-BEFC-1DAC-238A-AA91EC52DD0C}"/>
              </a:ext>
            </a:extLst>
          </p:cNvPr>
          <p:cNvPicPr/>
          <p:nvPr userDrawn="1"/>
        </p:nvPicPr>
        <p:blipFill>
          <a:blip r:embed="rId47" cstate="print"/>
          <a:stretch>
            <a:fillRect/>
          </a:stretch>
        </p:blipFill>
        <p:spPr>
          <a:xfrm>
            <a:off x="667507" y="740153"/>
            <a:ext cx="416998" cy="644891"/>
          </a:xfrm>
          <a:prstGeom prst="rect">
            <a:avLst/>
          </a:prstGeom>
        </p:spPr>
      </p:pic>
      <p:sp>
        <p:nvSpPr>
          <p:cNvPr id="21" name="object 17">
            <a:extLst>
              <a:ext uri="{FF2B5EF4-FFF2-40B4-BE49-F238E27FC236}">
                <a16:creationId xmlns:a16="http://schemas.microsoft.com/office/drawing/2014/main" id="{717EAD49-1DD7-2E6D-D346-B79CBB71FA35}"/>
              </a:ext>
            </a:extLst>
          </p:cNvPr>
          <p:cNvSpPr/>
          <p:nvPr userDrawn="1"/>
        </p:nvSpPr>
        <p:spPr>
          <a:xfrm>
            <a:off x="14805950" y="1117128"/>
            <a:ext cx="273873" cy="171450"/>
          </a:xfrm>
          <a:custGeom>
            <a:avLst/>
            <a:gdLst/>
            <a:ahLst/>
            <a:cxnLst/>
            <a:rect l="l" t="t" r="r" b="b"/>
            <a:pathLst>
              <a:path w="365125" h="171450">
                <a:moveTo>
                  <a:pt x="364910" y="0"/>
                </a:moveTo>
                <a:lnTo>
                  <a:pt x="0" y="0"/>
                </a:lnTo>
                <a:lnTo>
                  <a:pt x="0" y="171083"/>
                </a:lnTo>
                <a:lnTo>
                  <a:pt x="364910" y="171083"/>
                </a:lnTo>
                <a:lnTo>
                  <a:pt x="364910" y="0"/>
                </a:lnTo>
                <a:close/>
              </a:path>
            </a:pathLst>
          </a:custGeom>
          <a:solidFill>
            <a:srgbClr val="60C0C4"/>
          </a:solidFill>
        </p:spPr>
        <p:txBody>
          <a:bodyPr wrap="none" lIns="0" tIns="0" rIns="0" bIns="0" rtlCol="0"/>
          <a:lstStyle/>
          <a:p>
            <a:endParaRPr>
              <a:latin typeface="Roboto" panose="02000000000000000000" pitchFamily="2" charset="0"/>
              <a:ea typeface="Roboto" panose="02000000000000000000" pitchFamily="2" charset="0"/>
            </a:endParaRPr>
          </a:p>
        </p:txBody>
      </p:sp>
      <p:sp>
        <p:nvSpPr>
          <p:cNvPr id="22" name="object 18">
            <a:extLst>
              <a:ext uri="{FF2B5EF4-FFF2-40B4-BE49-F238E27FC236}">
                <a16:creationId xmlns:a16="http://schemas.microsoft.com/office/drawing/2014/main" id="{73FF2095-2AA7-4957-4B83-92D6E92358F6}"/>
              </a:ext>
            </a:extLst>
          </p:cNvPr>
          <p:cNvSpPr/>
          <p:nvPr userDrawn="1"/>
        </p:nvSpPr>
        <p:spPr>
          <a:xfrm>
            <a:off x="14805950" y="1384711"/>
            <a:ext cx="273873" cy="171450"/>
          </a:xfrm>
          <a:custGeom>
            <a:avLst/>
            <a:gdLst/>
            <a:ahLst/>
            <a:cxnLst/>
            <a:rect l="l" t="t" r="r" b="b"/>
            <a:pathLst>
              <a:path w="365125" h="171450">
                <a:moveTo>
                  <a:pt x="364910" y="0"/>
                </a:moveTo>
                <a:lnTo>
                  <a:pt x="0" y="0"/>
                </a:lnTo>
                <a:lnTo>
                  <a:pt x="0" y="171073"/>
                </a:lnTo>
                <a:lnTo>
                  <a:pt x="364910" y="171073"/>
                </a:lnTo>
                <a:lnTo>
                  <a:pt x="364910" y="0"/>
                </a:lnTo>
                <a:close/>
              </a:path>
            </a:pathLst>
          </a:custGeom>
          <a:solidFill>
            <a:srgbClr val="60C0C4"/>
          </a:solidFill>
        </p:spPr>
        <p:txBody>
          <a:bodyPr wrap="none" lIns="0" tIns="0" rIns="0" bIns="0" rtlCol="0"/>
          <a:lstStyle/>
          <a:p>
            <a:endParaRPr>
              <a:latin typeface="Roboto" panose="02000000000000000000" pitchFamily="2" charset="0"/>
              <a:ea typeface="Roboto" panose="02000000000000000000" pitchFamily="2" charset="0"/>
            </a:endParaRPr>
          </a:p>
        </p:txBody>
      </p:sp>
      <p:sp>
        <p:nvSpPr>
          <p:cNvPr id="23" name="object 19">
            <a:extLst>
              <a:ext uri="{FF2B5EF4-FFF2-40B4-BE49-F238E27FC236}">
                <a16:creationId xmlns:a16="http://schemas.microsoft.com/office/drawing/2014/main" id="{3397C84B-3819-3362-E960-8158CCABDD2C}"/>
              </a:ext>
            </a:extLst>
          </p:cNvPr>
          <p:cNvSpPr/>
          <p:nvPr userDrawn="1"/>
        </p:nvSpPr>
        <p:spPr>
          <a:xfrm>
            <a:off x="14805950" y="846518"/>
            <a:ext cx="273873" cy="171450"/>
          </a:xfrm>
          <a:custGeom>
            <a:avLst/>
            <a:gdLst/>
            <a:ahLst/>
            <a:cxnLst/>
            <a:rect l="l" t="t" r="r" b="b"/>
            <a:pathLst>
              <a:path w="365125" h="171450">
                <a:moveTo>
                  <a:pt x="364910" y="0"/>
                </a:moveTo>
                <a:lnTo>
                  <a:pt x="0" y="0"/>
                </a:lnTo>
                <a:lnTo>
                  <a:pt x="0" y="171073"/>
                </a:lnTo>
                <a:lnTo>
                  <a:pt x="364910" y="171073"/>
                </a:lnTo>
                <a:lnTo>
                  <a:pt x="364910" y="0"/>
                </a:lnTo>
                <a:close/>
              </a:path>
            </a:pathLst>
          </a:custGeom>
          <a:solidFill>
            <a:srgbClr val="E31837"/>
          </a:solidFill>
        </p:spPr>
        <p:txBody>
          <a:bodyPr wrap="none" lIns="0" tIns="0" rIns="0" bIns="0" rtlCol="0"/>
          <a:lstStyle/>
          <a:p>
            <a:endParaRPr>
              <a:latin typeface="Roboto" panose="02000000000000000000" pitchFamily="2" charset="0"/>
              <a:ea typeface="Roboto" panose="02000000000000000000" pitchFamily="2" charset="0"/>
            </a:endParaRPr>
          </a:p>
        </p:txBody>
      </p:sp>
      <p:sp>
        <p:nvSpPr>
          <p:cNvPr id="24" name="object 20">
            <a:extLst>
              <a:ext uri="{FF2B5EF4-FFF2-40B4-BE49-F238E27FC236}">
                <a16:creationId xmlns:a16="http://schemas.microsoft.com/office/drawing/2014/main" id="{F8521ED4-34EC-B103-9512-F249EF4D2BB3}"/>
              </a:ext>
            </a:extLst>
          </p:cNvPr>
          <p:cNvSpPr/>
          <p:nvPr userDrawn="1"/>
        </p:nvSpPr>
        <p:spPr>
          <a:xfrm>
            <a:off x="14805950" y="575898"/>
            <a:ext cx="273873" cy="171450"/>
          </a:xfrm>
          <a:custGeom>
            <a:avLst/>
            <a:gdLst/>
            <a:ahLst/>
            <a:cxnLst/>
            <a:rect l="l" t="t" r="r" b="b"/>
            <a:pathLst>
              <a:path w="365125" h="171450">
                <a:moveTo>
                  <a:pt x="364910" y="0"/>
                </a:moveTo>
                <a:lnTo>
                  <a:pt x="0" y="0"/>
                </a:lnTo>
                <a:lnTo>
                  <a:pt x="0" y="171083"/>
                </a:lnTo>
                <a:lnTo>
                  <a:pt x="364910" y="171083"/>
                </a:lnTo>
                <a:lnTo>
                  <a:pt x="364910" y="0"/>
                </a:lnTo>
                <a:close/>
              </a:path>
            </a:pathLst>
          </a:custGeom>
          <a:solidFill>
            <a:srgbClr val="60C0C4"/>
          </a:solidFill>
        </p:spPr>
        <p:txBody>
          <a:bodyPr wrap="none" lIns="0" tIns="0" rIns="0" bIns="0" rtlCol="0"/>
          <a:lstStyle/>
          <a:p>
            <a:endParaRPr>
              <a:latin typeface="Roboto" panose="02000000000000000000" pitchFamily="2" charset="0"/>
              <a:ea typeface="Roboto" panose="02000000000000000000" pitchFamily="2" charset="0"/>
            </a:endParaRPr>
          </a:p>
        </p:txBody>
      </p:sp>
      <p:sp>
        <p:nvSpPr>
          <p:cNvPr id="2" name="object 24">
            <a:extLst>
              <a:ext uri="{FF2B5EF4-FFF2-40B4-BE49-F238E27FC236}">
                <a16:creationId xmlns:a16="http://schemas.microsoft.com/office/drawing/2014/main" id="{6DF63220-579B-5578-42D2-95C360005817}"/>
              </a:ext>
            </a:extLst>
          </p:cNvPr>
          <p:cNvSpPr txBox="1"/>
          <p:nvPr userDrawn="1"/>
        </p:nvSpPr>
        <p:spPr>
          <a:xfrm>
            <a:off x="661746" y="10533168"/>
            <a:ext cx="3771738" cy="163506"/>
          </a:xfrm>
          <a:prstGeom prst="rect">
            <a:avLst/>
          </a:prstGeom>
        </p:spPr>
        <p:txBody>
          <a:bodyPr vert="horz" wrap="none" lIns="0" tIns="1905" rIns="0" bIns="0" rtlCol="0">
            <a:spAutoFit/>
          </a:bodyPr>
          <a:lstStyle/>
          <a:p>
            <a:pPr marL="9526">
              <a:lnSpc>
                <a:spcPct val="100000"/>
              </a:lnSpc>
              <a:spcBef>
                <a:spcPts val="203"/>
              </a:spcBef>
            </a:pPr>
            <a:r>
              <a:rPr sz="1050" spc="4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a:t>
            </a:r>
            <a:r>
              <a:rPr sz="1050" spc="7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spc="41"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2023</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Melbourne</a:t>
            </a:r>
            <a:r>
              <a:rPr sz="1050" spc="7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Institute</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of</a:t>
            </a:r>
            <a:r>
              <a:rPr sz="1050" spc="56"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Technology.</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All</a:t>
            </a:r>
            <a:r>
              <a:rPr sz="1050" spc="83"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rights</a:t>
            </a:r>
            <a:r>
              <a:rPr sz="1050" spc="79"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 </a:t>
            </a:r>
            <a:r>
              <a:rPr sz="1050" spc="-8"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rPr>
              <a:t>reserved</a:t>
            </a:r>
            <a:endParaRPr sz="1050" dirty="0">
              <a:solidFill>
                <a:schemeClr val="bg1">
                  <a:lumMod val="50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3" name="Footer Placeholder 2">
            <a:extLst>
              <a:ext uri="{FF2B5EF4-FFF2-40B4-BE49-F238E27FC236}">
                <a16:creationId xmlns:a16="http://schemas.microsoft.com/office/drawing/2014/main" id="{CE5EC8D3-85B9-696D-94B3-A430F115295E}"/>
              </a:ext>
            </a:extLst>
          </p:cNvPr>
          <p:cNvSpPr>
            <a:spLocks noGrp="1"/>
          </p:cNvSpPr>
          <p:nvPr>
            <p:ph type="ftr" sz="quarter" idx="3"/>
          </p:nvPr>
        </p:nvSpPr>
        <p:spPr>
          <a:xfrm>
            <a:off x="2328451" y="900241"/>
            <a:ext cx="1705595" cy="276999"/>
          </a:xfrm>
          <a:prstGeom prst="rect">
            <a:avLst/>
          </a:prstGeom>
        </p:spPr>
        <p:txBody>
          <a:bodyPr vert="horz" wrap="none" lIns="0" tIns="0" rIns="0" bIns="0" rtlCol="0" anchor="ctr">
            <a:spAutoFit/>
          </a:bodyPr>
          <a:lstStyle>
            <a:lvl1pPr algn="ctr" rtl="0">
              <a:defRPr sz="18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pPr algn="l"/>
            <a:r>
              <a:rPr lang="en-IN"/>
              <a:t>Presentation title</a:t>
            </a:r>
            <a:endParaRPr lang="en-IN" dirty="0"/>
          </a:p>
        </p:txBody>
      </p:sp>
      <p:sp>
        <p:nvSpPr>
          <p:cNvPr id="30" name="Slide Number Placeholder 29">
            <a:extLst>
              <a:ext uri="{FF2B5EF4-FFF2-40B4-BE49-F238E27FC236}">
                <a16:creationId xmlns:a16="http://schemas.microsoft.com/office/drawing/2014/main" id="{7DC15EAF-B2A0-9ED9-B194-65E3588A75DB}"/>
              </a:ext>
            </a:extLst>
          </p:cNvPr>
          <p:cNvSpPr>
            <a:spLocks noGrp="1"/>
          </p:cNvSpPr>
          <p:nvPr>
            <p:ph type="sldNum" sz="quarter" idx="4"/>
          </p:nvPr>
        </p:nvSpPr>
        <p:spPr>
          <a:xfrm>
            <a:off x="13892111" y="10702302"/>
            <a:ext cx="163507" cy="161583"/>
          </a:xfrm>
          <a:prstGeom prst="rect">
            <a:avLst/>
          </a:prstGeom>
        </p:spPr>
        <p:txBody>
          <a:bodyPr vert="horz" wrap="none" lIns="0" tIns="0" rIns="0" bIns="0" rtlCol="0" anchor="ctr">
            <a:spAutoFit/>
          </a:bodyPr>
          <a:lstStyle>
            <a:lvl1pPr algn="r">
              <a:defRPr sz="1050">
                <a:solidFill>
                  <a:srgbClr val="414042"/>
                </a:solidFill>
                <a:latin typeface="+mn-lt"/>
              </a:defRPr>
            </a:lvl1pPr>
          </a:lstStyle>
          <a:p>
            <a:fld id="{B54C22FE-83CE-4F5C-9832-F85413CD1E90}"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66" r:id="rId1"/>
    <p:sldLayoutId id="2147483673" r:id="rId2"/>
    <p:sldLayoutId id="2147483671" r:id="rId3"/>
    <p:sldLayoutId id="2147483667" r:id="rId4"/>
    <p:sldLayoutId id="2147483675" r:id="rId5"/>
    <p:sldLayoutId id="2147483676" r:id="rId6"/>
    <p:sldLayoutId id="2147483677" r:id="rId7"/>
    <p:sldLayoutId id="2147483678" r:id="rId8"/>
    <p:sldLayoutId id="2147483684" r:id="rId9"/>
    <p:sldLayoutId id="2147483679" r:id="rId10"/>
    <p:sldLayoutId id="2147483680" r:id="rId11"/>
    <p:sldLayoutId id="2147483682" r:id="rId12"/>
    <p:sldLayoutId id="2147483683" r:id="rId13"/>
    <p:sldLayoutId id="2147483685" r:id="rId14"/>
    <p:sldLayoutId id="2147483712" r:id="rId15"/>
    <p:sldLayoutId id="2147483714" r:id="rId16"/>
    <p:sldLayoutId id="2147483725" r:id="rId17"/>
    <p:sldLayoutId id="2147483726"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816" r:id="rId36"/>
  </p:sldLayoutIdLst>
  <p:hf hdr="0" dt="0"/>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342946" eaLnBrk="1" hangingPunct="1">
        <a:defRPr>
          <a:latin typeface="+mn-lt"/>
          <a:ea typeface="+mn-ea"/>
          <a:cs typeface="+mn-cs"/>
        </a:defRPr>
      </a:lvl2pPr>
      <a:lvl3pPr marL="685891" eaLnBrk="1" hangingPunct="1">
        <a:defRPr>
          <a:latin typeface="+mn-lt"/>
          <a:ea typeface="+mn-ea"/>
          <a:cs typeface="+mn-cs"/>
        </a:defRPr>
      </a:lvl3pPr>
      <a:lvl4pPr marL="1028837" eaLnBrk="1" hangingPunct="1">
        <a:defRPr>
          <a:latin typeface="+mn-lt"/>
          <a:ea typeface="+mn-ea"/>
          <a:cs typeface="+mn-cs"/>
        </a:defRPr>
      </a:lvl4pPr>
      <a:lvl5pPr marL="1371783" eaLnBrk="1" hangingPunct="1">
        <a:defRPr>
          <a:latin typeface="+mn-lt"/>
          <a:ea typeface="+mn-ea"/>
          <a:cs typeface="+mn-cs"/>
        </a:defRPr>
      </a:lvl5pPr>
      <a:lvl6pPr marL="1714729" eaLnBrk="1" hangingPunct="1">
        <a:defRPr>
          <a:latin typeface="+mn-lt"/>
          <a:ea typeface="+mn-ea"/>
          <a:cs typeface="+mn-cs"/>
        </a:defRPr>
      </a:lvl6pPr>
      <a:lvl7pPr marL="2057674" eaLnBrk="1" hangingPunct="1">
        <a:defRPr>
          <a:latin typeface="+mn-lt"/>
          <a:ea typeface="+mn-ea"/>
          <a:cs typeface="+mn-cs"/>
        </a:defRPr>
      </a:lvl7pPr>
      <a:lvl8pPr marL="2400620" eaLnBrk="1" hangingPunct="1">
        <a:defRPr>
          <a:latin typeface="+mn-lt"/>
          <a:ea typeface="+mn-ea"/>
          <a:cs typeface="+mn-cs"/>
        </a:defRPr>
      </a:lvl8pPr>
      <a:lvl9pPr marL="2743566" eaLnBrk="1" hangingPunct="1">
        <a:defRPr>
          <a:latin typeface="+mn-lt"/>
          <a:ea typeface="+mn-ea"/>
          <a:cs typeface="+mn-cs"/>
        </a:defRPr>
      </a:lvl9pPr>
    </p:bodyStyle>
    <p:otherStyle>
      <a:lvl1pPr marL="0" eaLnBrk="1" hangingPunct="1">
        <a:defRPr>
          <a:latin typeface="+mn-lt"/>
          <a:ea typeface="+mn-ea"/>
          <a:cs typeface="+mn-cs"/>
        </a:defRPr>
      </a:lvl1pPr>
      <a:lvl2pPr marL="342946" eaLnBrk="1" hangingPunct="1">
        <a:defRPr>
          <a:latin typeface="+mn-lt"/>
          <a:ea typeface="+mn-ea"/>
          <a:cs typeface="+mn-cs"/>
        </a:defRPr>
      </a:lvl2pPr>
      <a:lvl3pPr marL="685891" eaLnBrk="1" hangingPunct="1">
        <a:defRPr>
          <a:latin typeface="+mn-lt"/>
          <a:ea typeface="+mn-ea"/>
          <a:cs typeface="+mn-cs"/>
        </a:defRPr>
      </a:lvl3pPr>
      <a:lvl4pPr marL="1028837" eaLnBrk="1" hangingPunct="1">
        <a:defRPr>
          <a:latin typeface="+mn-lt"/>
          <a:ea typeface="+mn-ea"/>
          <a:cs typeface="+mn-cs"/>
        </a:defRPr>
      </a:lvl4pPr>
      <a:lvl5pPr marL="1371783" eaLnBrk="1" hangingPunct="1">
        <a:defRPr>
          <a:latin typeface="+mn-lt"/>
          <a:ea typeface="+mn-ea"/>
          <a:cs typeface="+mn-cs"/>
        </a:defRPr>
      </a:lvl5pPr>
      <a:lvl6pPr marL="1714729" eaLnBrk="1" hangingPunct="1">
        <a:defRPr>
          <a:latin typeface="+mn-lt"/>
          <a:ea typeface="+mn-ea"/>
          <a:cs typeface="+mn-cs"/>
        </a:defRPr>
      </a:lvl6pPr>
      <a:lvl7pPr marL="2057674" eaLnBrk="1" hangingPunct="1">
        <a:defRPr>
          <a:latin typeface="+mn-lt"/>
          <a:ea typeface="+mn-ea"/>
          <a:cs typeface="+mn-cs"/>
        </a:defRPr>
      </a:lvl7pPr>
      <a:lvl8pPr marL="2400620" eaLnBrk="1" hangingPunct="1">
        <a:defRPr>
          <a:latin typeface="+mn-lt"/>
          <a:ea typeface="+mn-ea"/>
          <a:cs typeface="+mn-cs"/>
        </a:defRPr>
      </a:lvl8pPr>
      <a:lvl9pPr marL="2743566" eaLnBrk="1" hangingPunct="1">
        <a:defRPr>
          <a:latin typeface="+mn-lt"/>
          <a:ea typeface="+mn-ea"/>
          <a:cs typeface="+mn-cs"/>
        </a:defRPr>
      </a:lvl9pPr>
    </p:otherStyle>
  </p:txStyles>
  <p:extLst>
    <p:ext uri="{27BBF7A9-308A-43DC-89C8-2F10F3537804}">
      <p15:sldGuideLst xmlns:p15="http://schemas.microsoft.com/office/powerpoint/2012/main">
        <p15:guide id="1" orient="horz" pos="3562" userDrawn="1">
          <p15:clr>
            <a:srgbClr val="F26B43"/>
          </p15:clr>
        </p15:guide>
        <p15:guide id="2" pos="475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3983" y="1382254"/>
            <a:ext cx="13571697" cy="188489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753983" y="3518469"/>
            <a:ext cx="13571697" cy="658403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753984" y="10482096"/>
            <a:ext cx="12440722" cy="602118"/>
          </a:xfrm>
          <a:prstGeom prst="rect">
            <a:avLst/>
          </a:prstGeom>
        </p:spPr>
        <p:txBody>
          <a:bodyPr vert="horz" lIns="91440" tIns="45720" rIns="91440" bIns="45720" rtlCol="0" anchor="ctr"/>
          <a:lstStyle>
            <a:lvl1pPr algn="l">
              <a:defRPr sz="974">
                <a:solidFill>
                  <a:schemeClr val="tx1"/>
                </a:solidFill>
                <a:latin typeface="Arial" panose="020B0604020202020204" pitchFamily="34" charset="0"/>
                <a:cs typeface="Arial" panose="020B0604020202020204" pitchFamily="34" charset="0"/>
              </a:defRPr>
            </a:lvl1pPr>
          </a:lstStyle>
          <a:p>
            <a:r>
              <a:rPr lang="en-US"/>
              <a:t>Author, Title and Edition. © 20XX SAGE Publishing.</a:t>
            </a:r>
            <a:endParaRPr lang="en-US" dirty="0"/>
          </a:p>
        </p:txBody>
      </p:sp>
      <p:sp>
        <p:nvSpPr>
          <p:cNvPr id="6" name="Slide Number Placeholder 5"/>
          <p:cNvSpPr>
            <a:spLocks noGrp="1"/>
          </p:cNvSpPr>
          <p:nvPr>
            <p:ph type="sldNum" sz="quarter" idx="4"/>
          </p:nvPr>
        </p:nvSpPr>
        <p:spPr>
          <a:xfrm>
            <a:off x="13571697" y="10482096"/>
            <a:ext cx="753983" cy="602118"/>
          </a:xfrm>
          <a:prstGeom prst="rect">
            <a:avLst/>
          </a:prstGeom>
        </p:spPr>
        <p:txBody>
          <a:bodyPr vert="horz" lIns="91440" tIns="45720" rIns="91440" bIns="45720" rtlCol="0" anchor="ctr"/>
          <a:lstStyle>
            <a:lvl1pPr algn="r">
              <a:defRPr sz="1113">
                <a:solidFill>
                  <a:schemeClr val="tx1"/>
                </a:solidFill>
              </a:defRPr>
            </a:lvl1pPr>
          </a:lstStyle>
          <a:p>
            <a:fld id="{B6F15528-21DE-4FAA-801E-634DDDAF4B2B}" type="slidenum">
              <a:rPr lang="en-US" smtClean="0"/>
              <a:pPr/>
              <a:t>‹#›</a:t>
            </a:fld>
            <a:endParaRPr lang="en-US"/>
          </a:p>
        </p:txBody>
      </p:sp>
      <p:sp>
        <p:nvSpPr>
          <p:cNvPr id="7" name="Rectangle 6"/>
          <p:cNvSpPr/>
          <p:nvPr userDrawn="1"/>
        </p:nvSpPr>
        <p:spPr>
          <a:xfrm>
            <a:off x="0" y="0"/>
            <a:ext cx="15079663" cy="100527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Tree>
    <p:extLst>
      <p:ext uri="{BB962C8B-B14F-4D97-AF65-F5344CB8AC3E}">
        <p14:creationId xmlns:p14="http://schemas.microsoft.com/office/powerpoint/2010/main" val="851227542"/>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5" r:id="rId12"/>
  </p:sldLayoutIdLst>
  <p:hf hdr="0" dt="0"/>
  <p:txStyles>
    <p:titleStyle>
      <a:lvl1pPr algn="ctr" defTabSz="848340" rtl="0" eaLnBrk="1" latinLnBrk="0" hangingPunct="1">
        <a:spcBef>
          <a:spcPct val="0"/>
        </a:spcBef>
        <a:buNone/>
        <a:defRPr sz="4082" kern="1200">
          <a:solidFill>
            <a:schemeClr val="tx1"/>
          </a:solidFill>
          <a:latin typeface="+mj-lt"/>
          <a:ea typeface="+mj-ea"/>
          <a:cs typeface="+mj-cs"/>
        </a:defRPr>
      </a:lvl1pPr>
    </p:titleStyle>
    <p:bodyStyle>
      <a:lvl1pPr marL="318126" indent="-318126" algn="l" defTabSz="848340" rtl="0" eaLnBrk="1" latinLnBrk="0" hangingPunct="1">
        <a:spcBef>
          <a:spcPct val="20000"/>
        </a:spcBef>
        <a:buFont typeface="Arial" pitchFamily="34" charset="0"/>
        <a:buChar char="•"/>
        <a:defRPr sz="2969" kern="1200">
          <a:solidFill>
            <a:schemeClr val="tx1"/>
          </a:solidFill>
          <a:latin typeface="+mn-lt"/>
          <a:ea typeface="+mn-ea"/>
          <a:cs typeface="+mn-cs"/>
        </a:defRPr>
      </a:lvl1pPr>
      <a:lvl2pPr marL="689277" indent="-265106" algn="l" defTabSz="848340" rtl="0" eaLnBrk="1" latinLnBrk="0" hangingPunct="1">
        <a:spcBef>
          <a:spcPct val="20000"/>
        </a:spcBef>
        <a:buFont typeface="Arial" pitchFamily="34" charset="0"/>
        <a:buChar char="–"/>
        <a:defRPr sz="2598" kern="1200">
          <a:solidFill>
            <a:schemeClr val="tx1"/>
          </a:solidFill>
          <a:latin typeface="+mn-lt"/>
          <a:ea typeface="+mn-ea"/>
          <a:cs typeface="+mn-cs"/>
        </a:defRPr>
      </a:lvl2pPr>
      <a:lvl3pPr marL="1060425" indent="-212084" algn="l" defTabSz="848340" rtl="0" eaLnBrk="1" latinLnBrk="0" hangingPunct="1">
        <a:spcBef>
          <a:spcPct val="20000"/>
        </a:spcBef>
        <a:buFont typeface="Arial" pitchFamily="34" charset="0"/>
        <a:buChar char="•"/>
        <a:defRPr sz="2226" kern="1200">
          <a:solidFill>
            <a:schemeClr val="tx1"/>
          </a:solidFill>
          <a:latin typeface="+mn-lt"/>
          <a:ea typeface="+mn-ea"/>
          <a:cs typeface="+mn-cs"/>
        </a:defRPr>
      </a:lvl3pPr>
      <a:lvl4pPr marL="1484594" indent="-212084" algn="l" defTabSz="848340" rtl="0" eaLnBrk="1" latinLnBrk="0" hangingPunct="1">
        <a:spcBef>
          <a:spcPct val="20000"/>
        </a:spcBef>
        <a:buFont typeface="Arial" pitchFamily="34" charset="0"/>
        <a:buChar char="–"/>
        <a:defRPr sz="1856" kern="1200">
          <a:solidFill>
            <a:schemeClr val="tx1"/>
          </a:solidFill>
          <a:latin typeface="+mn-lt"/>
          <a:ea typeface="+mn-ea"/>
          <a:cs typeface="+mn-cs"/>
        </a:defRPr>
      </a:lvl4pPr>
      <a:lvl5pPr marL="1908764" indent="-212084" algn="l" defTabSz="848340" rtl="0" eaLnBrk="1" latinLnBrk="0" hangingPunct="1">
        <a:spcBef>
          <a:spcPct val="20000"/>
        </a:spcBef>
        <a:buFont typeface="Arial" pitchFamily="34" charset="0"/>
        <a:buChar char="»"/>
        <a:defRPr sz="1856" kern="1200">
          <a:solidFill>
            <a:schemeClr val="tx1"/>
          </a:solidFill>
          <a:latin typeface="+mn-lt"/>
          <a:ea typeface="+mn-ea"/>
          <a:cs typeface="+mn-cs"/>
        </a:defRPr>
      </a:lvl5pPr>
      <a:lvl6pPr marL="2332935" indent="-212084" algn="l" defTabSz="848340" rtl="0" eaLnBrk="1" latinLnBrk="0" hangingPunct="1">
        <a:spcBef>
          <a:spcPct val="20000"/>
        </a:spcBef>
        <a:buFont typeface="Arial" pitchFamily="34" charset="0"/>
        <a:buChar char="•"/>
        <a:defRPr sz="1856" kern="1200">
          <a:solidFill>
            <a:schemeClr val="tx1"/>
          </a:solidFill>
          <a:latin typeface="+mn-lt"/>
          <a:ea typeface="+mn-ea"/>
          <a:cs typeface="+mn-cs"/>
        </a:defRPr>
      </a:lvl6pPr>
      <a:lvl7pPr marL="2757104" indent="-212084" algn="l" defTabSz="848340" rtl="0" eaLnBrk="1" latinLnBrk="0" hangingPunct="1">
        <a:spcBef>
          <a:spcPct val="20000"/>
        </a:spcBef>
        <a:buFont typeface="Arial" pitchFamily="34" charset="0"/>
        <a:buChar char="•"/>
        <a:defRPr sz="1856" kern="1200">
          <a:solidFill>
            <a:schemeClr val="tx1"/>
          </a:solidFill>
          <a:latin typeface="+mn-lt"/>
          <a:ea typeface="+mn-ea"/>
          <a:cs typeface="+mn-cs"/>
        </a:defRPr>
      </a:lvl7pPr>
      <a:lvl8pPr marL="3181275" indent="-212084" algn="l" defTabSz="848340" rtl="0" eaLnBrk="1" latinLnBrk="0" hangingPunct="1">
        <a:spcBef>
          <a:spcPct val="20000"/>
        </a:spcBef>
        <a:buFont typeface="Arial" pitchFamily="34" charset="0"/>
        <a:buChar char="•"/>
        <a:defRPr sz="1856" kern="1200">
          <a:solidFill>
            <a:schemeClr val="tx1"/>
          </a:solidFill>
          <a:latin typeface="+mn-lt"/>
          <a:ea typeface="+mn-ea"/>
          <a:cs typeface="+mn-cs"/>
        </a:defRPr>
      </a:lvl8pPr>
      <a:lvl9pPr marL="3605443" indent="-212084" algn="l" defTabSz="848340" rtl="0" eaLnBrk="1" latinLnBrk="0" hangingPunct="1">
        <a:spcBef>
          <a:spcPct val="20000"/>
        </a:spcBef>
        <a:buFont typeface="Arial" pitchFamily="34" charset="0"/>
        <a:buChar char="•"/>
        <a:defRPr sz="1856" kern="1200">
          <a:solidFill>
            <a:schemeClr val="tx1"/>
          </a:solidFill>
          <a:latin typeface="+mn-lt"/>
          <a:ea typeface="+mn-ea"/>
          <a:cs typeface="+mn-cs"/>
        </a:defRPr>
      </a:lvl9pPr>
    </p:bodyStyle>
    <p:otherStyle>
      <a:defPPr>
        <a:defRPr lang="en-US"/>
      </a:defPPr>
      <a:lvl1pPr marL="0" algn="l" defTabSz="848340" rtl="0" eaLnBrk="1" latinLnBrk="0" hangingPunct="1">
        <a:defRPr sz="1670" kern="1200">
          <a:solidFill>
            <a:schemeClr val="tx1"/>
          </a:solidFill>
          <a:latin typeface="+mn-lt"/>
          <a:ea typeface="+mn-ea"/>
          <a:cs typeface="+mn-cs"/>
        </a:defRPr>
      </a:lvl1pPr>
      <a:lvl2pPr marL="424170" algn="l" defTabSz="848340" rtl="0" eaLnBrk="1" latinLnBrk="0" hangingPunct="1">
        <a:defRPr sz="1670" kern="1200">
          <a:solidFill>
            <a:schemeClr val="tx1"/>
          </a:solidFill>
          <a:latin typeface="+mn-lt"/>
          <a:ea typeface="+mn-ea"/>
          <a:cs typeface="+mn-cs"/>
        </a:defRPr>
      </a:lvl2pPr>
      <a:lvl3pPr marL="848340" algn="l" defTabSz="848340" rtl="0" eaLnBrk="1" latinLnBrk="0" hangingPunct="1">
        <a:defRPr sz="1670" kern="1200">
          <a:solidFill>
            <a:schemeClr val="tx1"/>
          </a:solidFill>
          <a:latin typeface="+mn-lt"/>
          <a:ea typeface="+mn-ea"/>
          <a:cs typeface="+mn-cs"/>
        </a:defRPr>
      </a:lvl3pPr>
      <a:lvl4pPr marL="1272510" algn="l" defTabSz="848340" rtl="0" eaLnBrk="1" latinLnBrk="0" hangingPunct="1">
        <a:defRPr sz="1670" kern="1200">
          <a:solidFill>
            <a:schemeClr val="tx1"/>
          </a:solidFill>
          <a:latin typeface="+mn-lt"/>
          <a:ea typeface="+mn-ea"/>
          <a:cs typeface="+mn-cs"/>
        </a:defRPr>
      </a:lvl4pPr>
      <a:lvl5pPr marL="1696679" algn="l" defTabSz="848340" rtl="0" eaLnBrk="1" latinLnBrk="0" hangingPunct="1">
        <a:defRPr sz="1670" kern="1200">
          <a:solidFill>
            <a:schemeClr val="tx1"/>
          </a:solidFill>
          <a:latin typeface="+mn-lt"/>
          <a:ea typeface="+mn-ea"/>
          <a:cs typeface="+mn-cs"/>
        </a:defRPr>
      </a:lvl5pPr>
      <a:lvl6pPr marL="2120850" algn="l" defTabSz="848340" rtl="0" eaLnBrk="1" latinLnBrk="0" hangingPunct="1">
        <a:defRPr sz="1670" kern="1200">
          <a:solidFill>
            <a:schemeClr val="tx1"/>
          </a:solidFill>
          <a:latin typeface="+mn-lt"/>
          <a:ea typeface="+mn-ea"/>
          <a:cs typeface="+mn-cs"/>
        </a:defRPr>
      </a:lvl6pPr>
      <a:lvl7pPr marL="2545019" algn="l" defTabSz="848340" rtl="0" eaLnBrk="1" latinLnBrk="0" hangingPunct="1">
        <a:defRPr sz="1670" kern="1200">
          <a:solidFill>
            <a:schemeClr val="tx1"/>
          </a:solidFill>
          <a:latin typeface="+mn-lt"/>
          <a:ea typeface="+mn-ea"/>
          <a:cs typeface="+mn-cs"/>
        </a:defRPr>
      </a:lvl7pPr>
      <a:lvl8pPr marL="2969189" algn="l" defTabSz="848340" rtl="0" eaLnBrk="1" latinLnBrk="0" hangingPunct="1">
        <a:defRPr sz="1670" kern="1200">
          <a:solidFill>
            <a:schemeClr val="tx1"/>
          </a:solidFill>
          <a:latin typeface="+mn-lt"/>
          <a:ea typeface="+mn-ea"/>
          <a:cs typeface="+mn-cs"/>
        </a:defRPr>
      </a:lvl8pPr>
      <a:lvl9pPr marL="3393359" algn="l" defTabSz="848340" rtl="0" eaLnBrk="1" latinLnBrk="0" hangingPunct="1">
        <a:defRPr sz="16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8.xml"/><Relationship Id="rId1" Type="http://schemas.openxmlformats.org/officeDocument/2006/relationships/tags" Target="../tags/tag37.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Object 31" hidden="1">
            <a:extLst>
              <a:ext uri="{FF2B5EF4-FFF2-40B4-BE49-F238E27FC236}">
                <a16:creationId xmlns:a16="http://schemas.microsoft.com/office/drawing/2014/main" id="{7680AE5F-967F-65B2-59CF-413BE9ACD23F}"/>
              </a:ext>
            </a:extLst>
          </p:cNvPr>
          <p:cNvGraphicFramePr>
            <a:graphicFrameLocks noChangeAspect="1"/>
          </p:cNvGraphicFramePr>
          <p:nvPr>
            <p:custDataLst>
              <p:tags r:id="rId1"/>
            </p:custDataLst>
          </p:nvPr>
        </p:nvGraphicFramePr>
        <p:xfrm>
          <a:off x="3299049" y="3269361"/>
          <a:ext cx="671" cy="671"/>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32" name="Object 31" hidden="1">
                        <a:extLst>
                          <a:ext uri="{FF2B5EF4-FFF2-40B4-BE49-F238E27FC236}">
                            <a16:creationId xmlns:a16="http://schemas.microsoft.com/office/drawing/2014/main" id="{7680AE5F-967F-65B2-59CF-413BE9ACD23F}"/>
                          </a:ext>
                        </a:extLst>
                      </p:cNvPr>
                      <p:cNvPicPr/>
                      <p:nvPr/>
                    </p:nvPicPr>
                    <p:blipFill>
                      <a:blip r:embed="rId5"/>
                      <a:stretch>
                        <a:fillRect/>
                      </a:stretch>
                    </p:blipFill>
                    <p:spPr>
                      <a:xfrm>
                        <a:off x="3299049" y="3269361"/>
                        <a:ext cx="671" cy="671"/>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A7EBE65-D0EC-7705-4AAB-1CD93C4CFD4C}"/>
              </a:ext>
            </a:extLst>
          </p:cNvPr>
          <p:cNvSpPr>
            <a:spLocks noGrp="1"/>
          </p:cNvSpPr>
          <p:nvPr>
            <p:ph type="body" sz="quarter" idx="10"/>
          </p:nvPr>
        </p:nvSpPr>
        <p:spPr>
          <a:xfrm>
            <a:off x="1277609" y="4934777"/>
            <a:ext cx="10287857" cy="2856167"/>
          </a:xfrm>
        </p:spPr>
        <p:txBody>
          <a:bodyPr vert="horz" wrap="square" lIns="0" tIns="0" rIns="0" bIns="0" rtlCol="0">
            <a:spAutoFit/>
          </a:bodyPr>
          <a:lstStyle/>
          <a:p>
            <a:pPr marL="0" indent="0">
              <a:lnSpc>
                <a:spcPct val="150000"/>
              </a:lnSpc>
              <a:buNone/>
            </a:pPr>
            <a:r>
              <a:rPr lang="en-AU" sz="3600" b="1" dirty="0">
                <a:solidFill>
                  <a:schemeClr val="tx1"/>
                </a:solidFill>
              </a:rPr>
              <a:t>Anomaly Localisation and Root Cause Identification in Multivariate Industrial Sensor Time-Series Data</a:t>
            </a:r>
          </a:p>
          <a:p>
            <a:pPr marL="0" indent="0">
              <a:lnSpc>
                <a:spcPct val="150000"/>
              </a:lnSpc>
              <a:buNone/>
            </a:pPr>
            <a:r>
              <a:rPr lang="en-AU" sz="2400" b="0" dirty="0">
                <a:solidFill>
                  <a:schemeClr val="tx1"/>
                </a:solidFill>
              </a:rPr>
              <a:t>Syeda Tamanna Sheme</a:t>
            </a:r>
          </a:p>
          <a:p>
            <a:pPr marL="0" indent="0">
              <a:lnSpc>
                <a:spcPct val="150000"/>
              </a:lnSpc>
              <a:buNone/>
            </a:pPr>
            <a:r>
              <a:rPr lang="en-AU" sz="2400" b="0" dirty="0">
                <a:solidFill>
                  <a:schemeClr val="tx1"/>
                </a:solidFill>
              </a:rPr>
              <a:t>MIT251762</a:t>
            </a:r>
          </a:p>
        </p:txBody>
      </p:sp>
      <p:sp>
        <p:nvSpPr>
          <p:cNvPr id="33" name="TextBox 32"/>
          <p:cNvSpPr txBox="1"/>
          <p:nvPr/>
        </p:nvSpPr>
        <p:spPr>
          <a:xfrm>
            <a:off x="1277609" y="8645194"/>
            <a:ext cx="10515600" cy="815608"/>
          </a:xfrm>
          <a:prstGeom prst="rect">
            <a:avLst/>
          </a:prstGeom>
          <a:noFill/>
        </p:spPr>
        <p:txBody>
          <a:bodyPr wrap="square" lIns="0" tIns="0" rIns="0" bIns="0" anchor="t">
            <a:spAutoFit/>
          </a:bodyPr>
          <a:lstStyle/>
          <a:p>
            <a:pPr algn="l">
              <a:spcAft>
                <a:spcPts val="600"/>
              </a:spcAft>
            </a:pPr>
            <a:r>
              <a:rPr sz="2400" b="0" i="0" dirty="0">
                <a:solidFill>
                  <a:srgbClr val="59595C"/>
                </a:solidFill>
              </a:rPr>
              <a:t>MR603 Thesis 1  |  Confirmation of Candidature</a:t>
            </a:r>
          </a:p>
          <a:p>
            <a:pPr algn="l">
              <a:spcAft>
                <a:spcPts val="600"/>
              </a:spcAft>
            </a:pPr>
            <a:r>
              <a:rPr sz="2400" b="1" i="0" dirty="0">
                <a:solidFill>
                  <a:srgbClr val="59595C"/>
                </a:solidFill>
              </a:rPr>
              <a:t>Cluster Lead: </a:t>
            </a:r>
            <a:r>
              <a:rPr sz="2400" b="0" i="0" dirty="0">
                <a:solidFill>
                  <a:srgbClr val="59595C"/>
                </a:solidFill>
              </a:rPr>
              <a:t>Dr Nisha Kumari   |   </a:t>
            </a:r>
            <a:r>
              <a:rPr sz="2400" b="1" i="0" dirty="0">
                <a:solidFill>
                  <a:srgbClr val="59595C"/>
                </a:solidFill>
              </a:rPr>
              <a:t>Supervisor: </a:t>
            </a:r>
            <a:r>
              <a:rPr sz="2400" b="0" i="0" dirty="0">
                <a:solidFill>
                  <a:srgbClr val="59595C"/>
                </a:solidFill>
              </a:rPr>
              <a:t>Dr Abdussalam Ali</a:t>
            </a:r>
          </a:p>
        </p:txBody>
      </p:sp>
    </p:spTree>
    <p:extLst>
      <p:ext uri="{BB962C8B-B14F-4D97-AF65-F5344CB8AC3E}">
        <p14:creationId xmlns:p14="http://schemas.microsoft.com/office/powerpoint/2010/main" val="491744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dirty="0">
                <a:solidFill>
                  <a:srgbClr val="59595C"/>
                </a:solidFill>
              </a:rPr>
              <a:t>Introduction and Research Context</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800" b="0" i="0">
                <a:solidFill>
                  <a:srgbClr val="59595C"/>
                </a:solidFill>
              </a:rPr>
              <a:t>Why anomaly detection alone is not enough</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200" b="0" i="1">
                <a:solidFill>
                  <a:srgbClr val="59595C"/>
                </a:solidFill>
              </a:rPr>
              <a:t>Sources: [1]-[3], [9]-[12]</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2</a:t>
            </a:fld>
            <a:endParaRPr lang="en-AU"/>
          </a:p>
        </p:txBody>
      </p:sp>
      <p:sp>
        <p:nvSpPr>
          <p:cNvPr id="7" name="Rounded Rectangle 6"/>
          <p:cNvSpPr/>
          <p:nvPr/>
        </p:nvSpPr>
        <p:spPr>
          <a:xfrm>
            <a:off x="758952" y="2377440"/>
            <a:ext cx="13780008" cy="18288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97280" y="2737842"/>
            <a:ext cx="13075920" cy="1107996"/>
          </a:xfrm>
          <a:prstGeom prst="rect">
            <a:avLst/>
          </a:prstGeom>
          <a:noFill/>
        </p:spPr>
        <p:txBody>
          <a:bodyPr wrap="square" lIns="0" tIns="0" rIns="0" bIns="0" anchor="ctr">
            <a:spAutoFit/>
          </a:bodyPr>
          <a:lstStyle/>
          <a:p>
            <a:pPr algn="l"/>
            <a:r>
              <a:rPr lang="en-AU" sz="2400" dirty="0"/>
              <a:t>Modern industrial systems rely on many connected sensors. By continuously monitoring sensor data, abnormal behaviour can be detected early, helping with fault detection and predictive maintenance.</a:t>
            </a:r>
            <a:endParaRPr sz="2200" b="0" i="0" dirty="0">
              <a:solidFill>
                <a:srgbClr val="333336"/>
              </a:solidFill>
            </a:endParaRPr>
          </a:p>
        </p:txBody>
      </p:sp>
      <p:sp>
        <p:nvSpPr>
          <p:cNvPr id="9" name="Rounded Rectangle 8"/>
          <p:cNvSpPr/>
          <p:nvPr/>
        </p:nvSpPr>
        <p:spPr>
          <a:xfrm>
            <a:off x="758952" y="4480560"/>
            <a:ext cx="4206240" cy="25146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1124712" y="4754880"/>
            <a:ext cx="731520" cy="731520"/>
          </a:xfrm>
          <a:prstGeom prst="ellipse">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 y="4754880"/>
            <a:ext cx="731520" cy="731520"/>
          </a:xfrm>
          <a:prstGeom prst="rect">
            <a:avLst/>
          </a:prstGeom>
          <a:noFill/>
        </p:spPr>
        <p:txBody>
          <a:bodyPr wrap="square" lIns="0" tIns="0" rIns="0" bIns="0" anchor="ctr">
            <a:spAutoFit/>
          </a:bodyPr>
          <a:lstStyle/>
          <a:p>
            <a:pPr algn="ctr"/>
            <a:r>
              <a:rPr sz="2500" b="1" i="0">
                <a:solidFill>
                  <a:srgbClr val="FFFFFF"/>
                </a:solidFill>
              </a:rPr>
              <a:t>1</a:t>
            </a:r>
          </a:p>
        </p:txBody>
      </p:sp>
      <p:sp>
        <p:nvSpPr>
          <p:cNvPr id="12" name="TextBox 11"/>
          <p:cNvSpPr txBox="1"/>
          <p:nvPr/>
        </p:nvSpPr>
        <p:spPr>
          <a:xfrm>
            <a:off x="1124712" y="5623560"/>
            <a:ext cx="3566160" cy="457200"/>
          </a:xfrm>
          <a:prstGeom prst="rect">
            <a:avLst/>
          </a:prstGeom>
          <a:noFill/>
        </p:spPr>
        <p:txBody>
          <a:bodyPr wrap="square" lIns="0" tIns="0" rIns="0" bIns="0" anchor="t">
            <a:spAutoFit/>
          </a:bodyPr>
          <a:lstStyle/>
          <a:p>
            <a:pPr algn="l"/>
            <a:r>
              <a:rPr sz="2300" b="1" i="0">
                <a:solidFill>
                  <a:srgbClr val="59595C"/>
                </a:solidFill>
              </a:rPr>
              <a:t>DETECT</a:t>
            </a:r>
          </a:p>
        </p:txBody>
      </p:sp>
      <p:sp>
        <p:nvSpPr>
          <p:cNvPr id="13" name="TextBox 12"/>
          <p:cNvSpPr txBox="1"/>
          <p:nvPr/>
        </p:nvSpPr>
        <p:spPr>
          <a:xfrm>
            <a:off x="1124712" y="6126480"/>
            <a:ext cx="3566160" cy="731520"/>
          </a:xfrm>
          <a:prstGeom prst="rect">
            <a:avLst/>
          </a:prstGeom>
          <a:noFill/>
        </p:spPr>
        <p:txBody>
          <a:bodyPr wrap="square" lIns="0" tIns="0" rIns="0" bIns="0" anchor="t">
            <a:spAutoFit/>
          </a:bodyPr>
          <a:lstStyle/>
          <a:p>
            <a:pPr algn="l"/>
            <a:r>
              <a:rPr sz="1900" b="0" i="0">
                <a:solidFill>
                  <a:srgbClr val="333336"/>
                </a:solidFill>
              </a:rPr>
              <a:t>Something is abnormal</a:t>
            </a:r>
          </a:p>
        </p:txBody>
      </p:sp>
      <p:sp>
        <p:nvSpPr>
          <p:cNvPr id="14" name="Chevron 13"/>
          <p:cNvSpPr/>
          <p:nvPr/>
        </p:nvSpPr>
        <p:spPr>
          <a:xfrm>
            <a:off x="5102352" y="5440680"/>
            <a:ext cx="411480" cy="548640"/>
          </a:xfrm>
          <a:prstGeom prst="chevron">
            <a:avLst/>
          </a:prstGeom>
          <a:solidFill>
            <a:srgbClr val="61B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541264" y="4480560"/>
            <a:ext cx="4206240" cy="25146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5907024" y="4754880"/>
            <a:ext cx="731520" cy="731520"/>
          </a:xfrm>
          <a:prstGeom prst="ellipse">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907024" y="4754880"/>
            <a:ext cx="731520" cy="731520"/>
          </a:xfrm>
          <a:prstGeom prst="rect">
            <a:avLst/>
          </a:prstGeom>
          <a:noFill/>
        </p:spPr>
        <p:txBody>
          <a:bodyPr wrap="square" lIns="0" tIns="0" rIns="0" bIns="0" anchor="ctr">
            <a:spAutoFit/>
          </a:bodyPr>
          <a:lstStyle/>
          <a:p>
            <a:pPr algn="ctr"/>
            <a:r>
              <a:rPr sz="2500" b="1" i="0">
                <a:solidFill>
                  <a:srgbClr val="FFFFFF"/>
                </a:solidFill>
              </a:rPr>
              <a:t>2</a:t>
            </a:r>
          </a:p>
        </p:txBody>
      </p:sp>
      <p:sp>
        <p:nvSpPr>
          <p:cNvPr id="18" name="TextBox 17"/>
          <p:cNvSpPr txBox="1"/>
          <p:nvPr/>
        </p:nvSpPr>
        <p:spPr>
          <a:xfrm>
            <a:off x="5907024" y="5623560"/>
            <a:ext cx="3566160" cy="457200"/>
          </a:xfrm>
          <a:prstGeom prst="rect">
            <a:avLst/>
          </a:prstGeom>
          <a:noFill/>
        </p:spPr>
        <p:txBody>
          <a:bodyPr wrap="square" lIns="0" tIns="0" rIns="0" bIns="0" anchor="t">
            <a:spAutoFit/>
          </a:bodyPr>
          <a:lstStyle/>
          <a:p>
            <a:pPr algn="l"/>
            <a:r>
              <a:rPr sz="2300" b="1" i="0">
                <a:solidFill>
                  <a:srgbClr val="59595C"/>
                </a:solidFill>
              </a:rPr>
              <a:t>LOCALISE</a:t>
            </a:r>
          </a:p>
        </p:txBody>
      </p:sp>
      <p:sp>
        <p:nvSpPr>
          <p:cNvPr id="19" name="TextBox 18"/>
          <p:cNvSpPr txBox="1"/>
          <p:nvPr/>
        </p:nvSpPr>
        <p:spPr>
          <a:xfrm>
            <a:off x="5907024" y="6126480"/>
            <a:ext cx="3566160" cy="731520"/>
          </a:xfrm>
          <a:prstGeom prst="rect">
            <a:avLst/>
          </a:prstGeom>
          <a:noFill/>
        </p:spPr>
        <p:txBody>
          <a:bodyPr wrap="square" lIns="0" tIns="0" rIns="0" bIns="0" anchor="t">
            <a:spAutoFit/>
          </a:bodyPr>
          <a:lstStyle/>
          <a:p>
            <a:pPr algn="l"/>
            <a:r>
              <a:rPr sz="1900" b="0" i="0">
                <a:solidFill>
                  <a:srgbClr val="333336"/>
                </a:solidFill>
              </a:rPr>
              <a:t>Which variables are involved?</a:t>
            </a:r>
          </a:p>
        </p:txBody>
      </p:sp>
      <p:sp>
        <p:nvSpPr>
          <p:cNvPr id="20" name="Chevron 19"/>
          <p:cNvSpPr/>
          <p:nvPr/>
        </p:nvSpPr>
        <p:spPr>
          <a:xfrm>
            <a:off x="9884664" y="5440680"/>
            <a:ext cx="411480" cy="548640"/>
          </a:xfrm>
          <a:prstGeom prst="chevron">
            <a:avLst/>
          </a:prstGeom>
          <a:solidFill>
            <a:srgbClr val="61B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323576" y="4480560"/>
            <a:ext cx="4206240" cy="2514600"/>
          </a:xfrm>
          <a:prstGeom prst="roundRect">
            <a:avLst>
              <a:gd name="adj" fmla="val 5000"/>
            </a:avLst>
          </a:prstGeom>
          <a:solidFill>
            <a:srgbClr val="E31738"/>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10689336" y="4754880"/>
            <a:ext cx="731520" cy="7315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0689336" y="4754880"/>
            <a:ext cx="731520" cy="731520"/>
          </a:xfrm>
          <a:prstGeom prst="rect">
            <a:avLst/>
          </a:prstGeom>
          <a:noFill/>
        </p:spPr>
        <p:txBody>
          <a:bodyPr wrap="square" lIns="0" tIns="0" rIns="0" bIns="0" anchor="ctr">
            <a:spAutoFit/>
          </a:bodyPr>
          <a:lstStyle/>
          <a:p>
            <a:pPr algn="ctr"/>
            <a:r>
              <a:rPr sz="2500" b="1" i="0">
                <a:solidFill>
                  <a:srgbClr val="E31738"/>
                </a:solidFill>
              </a:rPr>
              <a:t>3</a:t>
            </a:r>
          </a:p>
        </p:txBody>
      </p:sp>
      <p:sp>
        <p:nvSpPr>
          <p:cNvPr id="24" name="TextBox 23"/>
          <p:cNvSpPr txBox="1"/>
          <p:nvPr/>
        </p:nvSpPr>
        <p:spPr>
          <a:xfrm>
            <a:off x="10689336" y="5623560"/>
            <a:ext cx="3566160" cy="457200"/>
          </a:xfrm>
          <a:prstGeom prst="rect">
            <a:avLst/>
          </a:prstGeom>
          <a:noFill/>
        </p:spPr>
        <p:txBody>
          <a:bodyPr wrap="square" lIns="0" tIns="0" rIns="0" bIns="0" anchor="t">
            <a:spAutoFit/>
          </a:bodyPr>
          <a:lstStyle/>
          <a:p>
            <a:pPr algn="l"/>
            <a:r>
              <a:rPr sz="2300" b="1" i="0">
                <a:solidFill>
                  <a:srgbClr val="FFFFFF"/>
                </a:solidFill>
              </a:rPr>
              <a:t>IDENTIFY SOURCE</a:t>
            </a:r>
          </a:p>
        </p:txBody>
      </p:sp>
      <p:sp>
        <p:nvSpPr>
          <p:cNvPr id="25" name="TextBox 24"/>
          <p:cNvSpPr txBox="1"/>
          <p:nvPr/>
        </p:nvSpPr>
        <p:spPr>
          <a:xfrm>
            <a:off x="10689336" y="6126480"/>
            <a:ext cx="3566160" cy="731520"/>
          </a:xfrm>
          <a:prstGeom prst="rect">
            <a:avLst/>
          </a:prstGeom>
          <a:noFill/>
        </p:spPr>
        <p:txBody>
          <a:bodyPr wrap="square" lIns="0" tIns="0" rIns="0" bIns="0" anchor="t">
            <a:spAutoFit/>
          </a:bodyPr>
          <a:lstStyle/>
          <a:p>
            <a:pPr algn="l"/>
            <a:r>
              <a:rPr sz="1900" b="0" i="0">
                <a:solidFill>
                  <a:srgbClr val="FFFFFF"/>
                </a:solidFill>
              </a:rPr>
              <a:t>Where did it begin?</a:t>
            </a:r>
          </a:p>
        </p:txBody>
      </p:sp>
      <p:sp>
        <p:nvSpPr>
          <p:cNvPr id="26" name="Rounded Rectangle 25"/>
          <p:cNvSpPr/>
          <p:nvPr/>
        </p:nvSpPr>
        <p:spPr>
          <a:xfrm>
            <a:off x="758952" y="7269480"/>
            <a:ext cx="13780008" cy="2331720"/>
          </a:xfrm>
          <a:prstGeom prst="roundRect">
            <a:avLst>
              <a:gd name="adj" fmla="val 5000"/>
            </a:avLst>
          </a:prstGeom>
          <a:solidFill>
            <a:srgbClr val="3E3E42"/>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758952" y="7269480"/>
            <a:ext cx="164592" cy="2331720"/>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371600" y="7589520"/>
            <a:ext cx="5486400" cy="276999"/>
          </a:xfrm>
          <a:prstGeom prst="rect">
            <a:avLst/>
          </a:prstGeom>
          <a:noFill/>
        </p:spPr>
        <p:txBody>
          <a:bodyPr wrap="square" lIns="0" tIns="0" rIns="0" bIns="0" anchor="t">
            <a:spAutoFit/>
          </a:bodyPr>
          <a:lstStyle/>
          <a:p>
            <a:pPr algn="l"/>
            <a:r>
              <a:rPr b="1" i="0" spc="300" dirty="0">
                <a:solidFill>
                  <a:srgbClr val="61BFC4"/>
                </a:solidFill>
              </a:rPr>
              <a:t>CORE PROBLEM</a:t>
            </a:r>
          </a:p>
        </p:txBody>
      </p:sp>
      <p:sp>
        <p:nvSpPr>
          <p:cNvPr id="29" name="TextBox 28"/>
          <p:cNvSpPr txBox="1"/>
          <p:nvPr/>
        </p:nvSpPr>
        <p:spPr>
          <a:xfrm>
            <a:off x="1371600" y="8046720"/>
            <a:ext cx="12435840" cy="1371600"/>
          </a:xfrm>
          <a:prstGeom prst="rect">
            <a:avLst/>
          </a:prstGeom>
          <a:noFill/>
        </p:spPr>
        <p:txBody>
          <a:bodyPr wrap="square" lIns="0" tIns="0" rIns="0" bIns="0" anchor="ctr">
            <a:spAutoFit/>
          </a:bodyPr>
          <a:lstStyle/>
          <a:p>
            <a:pPr algn="l"/>
            <a:r>
              <a:rPr sz="2800" b="1" i="0">
                <a:solidFill>
                  <a:srgbClr val="FFFFFF"/>
                </a:solidFill>
              </a:rPr>
              <a:t>The highest anomaly score may belong to a downstream symptom, not the component that initiated the disturbance.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a:solidFill>
                  <a:srgbClr val="59595C"/>
                </a:solidFill>
              </a:rPr>
              <a:t>Problem Domain</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900" b="0" i="0">
                <a:solidFill>
                  <a:srgbClr val="59595C"/>
                </a:solidFill>
              </a:rPr>
              <a:t>Source vs. symptom in a multivariate sensor system</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400" b="0" i="1">
                <a:solidFill>
                  <a:srgbClr val="59595C"/>
                </a:solidFill>
              </a:rPr>
              <a:t>Sources: [1], [2], [4], [5], [9]-[12]</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3</a:t>
            </a:fld>
            <a:endParaRPr lang="en-AU"/>
          </a:p>
        </p:txBody>
      </p:sp>
      <p:sp>
        <p:nvSpPr>
          <p:cNvPr id="7" name="Rounded Rectangle 6"/>
          <p:cNvSpPr/>
          <p:nvPr/>
        </p:nvSpPr>
        <p:spPr>
          <a:xfrm>
            <a:off x="758952" y="2377440"/>
            <a:ext cx="8229600" cy="5486400"/>
          </a:xfrm>
          <a:prstGeom prst="roundRect">
            <a:avLst>
              <a:gd name="adj" fmla="val 5000"/>
            </a:avLst>
          </a:prstGeom>
          <a:solidFill>
            <a:srgbClr val="FFFFFF"/>
          </a:solidFill>
          <a:ln w="12700">
            <a:solidFill>
              <a:srgbClr val="E4E4E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image27.png"/>
          <p:cNvPicPr>
            <a:picLocks noChangeAspect="1"/>
          </p:cNvPicPr>
          <p:nvPr/>
        </p:nvPicPr>
        <p:blipFill>
          <a:blip r:embed="rId3"/>
          <a:stretch>
            <a:fillRect/>
          </a:stretch>
        </p:blipFill>
        <p:spPr>
          <a:xfrm>
            <a:off x="971550" y="2478690"/>
            <a:ext cx="7815834" cy="5316903"/>
          </a:xfrm>
          <a:prstGeom prst="rect">
            <a:avLst/>
          </a:prstGeom>
        </p:spPr>
      </p:pic>
      <p:sp>
        <p:nvSpPr>
          <p:cNvPr id="9" name="Rounded Rectangle 8"/>
          <p:cNvSpPr/>
          <p:nvPr/>
        </p:nvSpPr>
        <p:spPr>
          <a:xfrm>
            <a:off x="777240" y="8723376"/>
            <a:ext cx="8229600" cy="1152144"/>
          </a:xfrm>
          <a:prstGeom prst="roundRect">
            <a:avLst>
              <a:gd name="adj" fmla="val 5000"/>
            </a:avLst>
          </a:prstGeom>
          <a:solidFill>
            <a:srgbClr val="E31738"/>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9053226"/>
            <a:ext cx="8229600" cy="492443"/>
          </a:xfrm>
          <a:prstGeom prst="rect">
            <a:avLst/>
          </a:prstGeom>
          <a:noFill/>
        </p:spPr>
        <p:txBody>
          <a:bodyPr wrap="square" lIns="0" tIns="0" rIns="0" bIns="0" anchor="ctr">
            <a:spAutoFit/>
          </a:bodyPr>
          <a:lstStyle/>
          <a:p>
            <a:pPr algn="ctr"/>
            <a:r>
              <a:rPr sz="2600" b="1" i="0" dirty="0">
                <a:solidFill>
                  <a:srgbClr val="FFFFFF"/>
                </a:solidFill>
              </a:rPr>
              <a:t>Largest anomaly is not always the fault origin</a:t>
            </a:r>
          </a:p>
        </p:txBody>
      </p:sp>
      <p:sp>
        <p:nvSpPr>
          <p:cNvPr id="11" name="Rounded Rectangle 10"/>
          <p:cNvSpPr/>
          <p:nvPr/>
        </p:nvSpPr>
        <p:spPr>
          <a:xfrm>
            <a:off x="9401174" y="2377440"/>
            <a:ext cx="5137785" cy="338328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601200" y="2697480"/>
            <a:ext cx="4663440" cy="457200"/>
          </a:xfrm>
          <a:prstGeom prst="rect">
            <a:avLst/>
          </a:prstGeom>
          <a:noFill/>
        </p:spPr>
        <p:txBody>
          <a:bodyPr wrap="square" lIns="0" tIns="0" rIns="0" bIns="0" anchor="t">
            <a:spAutoFit/>
          </a:bodyPr>
          <a:lstStyle/>
          <a:p>
            <a:pPr algn="l"/>
            <a:r>
              <a:rPr sz="2700" b="1" i="0">
                <a:solidFill>
                  <a:srgbClr val="E31738"/>
                </a:solidFill>
              </a:rPr>
              <a:t>Anomaly localisation</a:t>
            </a:r>
          </a:p>
        </p:txBody>
      </p:sp>
      <p:sp>
        <p:nvSpPr>
          <p:cNvPr id="13" name="TextBox 12"/>
          <p:cNvSpPr txBox="1"/>
          <p:nvPr/>
        </p:nvSpPr>
        <p:spPr>
          <a:xfrm>
            <a:off x="9601200" y="3474720"/>
            <a:ext cx="4663440" cy="1828800"/>
          </a:xfrm>
          <a:prstGeom prst="rect">
            <a:avLst/>
          </a:prstGeom>
          <a:noFill/>
        </p:spPr>
        <p:txBody>
          <a:bodyPr wrap="square" lIns="0" tIns="0" rIns="0" bIns="0" anchor="t">
            <a:spAutoFit/>
          </a:bodyPr>
          <a:lstStyle/>
          <a:p>
            <a:pPr algn="l"/>
            <a:r>
              <a:rPr sz="2400" b="0" i="0" dirty="0">
                <a:solidFill>
                  <a:srgbClr val="333336"/>
                </a:solidFill>
              </a:rPr>
              <a:t>Which variables are affected?</a:t>
            </a:r>
          </a:p>
        </p:txBody>
      </p:sp>
      <p:sp>
        <p:nvSpPr>
          <p:cNvPr id="14" name="Rounded Rectangle 13"/>
          <p:cNvSpPr/>
          <p:nvPr/>
        </p:nvSpPr>
        <p:spPr>
          <a:xfrm>
            <a:off x="9281160" y="6035040"/>
            <a:ext cx="5257800" cy="356616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601200" y="6355080"/>
            <a:ext cx="4663440" cy="457200"/>
          </a:xfrm>
          <a:prstGeom prst="rect">
            <a:avLst/>
          </a:prstGeom>
          <a:noFill/>
        </p:spPr>
        <p:txBody>
          <a:bodyPr wrap="square" lIns="0" tIns="0" rIns="0" bIns="0" anchor="t">
            <a:spAutoFit/>
          </a:bodyPr>
          <a:lstStyle/>
          <a:p>
            <a:pPr algn="l"/>
            <a:r>
              <a:rPr sz="2700" b="1" i="0">
                <a:solidFill>
                  <a:srgbClr val="E31738"/>
                </a:solidFill>
              </a:rPr>
              <a:t>Root-cause identification</a:t>
            </a:r>
          </a:p>
        </p:txBody>
      </p:sp>
      <p:sp>
        <p:nvSpPr>
          <p:cNvPr id="16" name="TextBox 15"/>
          <p:cNvSpPr txBox="1"/>
          <p:nvPr/>
        </p:nvSpPr>
        <p:spPr>
          <a:xfrm>
            <a:off x="9601200" y="7132320"/>
            <a:ext cx="4663440" cy="2194560"/>
          </a:xfrm>
          <a:prstGeom prst="rect">
            <a:avLst/>
          </a:prstGeom>
          <a:noFill/>
        </p:spPr>
        <p:txBody>
          <a:bodyPr wrap="square" lIns="0" tIns="0" rIns="0" bIns="0" anchor="t">
            <a:spAutoFit/>
          </a:bodyPr>
          <a:lstStyle/>
          <a:p>
            <a:pPr algn="l"/>
            <a:r>
              <a:rPr sz="2400" b="0" i="0" dirty="0">
                <a:solidFill>
                  <a:srgbClr val="333336"/>
                </a:solidFill>
              </a:rPr>
              <a:t>Which variable or component initiated the disturbance?</a:t>
            </a:r>
          </a:p>
        </p:txBody>
      </p:sp>
      <p:sp>
        <p:nvSpPr>
          <p:cNvPr id="18" name="TextBox 17">
            <a:extLst>
              <a:ext uri="{FF2B5EF4-FFF2-40B4-BE49-F238E27FC236}">
                <a16:creationId xmlns:a16="http://schemas.microsoft.com/office/drawing/2014/main" id="{05FA5085-A125-4B74-F9BC-BBEA8F56C938}"/>
              </a:ext>
            </a:extLst>
          </p:cNvPr>
          <p:cNvSpPr txBox="1"/>
          <p:nvPr/>
        </p:nvSpPr>
        <p:spPr>
          <a:xfrm>
            <a:off x="1760506" y="8074819"/>
            <a:ext cx="7536656" cy="369332"/>
          </a:xfrm>
          <a:prstGeom prst="rect">
            <a:avLst/>
          </a:prstGeom>
          <a:noFill/>
        </p:spPr>
        <p:txBody>
          <a:bodyPr wrap="square">
            <a:spAutoFit/>
          </a:bodyPr>
          <a:lstStyle/>
          <a:p>
            <a:r>
              <a:rPr lang="en-AU" b="1" dirty="0"/>
              <a:t>Figure 1. </a:t>
            </a:r>
            <a:r>
              <a:rPr lang="en-AU" dirty="0"/>
              <a:t>Fault propagation from source to downstream symptoms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a:solidFill>
                  <a:srgbClr val="59595C"/>
                </a:solidFill>
              </a:rPr>
              <a:t>Research Questions and Objectives</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900" b="0" i="0">
                <a:solidFill>
                  <a:srgbClr val="59595C"/>
                </a:solidFill>
              </a:rPr>
              <a:t>What the study sets out to answer</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400" b="0" i="1">
                <a:solidFill>
                  <a:srgbClr val="59595C"/>
                </a:solidFill>
              </a:rPr>
              <a:t>Sources: derived from Sections 2.5-2.6 of the report</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4</a:t>
            </a:fld>
            <a:endParaRPr lang="en-AU"/>
          </a:p>
        </p:txBody>
      </p:sp>
      <p:sp>
        <p:nvSpPr>
          <p:cNvPr id="7" name="Rounded Rectangle 6"/>
          <p:cNvSpPr/>
          <p:nvPr/>
        </p:nvSpPr>
        <p:spPr>
          <a:xfrm>
            <a:off x="758952" y="2377440"/>
            <a:ext cx="8412480" cy="22860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1051560" y="3154680"/>
            <a:ext cx="1371600" cy="731520"/>
          </a:xfrm>
          <a:prstGeom prst="roundRect">
            <a:avLst>
              <a:gd name="adj" fmla="val 50000"/>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51560" y="3154680"/>
            <a:ext cx="1371600" cy="731520"/>
          </a:xfrm>
          <a:prstGeom prst="rect">
            <a:avLst/>
          </a:prstGeom>
          <a:noFill/>
        </p:spPr>
        <p:txBody>
          <a:bodyPr wrap="square" lIns="0" tIns="0" rIns="0" bIns="0" anchor="ctr">
            <a:spAutoFit/>
          </a:bodyPr>
          <a:lstStyle/>
          <a:p>
            <a:pPr algn="ctr"/>
            <a:r>
              <a:rPr sz="2500" b="1" i="0">
                <a:solidFill>
                  <a:srgbClr val="FFFFFF"/>
                </a:solidFill>
              </a:rPr>
              <a:t>RQ1</a:t>
            </a:r>
          </a:p>
        </p:txBody>
      </p:sp>
      <p:sp>
        <p:nvSpPr>
          <p:cNvPr id="10" name="TextBox 9"/>
          <p:cNvSpPr txBox="1"/>
          <p:nvPr/>
        </p:nvSpPr>
        <p:spPr>
          <a:xfrm>
            <a:off x="2697480" y="2560320"/>
            <a:ext cx="6217920" cy="1920240"/>
          </a:xfrm>
          <a:prstGeom prst="rect">
            <a:avLst/>
          </a:prstGeom>
          <a:noFill/>
        </p:spPr>
        <p:txBody>
          <a:bodyPr wrap="square" lIns="0" tIns="0" rIns="0" bIns="0" anchor="ctr">
            <a:spAutoFit/>
          </a:bodyPr>
          <a:lstStyle/>
          <a:p>
            <a:pPr algn="l"/>
            <a:r>
              <a:rPr sz="2300" b="0" i="0">
                <a:solidFill>
                  <a:srgbClr val="333336"/>
                </a:solidFill>
              </a:rPr>
              <a:t>Can existing localisation and causal RCA methods distinguish the initiating source from downstream propagated effects?</a:t>
            </a:r>
          </a:p>
        </p:txBody>
      </p:sp>
      <p:sp>
        <p:nvSpPr>
          <p:cNvPr id="11" name="Rounded Rectangle 10"/>
          <p:cNvSpPr/>
          <p:nvPr/>
        </p:nvSpPr>
        <p:spPr>
          <a:xfrm>
            <a:off x="758952" y="4892040"/>
            <a:ext cx="8412480" cy="22860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1051560" y="5669279"/>
            <a:ext cx="1371600" cy="731520"/>
          </a:xfrm>
          <a:prstGeom prst="roundRect">
            <a:avLst>
              <a:gd name="adj" fmla="val 50000"/>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51560" y="5669279"/>
            <a:ext cx="1371600" cy="731520"/>
          </a:xfrm>
          <a:prstGeom prst="rect">
            <a:avLst/>
          </a:prstGeom>
          <a:noFill/>
        </p:spPr>
        <p:txBody>
          <a:bodyPr wrap="square" lIns="0" tIns="0" rIns="0" bIns="0" anchor="ctr">
            <a:spAutoFit/>
          </a:bodyPr>
          <a:lstStyle/>
          <a:p>
            <a:pPr algn="ctr"/>
            <a:r>
              <a:rPr sz="2500" b="1" i="0">
                <a:solidFill>
                  <a:srgbClr val="FFFFFF"/>
                </a:solidFill>
              </a:rPr>
              <a:t>RQ2</a:t>
            </a:r>
          </a:p>
        </p:txBody>
      </p:sp>
      <p:sp>
        <p:nvSpPr>
          <p:cNvPr id="14" name="TextBox 13"/>
          <p:cNvSpPr txBox="1"/>
          <p:nvPr/>
        </p:nvSpPr>
        <p:spPr>
          <a:xfrm>
            <a:off x="2697480" y="5074920"/>
            <a:ext cx="6217920" cy="1920240"/>
          </a:xfrm>
          <a:prstGeom prst="rect">
            <a:avLst/>
          </a:prstGeom>
          <a:noFill/>
        </p:spPr>
        <p:txBody>
          <a:bodyPr wrap="square" lIns="0" tIns="0" rIns="0" bIns="0" anchor="ctr">
            <a:spAutoFit/>
          </a:bodyPr>
          <a:lstStyle/>
          <a:p>
            <a:pPr algn="l"/>
            <a:r>
              <a:rPr sz="2300" b="0" i="0">
                <a:solidFill>
                  <a:srgbClr val="333336"/>
                </a:solidFill>
              </a:rPr>
              <a:t>Which timing, dependency, causal and counterfactual signals best separate the source from symptoms?</a:t>
            </a:r>
          </a:p>
        </p:txBody>
      </p:sp>
      <p:sp>
        <p:nvSpPr>
          <p:cNvPr id="15" name="Rounded Rectangle 14"/>
          <p:cNvSpPr/>
          <p:nvPr/>
        </p:nvSpPr>
        <p:spPr>
          <a:xfrm>
            <a:off x="758952" y="7406640"/>
            <a:ext cx="8412480" cy="22860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1051560" y="8183879"/>
            <a:ext cx="1371600" cy="731520"/>
          </a:xfrm>
          <a:prstGeom prst="roundRect">
            <a:avLst>
              <a:gd name="adj" fmla="val 50000"/>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51560" y="8183879"/>
            <a:ext cx="1371600" cy="731520"/>
          </a:xfrm>
          <a:prstGeom prst="rect">
            <a:avLst/>
          </a:prstGeom>
          <a:noFill/>
        </p:spPr>
        <p:txBody>
          <a:bodyPr wrap="square" lIns="0" tIns="0" rIns="0" bIns="0" anchor="ctr">
            <a:spAutoFit/>
          </a:bodyPr>
          <a:lstStyle/>
          <a:p>
            <a:pPr algn="ctr"/>
            <a:r>
              <a:rPr sz="2500" b="1" i="0">
                <a:solidFill>
                  <a:srgbClr val="FFFFFF"/>
                </a:solidFill>
              </a:rPr>
              <a:t>RQ3</a:t>
            </a:r>
          </a:p>
        </p:txBody>
      </p:sp>
      <p:sp>
        <p:nvSpPr>
          <p:cNvPr id="18" name="TextBox 17"/>
          <p:cNvSpPr txBox="1"/>
          <p:nvPr/>
        </p:nvSpPr>
        <p:spPr>
          <a:xfrm>
            <a:off x="2697480" y="7589519"/>
            <a:ext cx="6217920" cy="1920240"/>
          </a:xfrm>
          <a:prstGeom prst="rect">
            <a:avLst/>
          </a:prstGeom>
          <a:noFill/>
        </p:spPr>
        <p:txBody>
          <a:bodyPr wrap="square" lIns="0" tIns="0" rIns="0" bIns="0" anchor="ctr">
            <a:spAutoFit/>
          </a:bodyPr>
          <a:lstStyle/>
          <a:p>
            <a:pPr algn="l"/>
            <a:r>
              <a:rPr sz="2300" b="0" i="0">
                <a:solidFill>
                  <a:srgbClr val="333336"/>
                </a:solidFill>
              </a:rPr>
              <a:t>If a clear gap is found, can the most reliable evidence improve root-cause ranking?</a:t>
            </a:r>
          </a:p>
        </p:txBody>
      </p:sp>
      <p:sp>
        <p:nvSpPr>
          <p:cNvPr id="19" name="Rounded Rectangle 18"/>
          <p:cNvSpPr/>
          <p:nvPr/>
        </p:nvSpPr>
        <p:spPr>
          <a:xfrm>
            <a:off x="9418320" y="2377440"/>
            <a:ext cx="5120640" cy="7223760"/>
          </a:xfrm>
          <a:prstGeom prst="roundRect">
            <a:avLst>
              <a:gd name="adj" fmla="val 5000"/>
            </a:avLst>
          </a:prstGeom>
          <a:solidFill>
            <a:srgbClr val="3E3E42"/>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784080" y="2743200"/>
            <a:ext cx="4480560" cy="365760"/>
          </a:xfrm>
          <a:prstGeom prst="rect">
            <a:avLst/>
          </a:prstGeom>
          <a:noFill/>
        </p:spPr>
        <p:txBody>
          <a:bodyPr wrap="square" lIns="0" tIns="0" rIns="0" bIns="0" anchor="t">
            <a:spAutoFit/>
          </a:bodyPr>
          <a:lstStyle/>
          <a:p>
            <a:pPr algn="l"/>
            <a:r>
              <a:rPr sz="1700" b="1" i="0" spc="300">
                <a:solidFill>
                  <a:srgbClr val="61BFC4"/>
                </a:solidFill>
              </a:rPr>
              <a:t>RESEARCH OBJECTIVES</a:t>
            </a:r>
          </a:p>
        </p:txBody>
      </p:sp>
      <p:sp>
        <p:nvSpPr>
          <p:cNvPr id="21" name="TextBox 20"/>
          <p:cNvSpPr txBox="1"/>
          <p:nvPr/>
        </p:nvSpPr>
        <p:spPr>
          <a:xfrm>
            <a:off x="9784080" y="3429000"/>
            <a:ext cx="822960" cy="914400"/>
          </a:xfrm>
          <a:prstGeom prst="rect">
            <a:avLst/>
          </a:prstGeom>
          <a:noFill/>
        </p:spPr>
        <p:txBody>
          <a:bodyPr wrap="square" lIns="0" tIns="0" rIns="0" bIns="0" anchor="ctr">
            <a:spAutoFit/>
          </a:bodyPr>
          <a:lstStyle/>
          <a:p>
            <a:pPr algn="l"/>
            <a:r>
              <a:rPr sz="2700" b="1" i="0">
                <a:solidFill>
                  <a:srgbClr val="E31738"/>
                </a:solidFill>
              </a:rPr>
              <a:t>O1</a:t>
            </a:r>
          </a:p>
        </p:txBody>
      </p:sp>
      <p:sp>
        <p:nvSpPr>
          <p:cNvPr id="22" name="TextBox 21"/>
          <p:cNvSpPr txBox="1"/>
          <p:nvPr/>
        </p:nvSpPr>
        <p:spPr>
          <a:xfrm>
            <a:off x="10652760" y="3429000"/>
            <a:ext cx="3657600" cy="914400"/>
          </a:xfrm>
          <a:prstGeom prst="rect">
            <a:avLst/>
          </a:prstGeom>
          <a:noFill/>
        </p:spPr>
        <p:txBody>
          <a:bodyPr wrap="square" lIns="0" tIns="0" rIns="0" bIns="0" anchor="ctr">
            <a:spAutoFit/>
          </a:bodyPr>
          <a:lstStyle/>
          <a:p>
            <a:pPr algn="l"/>
            <a:r>
              <a:rPr sz="2200" b="0" i="0">
                <a:solidFill>
                  <a:srgbClr val="FFFFFF"/>
                </a:solidFill>
              </a:rPr>
              <a:t>Compare representative baselines</a:t>
            </a:r>
          </a:p>
        </p:txBody>
      </p:sp>
      <p:sp>
        <p:nvSpPr>
          <p:cNvPr id="23" name="TextBox 22"/>
          <p:cNvSpPr txBox="1"/>
          <p:nvPr/>
        </p:nvSpPr>
        <p:spPr>
          <a:xfrm>
            <a:off x="9784080" y="4617720"/>
            <a:ext cx="822960" cy="914400"/>
          </a:xfrm>
          <a:prstGeom prst="rect">
            <a:avLst/>
          </a:prstGeom>
          <a:noFill/>
        </p:spPr>
        <p:txBody>
          <a:bodyPr wrap="square" lIns="0" tIns="0" rIns="0" bIns="0" anchor="ctr">
            <a:spAutoFit/>
          </a:bodyPr>
          <a:lstStyle/>
          <a:p>
            <a:pPr algn="l"/>
            <a:r>
              <a:rPr sz="2700" b="1" i="0">
                <a:solidFill>
                  <a:srgbClr val="E31738"/>
                </a:solidFill>
              </a:rPr>
              <a:t>O2</a:t>
            </a:r>
          </a:p>
        </p:txBody>
      </p:sp>
      <p:sp>
        <p:nvSpPr>
          <p:cNvPr id="24" name="TextBox 23"/>
          <p:cNvSpPr txBox="1"/>
          <p:nvPr/>
        </p:nvSpPr>
        <p:spPr>
          <a:xfrm>
            <a:off x="10652760" y="4617720"/>
            <a:ext cx="3657600" cy="914400"/>
          </a:xfrm>
          <a:prstGeom prst="rect">
            <a:avLst/>
          </a:prstGeom>
          <a:noFill/>
        </p:spPr>
        <p:txBody>
          <a:bodyPr wrap="square" lIns="0" tIns="0" rIns="0" bIns="0" anchor="ctr">
            <a:spAutoFit/>
          </a:bodyPr>
          <a:lstStyle/>
          <a:p>
            <a:pPr algn="l"/>
            <a:r>
              <a:rPr sz="2200" b="0" i="0">
                <a:solidFill>
                  <a:srgbClr val="FFFFFF"/>
                </a:solidFill>
              </a:rPr>
              <a:t>Quantify source-symptom confusion</a:t>
            </a:r>
          </a:p>
        </p:txBody>
      </p:sp>
      <p:sp>
        <p:nvSpPr>
          <p:cNvPr id="25" name="TextBox 24"/>
          <p:cNvSpPr txBox="1"/>
          <p:nvPr/>
        </p:nvSpPr>
        <p:spPr>
          <a:xfrm>
            <a:off x="9784080" y="5806440"/>
            <a:ext cx="822960" cy="914400"/>
          </a:xfrm>
          <a:prstGeom prst="rect">
            <a:avLst/>
          </a:prstGeom>
          <a:noFill/>
        </p:spPr>
        <p:txBody>
          <a:bodyPr wrap="square" lIns="0" tIns="0" rIns="0" bIns="0" anchor="ctr">
            <a:spAutoFit/>
          </a:bodyPr>
          <a:lstStyle/>
          <a:p>
            <a:pPr algn="l"/>
            <a:r>
              <a:rPr sz="2700" b="1" i="0">
                <a:solidFill>
                  <a:srgbClr val="E31738"/>
                </a:solidFill>
              </a:rPr>
              <a:t>O3</a:t>
            </a:r>
          </a:p>
        </p:txBody>
      </p:sp>
      <p:sp>
        <p:nvSpPr>
          <p:cNvPr id="26" name="TextBox 25"/>
          <p:cNvSpPr txBox="1"/>
          <p:nvPr/>
        </p:nvSpPr>
        <p:spPr>
          <a:xfrm>
            <a:off x="10652760" y="5806440"/>
            <a:ext cx="3657600" cy="914400"/>
          </a:xfrm>
          <a:prstGeom prst="rect">
            <a:avLst/>
          </a:prstGeom>
          <a:noFill/>
        </p:spPr>
        <p:txBody>
          <a:bodyPr wrap="square" lIns="0" tIns="0" rIns="0" bIns="0" anchor="ctr">
            <a:spAutoFit/>
          </a:bodyPr>
          <a:lstStyle/>
          <a:p>
            <a:pPr algn="l"/>
            <a:r>
              <a:rPr sz="2200" b="0" i="0">
                <a:solidFill>
                  <a:srgbClr val="FFFFFF"/>
                </a:solidFill>
              </a:rPr>
              <a:t>Test robustness and evidence</a:t>
            </a:r>
          </a:p>
        </p:txBody>
      </p:sp>
      <p:sp>
        <p:nvSpPr>
          <p:cNvPr id="27" name="TextBox 26"/>
          <p:cNvSpPr txBox="1"/>
          <p:nvPr/>
        </p:nvSpPr>
        <p:spPr>
          <a:xfrm>
            <a:off x="9784080" y="6995160"/>
            <a:ext cx="822960" cy="914400"/>
          </a:xfrm>
          <a:prstGeom prst="rect">
            <a:avLst/>
          </a:prstGeom>
          <a:noFill/>
        </p:spPr>
        <p:txBody>
          <a:bodyPr wrap="square" lIns="0" tIns="0" rIns="0" bIns="0" anchor="ctr">
            <a:spAutoFit/>
          </a:bodyPr>
          <a:lstStyle/>
          <a:p>
            <a:pPr algn="l"/>
            <a:r>
              <a:rPr sz="2700" b="1" i="0">
                <a:solidFill>
                  <a:srgbClr val="E31738"/>
                </a:solidFill>
              </a:rPr>
              <a:t>O4</a:t>
            </a:r>
          </a:p>
        </p:txBody>
      </p:sp>
      <p:sp>
        <p:nvSpPr>
          <p:cNvPr id="28" name="TextBox 27"/>
          <p:cNvSpPr txBox="1"/>
          <p:nvPr/>
        </p:nvSpPr>
        <p:spPr>
          <a:xfrm>
            <a:off x="10652760" y="6995160"/>
            <a:ext cx="3657600" cy="914400"/>
          </a:xfrm>
          <a:prstGeom prst="rect">
            <a:avLst/>
          </a:prstGeom>
          <a:noFill/>
        </p:spPr>
        <p:txBody>
          <a:bodyPr wrap="square" lIns="0" tIns="0" rIns="0" bIns="0" anchor="ctr">
            <a:spAutoFit/>
          </a:bodyPr>
          <a:lstStyle/>
          <a:p>
            <a:pPr algn="l"/>
            <a:r>
              <a:rPr sz="2200" b="0" i="0">
                <a:solidFill>
                  <a:srgbClr val="FFFFFF"/>
                </a:solidFill>
              </a:rPr>
              <a:t>Separate detection / localisation / RCA metrics</a:t>
            </a:r>
          </a:p>
        </p:txBody>
      </p:sp>
      <p:sp>
        <p:nvSpPr>
          <p:cNvPr id="29" name="TextBox 28"/>
          <p:cNvSpPr txBox="1"/>
          <p:nvPr/>
        </p:nvSpPr>
        <p:spPr>
          <a:xfrm>
            <a:off x="9784080" y="8183879"/>
            <a:ext cx="822960" cy="914400"/>
          </a:xfrm>
          <a:prstGeom prst="rect">
            <a:avLst/>
          </a:prstGeom>
          <a:noFill/>
        </p:spPr>
        <p:txBody>
          <a:bodyPr wrap="square" lIns="0" tIns="0" rIns="0" bIns="0" anchor="ctr">
            <a:spAutoFit/>
          </a:bodyPr>
          <a:lstStyle/>
          <a:p>
            <a:pPr algn="l"/>
            <a:r>
              <a:rPr sz="2700" b="1" i="0">
                <a:solidFill>
                  <a:srgbClr val="E31738"/>
                </a:solidFill>
              </a:rPr>
              <a:t>O5</a:t>
            </a:r>
          </a:p>
        </p:txBody>
      </p:sp>
      <p:sp>
        <p:nvSpPr>
          <p:cNvPr id="30" name="TextBox 29"/>
          <p:cNvSpPr txBox="1"/>
          <p:nvPr/>
        </p:nvSpPr>
        <p:spPr>
          <a:xfrm>
            <a:off x="10652760" y="8183879"/>
            <a:ext cx="3657600" cy="914400"/>
          </a:xfrm>
          <a:prstGeom prst="rect">
            <a:avLst/>
          </a:prstGeom>
          <a:noFill/>
        </p:spPr>
        <p:txBody>
          <a:bodyPr wrap="square" lIns="0" tIns="0" rIns="0" bIns="0" anchor="ctr">
            <a:spAutoFit/>
          </a:bodyPr>
          <a:lstStyle/>
          <a:p>
            <a:pPr algn="l"/>
            <a:r>
              <a:rPr sz="2200" b="0" i="0">
                <a:solidFill>
                  <a:srgbClr val="FFFFFF"/>
                </a:solidFill>
              </a:rPr>
              <a:t>Develop a new method only if justified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dirty="0">
                <a:solidFill>
                  <a:srgbClr val="59595C"/>
                </a:solidFill>
              </a:rPr>
              <a:t>Literature Review Summary 1/2</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900" b="0" i="0">
                <a:solidFill>
                  <a:srgbClr val="59595C"/>
                </a:solidFill>
              </a:rPr>
              <a:t>Detection-oriented families: what they offer and where they stop</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300" b="0" i="1">
                <a:solidFill>
                  <a:srgbClr val="59595C"/>
                </a:solidFill>
              </a:rPr>
              <a:t>Sources: [1]-[8], [17]-[29]</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5</a:t>
            </a:fld>
            <a:endParaRPr lang="en-AU"/>
          </a:p>
        </p:txBody>
      </p:sp>
      <p:sp>
        <p:nvSpPr>
          <p:cNvPr id="7" name="Rounded Rectangle 6"/>
          <p:cNvSpPr/>
          <p:nvPr/>
        </p:nvSpPr>
        <p:spPr>
          <a:xfrm>
            <a:off x="758952" y="2377440"/>
            <a:ext cx="4434840" cy="576072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124712" y="2651760"/>
            <a:ext cx="3703320" cy="914400"/>
          </a:xfrm>
          <a:prstGeom prst="rect">
            <a:avLst/>
          </a:prstGeom>
          <a:noFill/>
        </p:spPr>
        <p:txBody>
          <a:bodyPr wrap="square" lIns="0" tIns="0" rIns="0" bIns="0" anchor="t">
            <a:spAutoFit/>
          </a:bodyPr>
          <a:lstStyle/>
          <a:p>
            <a:pPr algn="l"/>
            <a:r>
              <a:rPr sz="2600" b="1" i="0">
                <a:solidFill>
                  <a:srgbClr val="E31738"/>
                </a:solidFill>
              </a:rPr>
              <a:t>Reconstruction / probabilistic</a:t>
            </a:r>
          </a:p>
        </p:txBody>
      </p:sp>
      <p:sp>
        <p:nvSpPr>
          <p:cNvPr id="9" name="TextBox 8"/>
          <p:cNvSpPr txBox="1"/>
          <p:nvPr/>
        </p:nvSpPr>
        <p:spPr>
          <a:xfrm>
            <a:off x="1124712" y="3611880"/>
            <a:ext cx="3703320" cy="1097280"/>
          </a:xfrm>
          <a:prstGeom prst="rect">
            <a:avLst/>
          </a:prstGeom>
          <a:noFill/>
        </p:spPr>
        <p:txBody>
          <a:bodyPr wrap="square" lIns="0" tIns="0" rIns="0" bIns="0" anchor="t">
            <a:spAutoFit/>
          </a:bodyPr>
          <a:lstStyle/>
          <a:p>
            <a:pPr algn="l"/>
            <a:r>
              <a:rPr sz="1800" b="0" i="0">
                <a:solidFill>
                  <a:srgbClr val="59595C"/>
                </a:solidFill>
              </a:rPr>
              <a:t>OmniAnomaly, MSCRED, DAGMM, USAD, THOC</a:t>
            </a:r>
          </a:p>
        </p:txBody>
      </p:sp>
      <p:sp>
        <p:nvSpPr>
          <p:cNvPr id="10" name="TextBox 9"/>
          <p:cNvSpPr txBox="1"/>
          <p:nvPr/>
        </p:nvSpPr>
        <p:spPr>
          <a:xfrm>
            <a:off x="1124712" y="4800600"/>
            <a:ext cx="3703320" cy="215444"/>
          </a:xfrm>
          <a:prstGeom prst="rect">
            <a:avLst/>
          </a:prstGeom>
          <a:noFill/>
        </p:spPr>
        <p:txBody>
          <a:bodyPr wrap="square" lIns="0" tIns="0" rIns="0" bIns="0" anchor="t">
            <a:spAutoFit/>
          </a:bodyPr>
          <a:lstStyle/>
          <a:p>
            <a:pPr algn="l"/>
            <a:r>
              <a:rPr sz="1400" b="1" i="0" dirty="0">
                <a:solidFill>
                  <a:srgbClr val="1D8E95"/>
                </a:solidFill>
              </a:rPr>
              <a:t>STRENGTH</a:t>
            </a:r>
          </a:p>
        </p:txBody>
      </p:sp>
      <p:sp>
        <p:nvSpPr>
          <p:cNvPr id="11" name="TextBox 10"/>
          <p:cNvSpPr txBox="1"/>
          <p:nvPr/>
        </p:nvSpPr>
        <p:spPr>
          <a:xfrm>
            <a:off x="1124712" y="5120640"/>
            <a:ext cx="3703320" cy="1005840"/>
          </a:xfrm>
          <a:prstGeom prst="rect">
            <a:avLst/>
          </a:prstGeom>
          <a:noFill/>
        </p:spPr>
        <p:txBody>
          <a:bodyPr wrap="square" lIns="0" tIns="0" rIns="0" bIns="0" anchor="t">
            <a:spAutoFit/>
          </a:bodyPr>
          <a:lstStyle/>
          <a:p>
            <a:pPr algn="l"/>
            <a:r>
              <a:rPr sz="2100" b="0" i="0">
                <a:solidFill>
                  <a:srgbClr val="333336"/>
                </a:solidFill>
              </a:rPr>
              <a:t>Excellent detection and interpretation</a:t>
            </a:r>
          </a:p>
        </p:txBody>
      </p:sp>
      <p:sp>
        <p:nvSpPr>
          <p:cNvPr id="12" name="TextBox 11"/>
          <p:cNvSpPr txBox="1"/>
          <p:nvPr/>
        </p:nvSpPr>
        <p:spPr>
          <a:xfrm>
            <a:off x="1124712" y="6217920"/>
            <a:ext cx="3703320" cy="215444"/>
          </a:xfrm>
          <a:prstGeom prst="rect">
            <a:avLst/>
          </a:prstGeom>
          <a:noFill/>
        </p:spPr>
        <p:txBody>
          <a:bodyPr wrap="square" lIns="0" tIns="0" rIns="0" bIns="0" anchor="t">
            <a:spAutoFit/>
          </a:bodyPr>
          <a:lstStyle/>
          <a:p>
            <a:pPr algn="l"/>
            <a:r>
              <a:rPr sz="1400" b="1" i="0" dirty="0">
                <a:solidFill>
                  <a:srgbClr val="1D8E95"/>
                </a:solidFill>
              </a:rPr>
              <a:t>LIMITATION</a:t>
            </a:r>
          </a:p>
        </p:txBody>
      </p:sp>
      <p:sp>
        <p:nvSpPr>
          <p:cNvPr id="13" name="TextBox 12"/>
          <p:cNvSpPr txBox="1"/>
          <p:nvPr/>
        </p:nvSpPr>
        <p:spPr>
          <a:xfrm>
            <a:off x="1124712" y="6537960"/>
            <a:ext cx="3703320" cy="1005840"/>
          </a:xfrm>
          <a:prstGeom prst="rect">
            <a:avLst/>
          </a:prstGeom>
          <a:noFill/>
        </p:spPr>
        <p:txBody>
          <a:bodyPr wrap="square" lIns="0" tIns="0" rIns="0" bIns="0" anchor="t">
            <a:spAutoFit/>
          </a:bodyPr>
          <a:lstStyle/>
          <a:p>
            <a:pPr algn="l"/>
            <a:r>
              <a:rPr sz="2100" b="0" i="0">
                <a:solidFill>
                  <a:srgbClr val="333336"/>
                </a:solidFill>
              </a:rPr>
              <a:t>Not designed to separate source from symptom</a:t>
            </a:r>
          </a:p>
        </p:txBody>
      </p:sp>
      <p:sp>
        <p:nvSpPr>
          <p:cNvPr id="14" name="TextBox 13"/>
          <p:cNvSpPr txBox="1"/>
          <p:nvPr/>
        </p:nvSpPr>
        <p:spPr>
          <a:xfrm>
            <a:off x="1124712" y="7680960"/>
            <a:ext cx="3703320" cy="320040"/>
          </a:xfrm>
          <a:prstGeom prst="rect">
            <a:avLst/>
          </a:prstGeom>
          <a:noFill/>
        </p:spPr>
        <p:txBody>
          <a:bodyPr wrap="square" lIns="0" tIns="0" rIns="0" bIns="0" anchor="t">
            <a:spAutoFit/>
          </a:bodyPr>
          <a:lstStyle/>
          <a:p>
            <a:pPr algn="l"/>
            <a:r>
              <a:rPr sz="1400" b="0" i="1">
                <a:solidFill>
                  <a:srgbClr val="59595C"/>
                </a:solidFill>
              </a:rPr>
              <a:t>[1], [4], [17]-[20]</a:t>
            </a:r>
          </a:p>
        </p:txBody>
      </p:sp>
      <p:sp>
        <p:nvSpPr>
          <p:cNvPr id="15" name="Rounded Rectangle 14"/>
          <p:cNvSpPr/>
          <p:nvPr/>
        </p:nvSpPr>
        <p:spPr>
          <a:xfrm>
            <a:off x="5431536" y="2377440"/>
            <a:ext cx="4434840" cy="576072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6" name="TextBox 15"/>
          <p:cNvSpPr txBox="1"/>
          <p:nvPr/>
        </p:nvSpPr>
        <p:spPr>
          <a:xfrm>
            <a:off x="5797296" y="2651760"/>
            <a:ext cx="3703320" cy="914400"/>
          </a:xfrm>
          <a:prstGeom prst="rect">
            <a:avLst/>
          </a:prstGeom>
          <a:noFill/>
        </p:spPr>
        <p:txBody>
          <a:bodyPr wrap="square" lIns="0" tIns="0" rIns="0" bIns="0" anchor="t">
            <a:spAutoFit/>
          </a:bodyPr>
          <a:lstStyle/>
          <a:p>
            <a:pPr algn="l"/>
            <a:r>
              <a:rPr sz="2600" b="1" i="0">
                <a:solidFill>
                  <a:srgbClr val="E31738"/>
                </a:solidFill>
              </a:rPr>
              <a:t>Graph / dependency</a:t>
            </a:r>
          </a:p>
        </p:txBody>
      </p:sp>
      <p:sp>
        <p:nvSpPr>
          <p:cNvPr id="17" name="TextBox 16"/>
          <p:cNvSpPr txBox="1"/>
          <p:nvPr/>
        </p:nvSpPr>
        <p:spPr>
          <a:xfrm>
            <a:off x="5797296" y="3611880"/>
            <a:ext cx="3703320" cy="1097280"/>
          </a:xfrm>
          <a:prstGeom prst="rect">
            <a:avLst/>
          </a:prstGeom>
          <a:noFill/>
        </p:spPr>
        <p:txBody>
          <a:bodyPr wrap="square" lIns="0" tIns="0" rIns="0" bIns="0" anchor="t">
            <a:spAutoFit/>
          </a:bodyPr>
          <a:lstStyle/>
          <a:p>
            <a:pPr algn="l"/>
            <a:r>
              <a:rPr sz="1800" b="0" i="0">
                <a:solidFill>
                  <a:srgbClr val="59595C"/>
                </a:solidFill>
              </a:rPr>
              <a:t>GDN, MTAD-GAT, InterFusion, DAEMON</a:t>
            </a:r>
          </a:p>
        </p:txBody>
      </p:sp>
      <p:sp>
        <p:nvSpPr>
          <p:cNvPr id="18" name="TextBox 17"/>
          <p:cNvSpPr txBox="1"/>
          <p:nvPr/>
        </p:nvSpPr>
        <p:spPr>
          <a:xfrm>
            <a:off x="5797296" y="4800600"/>
            <a:ext cx="3703320" cy="215444"/>
          </a:xfrm>
          <a:prstGeom prst="rect">
            <a:avLst/>
          </a:prstGeom>
          <a:noFill/>
        </p:spPr>
        <p:txBody>
          <a:bodyPr wrap="square" lIns="0" tIns="0" rIns="0" bIns="0" anchor="t">
            <a:spAutoFit/>
          </a:bodyPr>
          <a:lstStyle/>
          <a:p>
            <a:pPr algn="l"/>
            <a:r>
              <a:rPr sz="1400" b="1" i="0" dirty="0">
                <a:solidFill>
                  <a:srgbClr val="1D8E95"/>
                </a:solidFill>
              </a:rPr>
              <a:t>STRENGTH</a:t>
            </a:r>
          </a:p>
        </p:txBody>
      </p:sp>
      <p:sp>
        <p:nvSpPr>
          <p:cNvPr id="19" name="TextBox 18"/>
          <p:cNvSpPr txBox="1"/>
          <p:nvPr/>
        </p:nvSpPr>
        <p:spPr>
          <a:xfrm>
            <a:off x="5797296" y="5120640"/>
            <a:ext cx="3703320" cy="1005840"/>
          </a:xfrm>
          <a:prstGeom prst="rect">
            <a:avLst/>
          </a:prstGeom>
          <a:noFill/>
        </p:spPr>
        <p:txBody>
          <a:bodyPr wrap="square" lIns="0" tIns="0" rIns="0" bIns="0" anchor="t">
            <a:spAutoFit/>
          </a:bodyPr>
          <a:lstStyle/>
          <a:p>
            <a:pPr algn="l"/>
            <a:r>
              <a:rPr sz="2100" b="0" i="0">
                <a:solidFill>
                  <a:srgbClr val="333336"/>
                </a:solidFill>
              </a:rPr>
              <a:t>Models inter-variable structure</a:t>
            </a:r>
          </a:p>
        </p:txBody>
      </p:sp>
      <p:sp>
        <p:nvSpPr>
          <p:cNvPr id="20" name="TextBox 19"/>
          <p:cNvSpPr txBox="1"/>
          <p:nvPr/>
        </p:nvSpPr>
        <p:spPr>
          <a:xfrm>
            <a:off x="5797296" y="6217920"/>
            <a:ext cx="3703320" cy="215444"/>
          </a:xfrm>
          <a:prstGeom prst="rect">
            <a:avLst/>
          </a:prstGeom>
          <a:noFill/>
        </p:spPr>
        <p:txBody>
          <a:bodyPr wrap="square" lIns="0" tIns="0" rIns="0" bIns="0" anchor="t">
            <a:spAutoFit/>
          </a:bodyPr>
          <a:lstStyle/>
          <a:p>
            <a:pPr algn="l"/>
            <a:r>
              <a:rPr sz="1400" b="1" i="0" dirty="0">
                <a:solidFill>
                  <a:srgbClr val="1D8E95"/>
                </a:solidFill>
              </a:rPr>
              <a:t>LIMITATION</a:t>
            </a:r>
          </a:p>
        </p:txBody>
      </p:sp>
      <p:sp>
        <p:nvSpPr>
          <p:cNvPr id="21" name="TextBox 20"/>
          <p:cNvSpPr txBox="1"/>
          <p:nvPr/>
        </p:nvSpPr>
        <p:spPr>
          <a:xfrm>
            <a:off x="5797296" y="6537960"/>
            <a:ext cx="3703320" cy="1005840"/>
          </a:xfrm>
          <a:prstGeom prst="rect">
            <a:avLst/>
          </a:prstGeom>
          <a:noFill/>
        </p:spPr>
        <p:txBody>
          <a:bodyPr wrap="square" lIns="0" tIns="0" rIns="0" bIns="0" anchor="t">
            <a:spAutoFit/>
          </a:bodyPr>
          <a:lstStyle/>
          <a:p>
            <a:pPr algn="l"/>
            <a:r>
              <a:rPr sz="2100" b="0" i="0">
                <a:solidFill>
                  <a:srgbClr val="333336"/>
                </a:solidFill>
              </a:rPr>
              <a:t>Dependency does not prove causality</a:t>
            </a:r>
          </a:p>
        </p:txBody>
      </p:sp>
      <p:sp>
        <p:nvSpPr>
          <p:cNvPr id="22" name="TextBox 21"/>
          <p:cNvSpPr txBox="1"/>
          <p:nvPr/>
        </p:nvSpPr>
        <p:spPr>
          <a:xfrm>
            <a:off x="5797296" y="7680960"/>
            <a:ext cx="3703320" cy="320040"/>
          </a:xfrm>
          <a:prstGeom prst="rect">
            <a:avLst/>
          </a:prstGeom>
          <a:noFill/>
        </p:spPr>
        <p:txBody>
          <a:bodyPr wrap="square" lIns="0" tIns="0" rIns="0" bIns="0" anchor="t">
            <a:spAutoFit/>
          </a:bodyPr>
          <a:lstStyle/>
          <a:p>
            <a:pPr algn="l"/>
            <a:r>
              <a:rPr sz="1400" b="0" i="1">
                <a:solidFill>
                  <a:srgbClr val="59595C"/>
                </a:solidFill>
              </a:rPr>
              <a:t>[2], [5], [6], [21]-[23]</a:t>
            </a:r>
          </a:p>
        </p:txBody>
      </p:sp>
      <p:sp>
        <p:nvSpPr>
          <p:cNvPr id="23" name="Rounded Rectangle 22"/>
          <p:cNvSpPr/>
          <p:nvPr/>
        </p:nvSpPr>
        <p:spPr>
          <a:xfrm>
            <a:off x="10104120" y="2377440"/>
            <a:ext cx="4434840" cy="576072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24" name="TextBox 23"/>
          <p:cNvSpPr txBox="1"/>
          <p:nvPr/>
        </p:nvSpPr>
        <p:spPr>
          <a:xfrm>
            <a:off x="10469880" y="2651760"/>
            <a:ext cx="3703320" cy="914400"/>
          </a:xfrm>
          <a:prstGeom prst="rect">
            <a:avLst/>
          </a:prstGeom>
          <a:noFill/>
        </p:spPr>
        <p:txBody>
          <a:bodyPr wrap="square" lIns="0" tIns="0" rIns="0" bIns="0" anchor="t">
            <a:spAutoFit/>
          </a:bodyPr>
          <a:lstStyle/>
          <a:p>
            <a:pPr algn="l"/>
            <a:r>
              <a:rPr sz="2600" b="1" i="0">
                <a:solidFill>
                  <a:srgbClr val="E31738"/>
                </a:solidFill>
              </a:rPr>
              <a:t>Transformer-based</a:t>
            </a:r>
          </a:p>
        </p:txBody>
      </p:sp>
      <p:sp>
        <p:nvSpPr>
          <p:cNvPr id="25" name="TextBox 24"/>
          <p:cNvSpPr txBox="1"/>
          <p:nvPr/>
        </p:nvSpPr>
        <p:spPr>
          <a:xfrm>
            <a:off x="10469880" y="3611880"/>
            <a:ext cx="3703320" cy="1097280"/>
          </a:xfrm>
          <a:prstGeom prst="rect">
            <a:avLst/>
          </a:prstGeom>
          <a:noFill/>
        </p:spPr>
        <p:txBody>
          <a:bodyPr wrap="square" lIns="0" tIns="0" rIns="0" bIns="0" anchor="t">
            <a:spAutoFit/>
          </a:bodyPr>
          <a:lstStyle/>
          <a:p>
            <a:pPr algn="l"/>
            <a:r>
              <a:rPr sz="1800" b="0" i="0">
                <a:solidFill>
                  <a:srgbClr val="59595C"/>
                </a:solidFill>
              </a:rPr>
              <a:t>Anomaly Transformer, ALoRa-Loc, SARAD, TranAD</a:t>
            </a:r>
          </a:p>
        </p:txBody>
      </p:sp>
      <p:sp>
        <p:nvSpPr>
          <p:cNvPr id="26" name="TextBox 25"/>
          <p:cNvSpPr txBox="1"/>
          <p:nvPr/>
        </p:nvSpPr>
        <p:spPr>
          <a:xfrm>
            <a:off x="10469880" y="4800600"/>
            <a:ext cx="3703320" cy="200055"/>
          </a:xfrm>
          <a:prstGeom prst="rect">
            <a:avLst/>
          </a:prstGeom>
          <a:noFill/>
        </p:spPr>
        <p:txBody>
          <a:bodyPr wrap="square" lIns="0" tIns="0" rIns="0" bIns="0" anchor="t">
            <a:spAutoFit/>
          </a:bodyPr>
          <a:lstStyle/>
          <a:p>
            <a:pPr algn="l"/>
            <a:r>
              <a:rPr sz="1300" b="1" i="0" dirty="0">
                <a:solidFill>
                  <a:srgbClr val="1D8E95"/>
                </a:solidFill>
              </a:rPr>
              <a:t>STRENGTH</a:t>
            </a:r>
          </a:p>
        </p:txBody>
      </p:sp>
      <p:sp>
        <p:nvSpPr>
          <p:cNvPr id="27" name="TextBox 26"/>
          <p:cNvSpPr txBox="1"/>
          <p:nvPr/>
        </p:nvSpPr>
        <p:spPr>
          <a:xfrm>
            <a:off x="10469880" y="5120640"/>
            <a:ext cx="3703320" cy="1005840"/>
          </a:xfrm>
          <a:prstGeom prst="rect">
            <a:avLst/>
          </a:prstGeom>
          <a:noFill/>
        </p:spPr>
        <p:txBody>
          <a:bodyPr wrap="square" lIns="0" tIns="0" rIns="0" bIns="0" anchor="t">
            <a:spAutoFit/>
          </a:bodyPr>
          <a:lstStyle/>
          <a:p>
            <a:pPr algn="l"/>
            <a:r>
              <a:rPr sz="2100" b="0" i="0">
                <a:solidFill>
                  <a:srgbClr val="333336"/>
                </a:solidFill>
              </a:rPr>
              <a:t>Long-range temporal and cross-variable modelling</a:t>
            </a:r>
          </a:p>
        </p:txBody>
      </p:sp>
      <p:sp>
        <p:nvSpPr>
          <p:cNvPr id="28" name="TextBox 27"/>
          <p:cNvSpPr txBox="1"/>
          <p:nvPr/>
        </p:nvSpPr>
        <p:spPr>
          <a:xfrm>
            <a:off x="10469880" y="6217920"/>
            <a:ext cx="3703320" cy="200055"/>
          </a:xfrm>
          <a:prstGeom prst="rect">
            <a:avLst/>
          </a:prstGeom>
          <a:noFill/>
        </p:spPr>
        <p:txBody>
          <a:bodyPr wrap="square" lIns="0" tIns="0" rIns="0" bIns="0" anchor="t">
            <a:spAutoFit/>
          </a:bodyPr>
          <a:lstStyle/>
          <a:p>
            <a:pPr algn="l"/>
            <a:r>
              <a:rPr sz="1300" b="1" i="0" dirty="0">
                <a:solidFill>
                  <a:srgbClr val="1D8E95"/>
                </a:solidFill>
              </a:rPr>
              <a:t>LIMITATION</a:t>
            </a:r>
          </a:p>
        </p:txBody>
      </p:sp>
      <p:sp>
        <p:nvSpPr>
          <p:cNvPr id="29" name="TextBox 28"/>
          <p:cNvSpPr txBox="1"/>
          <p:nvPr/>
        </p:nvSpPr>
        <p:spPr>
          <a:xfrm>
            <a:off x="10469880" y="6537960"/>
            <a:ext cx="3703320" cy="1005840"/>
          </a:xfrm>
          <a:prstGeom prst="rect">
            <a:avLst/>
          </a:prstGeom>
          <a:noFill/>
        </p:spPr>
        <p:txBody>
          <a:bodyPr wrap="square" lIns="0" tIns="0" rIns="0" bIns="0" anchor="t">
            <a:spAutoFit/>
          </a:bodyPr>
          <a:lstStyle/>
          <a:p>
            <a:pPr algn="l"/>
            <a:r>
              <a:rPr sz="2100" b="0" i="0">
                <a:solidFill>
                  <a:srgbClr val="333336"/>
                </a:solidFill>
              </a:rPr>
              <a:t>Still infers the source from learned relations</a:t>
            </a:r>
          </a:p>
        </p:txBody>
      </p:sp>
      <p:sp>
        <p:nvSpPr>
          <p:cNvPr id="30" name="TextBox 29"/>
          <p:cNvSpPr txBox="1"/>
          <p:nvPr/>
        </p:nvSpPr>
        <p:spPr>
          <a:xfrm>
            <a:off x="10469880" y="7680960"/>
            <a:ext cx="3703320" cy="320040"/>
          </a:xfrm>
          <a:prstGeom prst="rect">
            <a:avLst/>
          </a:prstGeom>
          <a:noFill/>
        </p:spPr>
        <p:txBody>
          <a:bodyPr wrap="square" lIns="0" tIns="0" rIns="0" bIns="0" anchor="t">
            <a:spAutoFit/>
          </a:bodyPr>
          <a:lstStyle/>
          <a:p>
            <a:pPr algn="l"/>
            <a:r>
              <a:rPr sz="1400" b="0" i="1">
                <a:solidFill>
                  <a:srgbClr val="59595C"/>
                </a:solidFill>
              </a:rPr>
              <a:t>[3], [7], [8], [24]-[29]</a:t>
            </a:r>
          </a:p>
        </p:txBody>
      </p:sp>
      <p:sp>
        <p:nvSpPr>
          <p:cNvPr id="31" name="Rounded Rectangle 30"/>
          <p:cNvSpPr/>
          <p:nvPr/>
        </p:nvSpPr>
        <p:spPr>
          <a:xfrm>
            <a:off x="758952" y="8366760"/>
            <a:ext cx="13780008" cy="1234440"/>
          </a:xfrm>
          <a:prstGeom prst="roundRect">
            <a:avLst>
              <a:gd name="adj" fmla="val 5000"/>
            </a:avLst>
          </a:prstGeom>
          <a:solidFill>
            <a:srgbClr val="E31738"/>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097280" y="8366760"/>
            <a:ext cx="13075920" cy="1234440"/>
          </a:xfrm>
          <a:prstGeom prst="rect">
            <a:avLst/>
          </a:prstGeom>
          <a:noFill/>
        </p:spPr>
        <p:txBody>
          <a:bodyPr wrap="square" lIns="0" tIns="0" rIns="0" bIns="0" anchor="ctr">
            <a:spAutoFit/>
          </a:bodyPr>
          <a:lstStyle/>
          <a:p>
            <a:pPr algn="l"/>
            <a:r>
              <a:rPr sz="2400" b="1" i="0">
                <a:solidFill>
                  <a:srgbClr val="FFFFFF"/>
                </a:solidFill>
              </a:rPr>
              <a:t>Shared weakness: their rankings mainly reflect statistical abnormality, not causal origin.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a:solidFill>
                  <a:srgbClr val="59595C"/>
                </a:solidFill>
              </a:rPr>
              <a:t>Literature Review Summary 2/2</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800" b="0" i="0">
                <a:solidFill>
                  <a:srgbClr val="59595C"/>
                </a:solidFill>
              </a:rPr>
              <a:t>Causal methods, evaluation research and key papers compared</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300" b="0" i="1">
                <a:solidFill>
                  <a:srgbClr val="59595C"/>
                </a:solidFill>
              </a:rPr>
              <a:t>Sources: [9]-[16], [30]-[37]</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6</a:t>
            </a:fld>
            <a:endParaRPr lang="en-AU"/>
          </a:p>
        </p:txBody>
      </p:sp>
      <p:sp>
        <p:nvSpPr>
          <p:cNvPr id="7" name="Rounded Rectangle 6"/>
          <p:cNvSpPr/>
          <p:nvPr/>
        </p:nvSpPr>
        <p:spPr>
          <a:xfrm>
            <a:off x="758952" y="2377440"/>
            <a:ext cx="6766560" cy="7223760"/>
          </a:xfrm>
          <a:prstGeom prst="roundRect">
            <a:avLst>
              <a:gd name="adj" fmla="val 5000"/>
            </a:avLst>
          </a:prstGeom>
          <a:solidFill>
            <a:srgbClr val="3E3E42"/>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8" name="TextBox 7"/>
          <p:cNvSpPr txBox="1"/>
          <p:nvPr/>
        </p:nvSpPr>
        <p:spPr>
          <a:xfrm>
            <a:off x="1143000" y="2697480"/>
            <a:ext cx="6035040" cy="822960"/>
          </a:xfrm>
          <a:prstGeom prst="rect">
            <a:avLst/>
          </a:prstGeom>
          <a:noFill/>
        </p:spPr>
        <p:txBody>
          <a:bodyPr wrap="square" lIns="0" tIns="0" rIns="0" bIns="0" anchor="t">
            <a:spAutoFit/>
          </a:bodyPr>
          <a:lstStyle/>
          <a:p>
            <a:pPr algn="l"/>
            <a:r>
              <a:rPr sz="2800" b="1" i="0">
                <a:solidFill>
                  <a:srgbClr val="FFFFFF"/>
                </a:solidFill>
              </a:rPr>
              <a:t>Causal / counterfactual RCA</a:t>
            </a:r>
          </a:p>
        </p:txBody>
      </p:sp>
      <p:sp>
        <p:nvSpPr>
          <p:cNvPr id="9" name="TextBox 8"/>
          <p:cNvSpPr txBox="1"/>
          <p:nvPr/>
        </p:nvSpPr>
        <p:spPr>
          <a:xfrm>
            <a:off x="1143000" y="3611880"/>
            <a:ext cx="6035040" cy="1005840"/>
          </a:xfrm>
          <a:prstGeom prst="rect">
            <a:avLst/>
          </a:prstGeom>
          <a:noFill/>
        </p:spPr>
        <p:txBody>
          <a:bodyPr wrap="square" lIns="0" tIns="0" rIns="0" bIns="0" anchor="t">
            <a:spAutoFit/>
          </a:bodyPr>
          <a:lstStyle/>
          <a:p>
            <a:pPr algn="l"/>
            <a:r>
              <a:rPr sz="1800" b="0" i="0">
                <a:solidFill>
                  <a:srgbClr val="E4E4E6"/>
                </a:solidFill>
              </a:rPr>
              <a:t>CIRCA, RCD, AERCA, EasyRCA, CORAL, Conditional Attribution</a:t>
            </a:r>
          </a:p>
        </p:txBody>
      </p:sp>
      <p:sp>
        <p:nvSpPr>
          <p:cNvPr id="10" name="TextBox 9"/>
          <p:cNvSpPr txBox="1"/>
          <p:nvPr/>
        </p:nvSpPr>
        <p:spPr>
          <a:xfrm>
            <a:off x="1143000" y="4846320"/>
            <a:ext cx="6035040" cy="215444"/>
          </a:xfrm>
          <a:prstGeom prst="rect">
            <a:avLst/>
          </a:prstGeom>
          <a:noFill/>
        </p:spPr>
        <p:txBody>
          <a:bodyPr wrap="square" lIns="0" tIns="0" rIns="0" bIns="0" anchor="t">
            <a:spAutoFit/>
          </a:bodyPr>
          <a:lstStyle/>
          <a:p>
            <a:pPr algn="l"/>
            <a:r>
              <a:rPr sz="1400" b="1" i="0">
                <a:solidFill>
                  <a:srgbClr val="61BFC4"/>
                </a:solidFill>
              </a:rPr>
              <a:t>STRENGTH</a:t>
            </a:r>
          </a:p>
        </p:txBody>
      </p:sp>
      <p:sp>
        <p:nvSpPr>
          <p:cNvPr id="11" name="TextBox 10"/>
          <p:cNvSpPr txBox="1"/>
          <p:nvPr/>
        </p:nvSpPr>
        <p:spPr>
          <a:xfrm>
            <a:off x="1143000" y="5166360"/>
            <a:ext cx="6035040" cy="969496"/>
          </a:xfrm>
          <a:prstGeom prst="rect">
            <a:avLst/>
          </a:prstGeom>
          <a:noFill/>
        </p:spPr>
        <p:txBody>
          <a:bodyPr wrap="square" lIns="0" tIns="0" rIns="0" bIns="0" anchor="t">
            <a:spAutoFit/>
          </a:bodyPr>
          <a:lstStyle/>
          <a:p>
            <a:pPr algn="l"/>
            <a:r>
              <a:rPr sz="2100" b="0" i="0" dirty="0">
                <a:solidFill>
                  <a:srgbClr val="FFFFFF"/>
                </a:solidFill>
              </a:rPr>
              <a:t>Intervention-level source reasoning: asks whose </a:t>
            </a:r>
            <a:r>
              <a:rPr lang="en-US" sz="2100" b="0" i="0" dirty="0" err="1">
                <a:solidFill>
                  <a:srgbClr val="FFFFFF"/>
                </a:solidFill>
              </a:rPr>
              <a:t>behaviour</a:t>
            </a:r>
            <a:r>
              <a:rPr sz="2100" b="0" i="0" dirty="0">
                <a:solidFill>
                  <a:srgbClr val="FFFFFF"/>
                </a:solidFill>
              </a:rPr>
              <a:t> changed independently of its causal parents</a:t>
            </a:r>
          </a:p>
        </p:txBody>
      </p:sp>
      <p:sp>
        <p:nvSpPr>
          <p:cNvPr id="12" name="TextBox 11"/>
          <p:cNvSpPr txBox="1"/>
          <p:nvPr/>
        </p:nvSpPr>
        <p:spPr>
          <a:xfrm>
            <a:off x="1143000" y="6675120"/>
            <a:ext cx="6035040" cy="215444"/>
          </a:xfrm>
          <a:prstGeom prst="rect">
            <a:avLst/>
          </a:prstGeom>
          <a:noFill/>
        </p:spPr>
        <p:txBody>
          <a:bodyPr wrap="square" lIns="0" tIns="0" rIns="0" bIns="0" anchor="t">
            <a:spAutoFit/>
          </a:bodyPr>
          <a:lstStyle/>
          <a:p>
            <a:pPr algn="l"/>
            <a:r>
              <a:rPr sz="1400" b="1" i="0" dirty="0">
                <a:solidFill>
                  <a:srgbClr val="61BFC4"/>
                </a:solidFill>
              </a:rPr>
              <a:t>LIMITATION</a:t>
            </a:r>
          </a:p>
        </p:txBody>
      </p:sp>
      <p:sp>
        <p:nvSpPr>
          <p:cNvPr id="13" name="TextBox 12"/>
          <p:cNvSpPr txBox="1"/>
          <p:nvPr/>
        </p:nvSpPr>
        <p:spPr>
          <a:xfrm>
            <a:off x="1143000" y="6995160"/>
            <a:ext cx="6035040" cy="1371600"/>
          </a:xfrm>
          <a:prstGeom prst="rect">
            <a:avLst/>
          </a:prstGeom>
          <a:noFill/>
        </p:spPr>
        <p:txBody>
          <a:bodyPr wrap="square" lIns="0" tIns="0" rIns="0" bIns="0" anchor="t">
            <a:spAutoFit/>
          </a:bodyPr>
          <a:lstStyle/>
          <a:p>
            <a:pPr algn="l"/>
            <a:r>
              <a:rPr sz="2100" b="0" i="0" dirty="0">
                <a:solidFill>
                  <a:srgbClr val="FFFFFF"/>
                </a:solidFill>
              </a:rPr>
              <a:t>Sensitive to causal assumptions: hidden confounding, feedback, rapid propagation, regime change</a:t>
            </a:r>
          </a:p>
        </p:txBody>
      </p:sp>
      <p:sp>
        <p:nvSpPr>
          <p:cNvPr id="14" name="TextBox 13"/>
          <p:cNvSpPr txBox="1"/>
          <p:nvPr/>
        </p:nvSpPr>
        <p:spPr>
          <a:xfrm>
            <a:off x="1143000" y="8778240"/>
            <a:ext cx="6035040" cy="320040"/>
          </a:xfrm>
          <a:prstGeom prst="rect">
            <a:avLst/>
          </a:prstGeom>
          <a:noFill/>
        </p:spPr>
        <p:txBody>
          <a:bodyPr wrap="square" lIns="0" tIns="0" rIns="0" bIns="0" anchor="t">
            <a:spAutoFit/>
          </a:bodyPr>
          <a:lstStyle/>
          <a:p>
            <a:pPr algn="l"/>
            <a:r>
              <a:rPr sz="1400" b="0" i="1">
                <a:solidFill>
                  <a:srgbClr val="E4E4E6"/>
                </a:solidFill>
              </a:rPr>
              <a:t>[9]-[12], [30]-[37]</a:t>
            </a:r>
          </a:p>
        </p:txBody>
      </p:sp>
      <p:sp>
        <p:nvSpPr>
          <p:cNvPr id="15" name="Rounded Rectangle 14"/>
          <p:cNvSpPr/>
          <p:nvPr/>
        </p:nvSpPr>
        <p:spPr>
          <a:xfrm>
            <a:off x="7772400" y="2377440"/>
            <a:ext cx="6766560" cy="214884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138160" y="2606040"/>
            <a:ext cx="6035040" cy="548640"/>
          </a:xfrm>
          <a:prstGeom prst="rect">
            <a:avLst/>
          </a:prstGeom>
          <a:noFill/>
        </p:spPr>
        <p:txBody>
          <a:bodyPr wrap="square" lIns="0" tIns="0" rIns="0" bIns="0" anchor="t">
            <a:spAutoFit/>
          </a:bodyPr>
          <a:lstStyle/>
          <a:p>
            <a:pPr algn="l"/>
            <a:r>
              <a:rPr sz="2600" b="1" i="0">
                <a:solidFill>
                  <a:srgbClr val="E31738"/>
                </a:solidFill>
              </a:rPr>
              <a:t>Evaluation research</a:t>
            </a:r>
          </a:p>
        </p:txBody>
      </p:sp>
      <p:sp>
        <p:nvSpPr>
          <p:cNvPr id="17" name="TextBox 16"/>
          <p:cNvSpPr txBox="1"/>
          <p:nvPr/>
        </p:nvSpPr>
        <p:spPr>
          <a:xfrm>
            <a:off x="8138160" y="3246120"/>
            <a:ext cx="6035040" cy="1097280"/>
          </a:xfrm>
          <a:prstGeom prst="rect">
            <a:avLst/>
          </a:prstGeom>
          <a:noFill/>
        </p:spPr>
        <p:txBody>
          <a:bodyPr wrap="square" lIns="0" tIns="0" rIns="0" bIns="0" anchor="t">
            <a:spAutoFit/>
          </a:bodyPr>
          <a:lstStyle/>
          <a:p>
            <a:pPr algn="l"/>
            <a:r>
              <a:rPr sz="1900" b="0" i="0">
                <a:solidFill>
                  <a:srgbClr val="333336"/>
                </a:solidFill>
              </a:rPr>
              <a:t>Results depend on dataset and metric, so each level should be reported separately.</a:t>
            </a:r>
          </a:p>
        </p:txBody>
      </p:sp>
      <p:sp>
        <p:nvSpPr>
          <p:cNvPr id="18" name="TextBox 17"/>
          <p:cNvSpPr txBox="1"/>
          <p:nvPr/>
        </p:nvSpPr>
        <p:spPr>
          <a:xfrm>
            <a:off x="8138160" y="4069080"/>
            <a:ext cx="6035040" cy="274320"/>
          </a:xfrm>
          <a:prstGeom prst="rect">
            <a:avLst/>
          </a:prstGeom>
          <a:noFill/>
        </p:spPr>
        <p:txBody>
          <a:bodyPr wrap="square" lIns="0" tIns="0" rIns="0" bIns="0" anchor="t">
            <a:spAutoFit/>
          </a:bodyPr>
          <a:lstStyle/>
          <a:p>
            <a:pPr algn="l"/>
            <a:r>
              <a:rPr sz="1400" b="0" i="1">
                <a:solidFill>
                  <a:srgbClr val="59595C"/>
                </a:solidFill>
              </a:rPr>
              <a:t>[13]-[16]</a:t>
            </a:r>
          </a:p>
        </p:txBody>
      </p:sp>
      <p:graphicFrame>
        <p:nvGraphicFramePr>
          <p:cNvPr id="19" name="Table 18"/>
          <p:cNvGraphicFramePr>
            <a:graphicFrameLocks noGrp="1"/>
          </p:cNvGraphicFramePr>
          <p:nvPr/>
        </p:nvGraphicFramePr>
        <p:xfrm>
          <a:off x="7772400" y="4709160"/>
          <a:ext cx="6766560" cy="4864608"/>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548640">
                <a:tc>
                  <a:txBody>
                    <a:bodyPr/>
                    <a:lstStyle/>
                    <a:p>
                      <a:r>
                        <a:rPr sz="1600" b="1">
                          <a:solidFill>
                            <a:srgbClr val="FFFFFF"/>
                          </a:solidFill>
                        </a:rPr>
                        <a:t>Method</a:t>
                      </a:r>
                    </a:p>
                  </a:txBody>
                  <a:tcPr anchor="ctr">
                    <a:solidFill>
                      <a:srgbClr val="3A3A3F"/>
                    </a:solidFill>
                  </a:tcPr>
                </a:tc>
                <a:tc>
                  <a:txBody>
                    <a:bodyPr/>
                    <a:lstStyle/>
                    <a:p>
                      <a:r>
                        <a:rPr sz="1600" b="1">
                          <a:solidFill>
                            <a:srgbClr val="FFFFFF"/>
                          </a:solidFill>
                        </a:rPr>
                        <a:t>Strength</a:t>
                      </a:r>
                    </a:p>
                  </a:txBody>
                  <a:tcPr anchor="ctr">
                    <a:solidFill>
                      <a:srgbClr val="3A3A3F"/>
                    </a:solidFill>
                  </a:tcPr>
                </a:tc>
                <a:tc>
                  <a:txBody>
                    <a:bodyPr/>
                    <a:lstStyle/>
                    <a:p>
                      <a:r>
                        <a:rPr sz="1600" b="1">
                          <a:solidFill>
                            <a:srgbClr val="FFFFFF"/>
                          </a:solidFill>
                        </a:rPr>
                        <a:t>Remaining concern</a:t>
                      </a:r>
                    </a:p>
                  </a:txBody>
                  <a:tcPr anchor="ctr">
                    <a:solidFill>
                      <a:srgbClr val="3A3A3F"/>
                    </a:solidFill>
                  </a:tcPr>
                </a:tc>
                <a:extLst>
                  <a:ext uri="{0D108BD9-81ED-4DB2-BD59-A6C34878D82A}">
                    <a16:rowId xmlns:a16="http://schemas.microsoft.com/office/drawing/2014/main" val="10000"/>
                  </a:ext>
                </a:extLst>
              </a:tr>
              <a:tr h="1078992">
                <a:tc>
                  <a:txBody>
                    <a:bodyPr/>
                    <a:lstStyle/>
                    <a:p>
                      <a:r>
                        <a:rPr sz="1600" b="1">
                          <a:solidFill>
                            <a:srgbClr val="E31837"/>
                          </a:solidFill>
                        </a:rPr>
                        <a:t>OmniAnomaly [1]</a:t>
                      </a:r>
                    </a:p>
                  </a:txBody>
                  <a:tcPr anchor="ctr">
                    <a:solidFill>
                      <a:srgbClr val="F2F2F2"/>
                    </a:solidFill>
                  </a:tcPr>
                </a:tc>
                <a:tc>
                  <a:txBody>
                    <a:bodyPr/>
                    <a:lstStyle/>
                    <a:p>
                      <a:r>
                        <a:rPr sz="1600" b="0">
                          <a:solidFill>
                            <a:srgbClr val="333333"/>
                          </a:solidFill>
                        </a:rPr>
                        <a:t>Probabilistic detection with per-variable scores</a:t>
                      </a:r>
                    </a:p>
                  </a:txBody>
                  <a:tcPr anchor="ctr">
                    <a:solidFill>
                      <a:srgbClr val="F2F2F2"/>
                    </a:solidFill>
                  </a:tcPr>
                </a:tc>
                <a:tc>
                  <a:txBody>
                    <a:bodyPr/>
                    <a:lstStyle/>
                    <a:p>
                      <a:r>
                        <a:rPr sz="1600" b="0">
                          <a:solidFill>
                            <a:srgbClr val="333333"/>
                          </a:solidFill>
                        </a:rPr>
                        <a:t>Source attribution is not its main goal</a:t>
                      </a:r>
                    </a:p>
                  </a:txBody>
                  <a:tcPr anchor="ctr">
                    <a:solidFill>
                      <a:srgbClr val="F2F2F2"/>
                    </a:solidFill>
                  </a:tcPr>
                </a:tc>
                <a:extLst>
                  <a:ext uri="{0D108BD9-81ED-4DB2-BD59-A6C34878D82A}">
                    <a16:rowId xmlns:a16="http://schemas.microsoft.com/office/drawing/2014/main" val="10001"/>
                  </a:ext>
                </a:extLst>
              </a:tr>
              <a:tr h="1078992">
                <a:tc>
                  <a:txBody>
                    <a:bodyPr/>
                    <a:lstStyle/>
                    <a:p>
                      <a:r>
                        <a:rPr sz="1600" b="1">
                          <a:solidFill>
                            <a:srgbClr val="E31837"/>
                          </a:solidFill>
                        </a:rPr>
                        <a:t>GDN [2]</a:t>
                      </a:r>
                    </a:p>
                  </a:txBody>
                  <a:tcPr anchor="ctr">
                    <a:solidFill>
                      <a:srgbClr val="FFFFFF"/>
                    </a:solidFill>
                  </a:tcPr>
                </a:tc>
                <a:tc>
                  <a:txBody>
                    <a:bodyPr/>
                    <a:lstStyle/>
                    <a:p>
                      <a:r>
                        <a:rPr sz="1600" b="0">
                          <a:solidFill>
                            <a:srgbClr val="333333"/>
                          </a:solidFill>
                        </a:rPr>
                        <a:t>Learns sensor dependencies</a:t>
                      </a:r>
                    </a:p>
                  </a:txBody>
                  <a:tcPr anchor="ctr">
                    <a:solidFill>
                      <a:srgbClr val="FFFFFF"/>
                    </a:solidFill>
                  </a:tcPr>
                </a:tc>
                <a:tc>
                  <a:txBody>
                    <a:bodyPr/>
                    <a:lstStyle/>
                    <a:p>
                      <a:r>
                        <a:rPr sz="1600" b="0">
                          <a:solidFill>
                            <a:srgbClr val="333333"/>
                          </a:solidFill>
                        </a:rPr>
                        <a:t>Dependency does not prove causal origin</a:t>
                      </a:r>
                    </a:p>
                  </a:txBody>
                  <a:tcPr anchor="ctr">
                    <a:solidFill>
                      <a:srgbClr val="FFFFFF"/>
                    </a:solidFill>
                  </a:tcPr>
                </a:tc>
                <a:extLst>
                  <a:ext uri="{0D108BD9-81ED-4DB2-BD59-A6C34878D82A}">
                    <a16:rowId xmlns:a16="http://schemas.microsoft.com/office/drawing/2014/main" val="10002"/>
                  </a:ext>
                </a:extLst>
              </a:tr>
              <a:tr h="1078992">
                <a:tc>
                  <a:txBody>
                    <a:bodyPr/>
                    <a:lstStyle/>
                    <a:p>
                      <a:r>
                        <a:rPr sz="1600" b="1">
                          <a:solidFill>
                            <a:srgbClr val="E31837"/>
                          </a:solidFill>
                        </a:rPr>
                        <a:t>ALoRa-Loc [8]</a:t>
                      </a:r>
                    </a:p>
                  </a:txBody>
                  <a:tcPr anchor="ctr">
                    <a:solidFill>
                      <a:srgbClr val="F2F2F2"/>
                    </a:solidFill>
                  </a:tcPr>
                </a:tc>
                <a:tc>
                  <a:txBody>
                    <a:bodyPr/>
                    <a:lstStyle/>
                    <a:p>
                      <a:r>
                        <a:rPr sz="1600" b="0">
                          <a:solidFill>
                            <a:srgbClr val="333333"/>
                          </a:solidFill>
                        </a:rPr>
                        <a:t>Fine-grained variable localisation</a:t>
                      </a:r>
                    </a:p>
                  </a:txBody>
                  <a:tcPr anchor="ctr">
                    <a:solidFill>
                      <a:srgbClr val="F2F2F2"/>
                    </a:solidFill>
                  </a:tcPr>
                </a:tc>
                <a:tc>
                  <a:txBody>
                    <a:bodyPr/>
                    <a:lstStyle/>
                    <a:p>
                      <a:r>
                        <a:rPr sz="1600" b="0">
                          <a:solidFill>
                            <a:srgbClr val="333333"/>
                          </a:solidFill>
                        </a:rPr>
                        <a:t>Source identification needs separate validation</a:t>
                      </a:r>
                    </a:p>
                  </a:txBody>
                  <a:tcPr anchor="ctr">
                    <a:solidFill>
                      <a:srgbClr val="F2F2F2"/>
                    </a:solidFill>
                  </a:tcPr>
                </a:tc>
                <a:extLst>
                  <a:ext uri="{0D108BD9-81ED-4DB2-BD59-A6C34878D82A}">
                    <a16:rowId xmlns:a16="http://schemas.microsoft.com/office/drawing/2014/main" val="10003"/>
                  </a:ext>
                </a:extLst>
              </a:tr>
              <a:tr h="1078992">
                <a:tc>
                  <a:txBody>
                    <a:bodyPr/>
                    <a:lstStyle/>
                    <a:p>
                      <a:r>
                        <a:rPr sz="1600" b="1">
                          <a:solidFill>
                            <a:srgbClr val="E31837"/>
                          </a:solidFill>
                        </a:rPr>
                        <a:t>AERCA [12]</a:t>
                      </a:r>
                    </a:p>
                  </a:txBody>
                  <a:tcPr anchor="ctr">
                    <a:solidFill>
                      <a:srgbClr val="FFFFFF"/>
                    </a:solidFill>
                  </a:tcPr>
                </a:tc>
                <a:tc>
                  <a:txBody>
                    <a:bodyPr/>
                    <a:lstStyle/>
                    <a:p>
                      <a:r>
                        <a:rPr sz="1600" b="0">
                          <a:solidFill>
                            <a:srgbClr val="333333"/>
                          </a:solidFill>
                        </a:rPr>
                        <a:t>Causal root-cause reasoning</a:t>
                      </a:r>
                    </a:p>
                  </a:txBody>
                  <a:tcPr anchor="ctr">
                    <a:solidFill>
                      <a:srgbClr val="FFFFFF"/>
                    </a:solidFill>
                  </a:tcPr>
                </a:tc>
                <a:tc>
                  <a:txBody>
                    <a:bodyPr/>
                    <a:lstStyle/>
                    <a:p>
                      <a:r>
                        <a:rPr sz="1600" b="0">
                          <a:solidFill>
                            <a:srgbClr val="333333"/>
                          </a:solidFill>
                        </a:rPr>
                        <a:t>Assumptions and generalisation need testing</a:t>
                      </a:r>
                    </a:p>
                  </a:txBody>
                  <a:tcPr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a:solidFill>
                  <a:srgbClr val="59595C"/>
                </a:solidFill>
              </a:rPr>
              <a:t>Research Gap</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900" b="0" i="0">
                <a:solidFill>
                  <a:srgbClr val="59595C"/>
                </a:solidFill>
              </a:rPr>
              <a:t>Three gaps repeatedly appear across the literature</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400" b="0" i="1">
                <a:solidFill>
                  <a:srgbClr val="59595C"/>
                </a:solidFill>
              </a:rPr>
              <a:t>Sources: [1], [2], [4]-[16], [28], [31]</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7</a:t>
            </a:fld>
            <a:endParaRPr lang="en-AU"/>
          </a:p>
        </p:txBody>
      </p:sp>
      <p:sp>
        <p:nvSpPr>
          <p:cNvPr id="7" name="Rounded Rectangle 6"/>
          <p:cNvSpPr/>
          <p:nvPr/>
        </p:nvSpPr>
        <p:spPr>
          <a:xfrm>
            <a:off x="758952" y="2377440"/>
            <a:ext cx="4434840" cy="6263640"/>
          </a:xfrm>
          <a:prstGeom prst="roundRect">
            <a:avLst>
              <a:gd name="adj" fmla="val 5000"/>
            </a:avLst>
          </a:prstGeom>
          <a:solidFill>
            <a:srgbClr val="FDE9E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70432" y="2743200"/>
            <a:ext cx="1005840" cy="1005840"/>
          </a:xfrm>
          <a:prstGeom prst="ellipse">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170432" y="2743200"/>
            <a:ext cx="1005840" cy="1005840"/>
          </a:xfrm>
          <a:prstGeom prst="rect">
            <a:avLst/>
          </a:prstGeom>
          <a:noFill/>
        </p:spPr>
        <p:txBody>
          <a:bodyPr wrap="square" lIns="0" tIns="0" rIns="0" bIns="0" anchor="ctr">
            <a:spAutoFit/>
          </a:bodyPr>
          <a:lstStyle/>
          <a:p>
            <a:pPr algn="ctr"/>
            <a:r>
              <a:rPr sz="3900" b="1" i="0">
                <a:solidFill>
                  <a:srgbClr val="FFFFFF"/>
                </a:solidFill>
              </a:rPr>
              <a:t>1</a:t>
            </a:r>
          </a:p>
        </p:txBody>
      </p:sp>
      <p:sp>
        <p:nvSpPr>
          <p:cNvPr id="10" name="TextBox 9"/>
          <p:cNvSpPr txBox="1"/>
          <p:nvPr/>
        </p:nvSpPr>
        <p:spPr>
          <a:xfrm>
            <a:off x="1170432" y="4069080"/>
            <a:ext cx="3611880" cy="1737360"/>
          </a:xfrm>
          <a:prstGeom prst="rect">
            <a:avLst/>
          </a:prstGeom>
          <a:noFill/>
        </p:spPr>
        <p:txBody>
          <a:bodyPr wrap="square" lIns="0" tIns="0" rIns="0" bIns="0" anchor="t">
            <a:spAutoFit/>
          </a:bodyPr>
          <a:lstStyle/>
          <a:p>
            <a:pPr algn="l"/>
            <a:r>
              <a:rPr sz="3100" b="1" i="0">
                <a:solidFill>
                  <a:srgbClr val="333336"/>
                </a:solidFill>
              </a:rPr>
              <a:t>Symptoms mistaken for sources</a:t>
            </a:r>
          </a:p>
        </p:txBody>
      </p:sp>
      <p:sp>
        <p:nvSpPr>
          <p:cNvPr id="11" name="TextBox 10"/>
          <p:cNvSpPr txBox="1"/>
          <p:nvPr/>
        </p:nvSpPr>
        <p:spPr>
          <a:xfrm>
            <a:off x="1170432" y="5806440"/>
            <a:ext cx="3415856" cy="1769715"/>
          </a:xfrm>
          <a:prstGeom prst="rect">
            <a:avLst/>
          </a:prstGeom>
          <a:noFill/>
        </p:spPr>
        <p:txBody>
          <a:bodyPr wrap="square" lIns="0" tIns="0" rIns="0" bIns="0" anchor="t">
            <a:spAutoFit/>
          </a:bodyPr>
          <a:lstStyle/>
          <a:p>
            <a:pPr algn="l"/>
            <a:r>
              <a:rPr sz="2300" b="0" i="0" dirty="0">
                <a:solidFill>
                  <a:srgbClr val="59595C"/>
                </a:solidFill>
              </a:rPr>
              <a:t>Reconstruction, graph and Transformer methods often rank statistical abnormality rather than causal origin.</a:t>
            </a:r>
          </a:p>
        </p:txBody>
      </p:sp>
      <p:sp>
        <p:nvSpPr>
          <p:cNvPr id="12" name="TextBox 11"/>
          <p:cNvSpPr txBox="1"/>
          <p:nvPr/>
        </p:nvSpPr>
        <p:spPr>
          <a:xfrm>
            <a:off x="1170432" y="8092440"/>
            <a:ext cx="3611880" cy="365760"/>
          </a:xfrm>
          <a:prstGeom prst="rect">
            <a:avLst/>
          </a:prstGeom>
          <a:noFill/>
        </p:spPr>
        <p:txBody>
          <a:bodyPr wrap="square" lIns="0" tIns="0" rIns="0" bIns="0" anchor="t">
            <a:spAutoFit/>
          </a:bodyPr>
          <a:lstStyle/>
          <a:p>
            <a:pPr algn="l"/>
            <a:r>
              <a:rPr sz="1600" b="0" i="1">
                <a:solidFill>
                  <a:srgbClr val="E31738"/>
                </a:solidFill>
              </a:rPr>
              <a:t>[1], [2], [4]-[8], [28]</a:t>
            </a:r>
          </a:p>
        </p:txBody>
      </p:sp>
      <p:sp>
        <p:nvSpPr>
          <p:cNvPr id="13" name="Rounded Rectangle 12"/>
          <p:cNvSpPr/>
          <p:nvPr/>
        </p:nvSpPr>
        <p:spPr>
          <a:xfrm>
            <a:off x="5431536" y="2377440"/>
            <a:ext cx="4434840" cy="6263640"/>
          </a:xfrm>
          <a:prstGeom prst="roundRect">
            <a:avLst>
              <a:gd name="adj" fmla="val 5000"/>
            </a:avLst>
          </a:prstGeom>
          <a:solidFill>
            <a:srgbClr val="E6F4F5"/>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5843016" y="2743200"/>
            <a:ext cx="1005840" cy="1005840"/>
          </a:xfrm>
          <a:prstGeom prst="ellipse">
            <a:avLst/>
          </a:prstGeom>
          <a:solidFill>
            <a:srgbClr val="1D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843016" y="2743200"/>
            <a:ext cx="1005840" cy="1005840"/>
          </a:xfrm>
          <a:prstGeom prst="rect">
            <a:avLst/>
          </a:prstGeom>
          <a:noFill/>
        </p:spPr>
        <p:txBody>
          <a:bodyPr wrap="square" lIns="0" tIns="0" rIns="0" bIns="0" anchor="ctr">
            <a:spAutoFit/>
          </a:bodyPr>
          <a:lstStyle/>
          <a:p>
            <a:pPr algn="ctr"/>
            <a:r>
              <a:rPr sz="3900" b="1" i="0">
                <a:solidFill>
                  <a:srgbClr val="FFFFFF"/>
                </a:solidFill>
              </a:rPr>
              <a:t>2</a:t>
            </a:r>
          </a:p>
        </p:txBody>
      </p:sp>
      <p:sp>
        <p:nvSpPr>
          <p:cNvPr id="16" name="TextBox 15"/>
          <p:cNvSpPr txBox="1"/>
          <p:nvPr/>
        </p:nvSpPr>
        <p:spPr>
          <a:xfrm>
            <a:off x="5843016" y="4069080"/>
            <a:ext cx="3611880" cy="1737360"/>
          </a:xfrm>
          <a:prstGeom prst="rect">
            <a:avLst/>
          </a:prstGeom>
          <a:noFill/>
        </p:spPr>
        <p:txBody>
          <a:bodyPr wrap="square" lIns="0" tIns="0" rIns="0" bIns="0" anchor="t">
            <a:spAutoFit/>
          </a:bodyPr>
          <a:lstStyle/>
          <a:p>
            <a:pPr algn="l"/>
            <a:r>
              <a:rPr sz="3100" b="1" i="0">
                <a:solidFill>
                  <a:srgbClr val="333336"/>
                </a:solidFill>
              </a:rPr>
              <a:t>Causal assumptions can fail</a:t>
            </a:r>
          </a:p>
        </p:txBody>
      </p:sp>
      <p:sp>
        <p:nvSpPr>
          <p:cNvPr id="17" name="TextBox 16"/>
          <p:cNvSpPr txBox="1"/>
          <p:nvPr/>
        </p:nvSpPr>
        <p:spPr>
          <a:xfrm>
            <a:off x="5843016" y="5806440"/>
            <a:ext cx="3611880" cy="2215991"/>
          </a:xfrm>
          <a:prstGeom prst="rect">
            <a:avLst/>
          </a:prstGeom>
          <a:noFill/>
        </p:spPr>
        <p:txBody>
          <a:bodyPr wrap="square" lIns="0" tIns="0" rIns="0" bIns="0" anchor="t">
            <a:spAutoFit/>
          </a:bodyPr>
          <a:lstStyle/>
          <a:p>
            <a:pPr algn="l"/>
            <a:r>
              <a:rPr lang="en-AU" sz="2400" dirty="0">
                <a:solidFill>
                  <a:schemeClr val="tx1"/>
                </a:solidFill>
              </a:rPr>
              <a:t>Hidden confounding, fast propagation, feedback and regime change can weaken causal Root Cause Analysis (RCA) in real systems.</a:t>
            </a:r>
            <a:endParaRPr sz="2300" b="0" i="0" dirty="0">
              <a:solidFill>
                <a:schemeClr val="tx1"/>
              </a:solidFill>
            </a:endParaRPr>
          </a:p>
        </p:txBody>
      </p:sp>
      <p:sp>
        <p:nvSpPr>
          <p:cNvPr id="18" name="TextBox 17"/>
          <p:cNvSpPr txBox="1"/>
          <p:nvPr/>
        </p:nvSpPr>
        <p:spPr>
          <a:xfrm>
            <a:off x="5843016" y="8092440"/>
            <a:ext cx="3611880" cy="365760"/>
          </a:xfrm>
          <a:prstGeom prst="rect">
            <a:avLst/>
          </a:prstGeom>
          <a:noFill/>
        </p:spPr>
        <p:txBody>
          <a:bodyPr wrap="square" lIns="0" tIns="0" rIns="0" bIns="0" anchor="t">
            <a:spAutoFit/>
          </a:bodyPr>
          <a:lstStyle/>
          <a:p>
            <a:pPr algn="l"/>
            <a:r>
              <a:rPr sz="1600" b="0" i="1">
                <a:solidFill>
                  <a:srgbClr val="1D8E95"/>
                </a:solidFill>
              </a:rPr>
              <a:t>[10]-[12], [31]</a:t>
            </a:r>
          </a:p>
        </p:txBody>
      </p:sp>
      <p:sp>
        <p:nvSpPr>
          <p:cNvPr id="19" name="Rounded Rectangle 18"/>
          <p:cNvSpPr/>
          <p:nvPr/>
        </p:nvSpPr>
        <p:spPr>
          <a:xfrm>
            <a:off x="10104120" y="2377440"/>
            <a:ext cx="4434840" cy="626364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0515600" y="2743200"/>
            <a:ext cx="1005840" cy="1005840"/>
          </a:xfrm>
          <a:prstGeom prst="ellipse">
            <a:avLst/>
          </a:prstGeom>
          <a:solidFill>
            <a:srgbClr val="59595C"/>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515600" y="2743200"/>
            <a:ext cx="1005840" cy="1005840"/>
          </a:xfrm>
          <a:prstGeom prst="rect">
            <a:avLst/>
          </a:prstGeom>
          <a:noFill/>
        </p:spPr>
        <p:txBody>
          <a:bodyPr wrap="square" lIns="0" tIns="0" rIns="0" bIns="0" anchor="ctr">
            <a:spAutoFit/>
          </a:bodyPr>
          <a:lstStyle/>
          <a:p>
            <a:pPr algn="ctr"/>
            <a:r>
              <a:rPr sz="3900" b="1" i="0">
                <a:solidFill>
                  <a:srgbClr val="FFFFFF"/>
                </a:solidFill>
              </a:rPr>
              <a:t>3</a:t>
            </a:r>
          </a:p>
        </p:txBody>
      </p:sp>
      <p:sp>
        <p:nvSpPr>
          <p:cNvPr id="22" name="TextBox 21"/>
          <p:cNvSpPr txBox="1"/>
          <p:nvPr/>
        </p:nvSpPr>
        <p:spPr>
          <a:xfrm>
            <a:off x="10515600" y="4069080"/>
            <a:ext cx="3611880" cy="1737360"/>
          </a:xfrm>
          <a:prstGeom prst="rect">
            <a:avLst/>
          </a:prstGeom>
          <a:noFill/>
        </p:spPr>
        <p:txBody>
          <a:bodyPr wrap="square" lIns="0" tIns="0" rIns="0" bIns="0" anchor="t">
            <a:spAutoFit/>
          </a:bodyPr>
          <a:lstStyle/>
          <a:p>
            <a:pPr algn="l"/>
            <a:r>
              <a:rPr sz="3100" b="1" i="0">
                <a:solidFill>
                  <a:srgbClr val="333336"/>
                </a:solidFill>
              </a:rPr>
              <a:t>Evaluation is incomplete</a:t>
            </a:r>
          </a:p>
        </p:txBody>
      </p:sp>
      <p:sp>
        <p:nvSpPr>
          <p:cNvPr id="23" name="TextBox 22"/>
          <p:cNvSpPr txBox="1"/>
          <p:nvPr/>
        </p:nvSpPr>
        <p:spPr>
          <a:xfrm>
            <a:off x="10515600" y="5806440"/>
            <a:ext cx="3393631" cy="1431161"/>
          </a:xfrm>
          <a:prstGeom prst="rect">
            <a:avLst/>
          </a:prstGeom>
          <a:noFill/>
        </p:spPr>
        <p:txBody>
          <a:bodyPr wrap="square" lIns="0" tIns="0" rIns="0" bIns="0" anchor="t">
            <a:spAutoFit/>
          </a:bodyPr>
          <a:lstStyle/>
          <a:p>
            <a:pPr algn="l"/>
            <a:r>
              <a:rPr sz="2300" b="0" i="0" dirty="0">
                <a:solidFill>
                  <a:schemeClr val="tx1"/>
                </a:solidFill>
              </a:rPr>
              <a:t>Detection, affected-variable localisation and true source identification are often</a:t>
            </a:r>
            <a:r>
              <a:rPr lang="en-US" sz="2300" b="0" i="0" dirty="0">
                <a:solidFill>
                  <a:schemeClr val="tx1"/>
                </a:solidFill>
              </a:rPr>
              <a:t> </a:t>
            </a:r>
            <a:r>
              <a:rPr lang="en-AU" sz="2400" dirty="0">
                <a:solidFill>
                  <a:schemeClr val="tx1"/>
                </a:solidFill>
              </a:rPr>
              <a:t>combined</a:t>
            </a:r>
            <a:r>
              <a:rPr sz="2300" b="0" i="0" dirty="0">
                <a:solidFill>
                  <a:schemeClr val="tx1"/>
                </a:solidFill>
              </a:rPr>
              <a:t>.</a:t>
            </a:r>
          </a:p>
        </p:txBody>
      </p:sp>
      <p:sp>
        <p:nvSpPr>
          <p:cNvPr id="24" name="TextBox 23"/>
          <p:cNvSpPr txBox="1"/>
          <p:nvPr/>
        </p:nvSpPr>
        <p:spPr>
          <a:xfrm>
            <a:off x="10515600" y="8092440"/>
            <a:ext cx="3611880" cy="365760"/>
          </a:xfrm>
          <a:prstGeom prst="rect">
            <a:avLst/>
          </a:prstGeom>
          <a:noFill/>
        </p:spPr>
        <p:txBody>
          <a:bodyPr wrap="square" lIns="0" tIns="0" rIns="0" bIns="0" anchor="t">
            <a:spAutoFit/>
          </a:bodyPr>
          <a:lstStyle/>
          <a:p>
            <a:pPr algn="l"/>
            <a:r>
              <a:rPr sz="1600" b="0" i="1">
                <a:solidFill>
                  <a:srgbClr val="59595C"/>
                </a:solidFill>
              </a:rPr>
              <a:t>[13]-[16]</a:t>
            </a:r>
          </a:p>
        </p:txBody>
      </p:sp>
      <p:sp>
        <p:nvSpPr>
          <p:cNvPr id="25" name="Rounded Rectangle 24"/>
          <p:cNvSpPr/>
          <p:nvPr/>
        </p:nvSpPr>
        <p:spPr>
          <a:xfrm>
            <a:off x="758952" y="8823960"/>
            <a:ext cx="13780008" cy="1005840"/>
          </a:xfrm>
          <a:prstGeom prst="roundRect">
            <a:avLst>
              <a:gd name="adj" fmla="val 12000"/>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000" b="1">
                <a:solidFill>
                  <a:srgbClr val="FFFFFF"/>
                </a:solidFill>
              </a:rPr>
              <a:t>This research: test whether existing methods can reliably separate initiating faults from propagated symptoms, under one common protocol.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a:solidFill>
                  <a:srgbClr val="59595C"/>
                </a:solidFill>
              </a:rPr>
              <a:t>Research Methodology 1/3</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900" b="0" i="0">
                <a:solidFill>
                  <a:srgbClr val="59595C"/>
                </a:solidFill>
              </a:rPr>
              <a:t>Evidence-first: test existing methods before building a new one</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141056" y="10460000"/>
            <a:ext cx="5408943" cy="240000"/>
          </a:xfrm>
          <a:prstGeom prst="rect">
            <a:avLst/>
          </a:prstGeom>
          <a:noFill/>
        </p:spPr>
        <p:txBody>
          <a:bodyPr wrap="square" lIns="0" tIns="0" rIns="0" bIns="0" anchor="t">
            <a:spAutoFit/>
          </a:bodyPr>
          <a:lstStyle/>
          <a:p>
            <a:pPr algn="r"/>
            <a:r>
              <a:rPr sz="1000" b="0" i="1">
                <a:solidFill>
                  <a:srgbClr val="59595C"/>
                </a:solidFill>
              </a:rPr>
              <a:t>Sources: methodology from Sections 3-4 of the report</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8</a:t>
            </a:fld>
            <a:endParaRPr lang="en-AU"/>
          </a:p>
        </p:txBody>
      </p:sp>
      <p:sp>
        <p:nvSpPr>
          <p:cNvPr id="7" name="Rounded Rectangle 6"/>
          <p:cNvSpPr/>
          <p:nvPr/>
        </p:nvSpPr>
        <p:spPr>
          <a:xfrm>
            <a:off x="753983" y="2412746"/>
            <a:ext cx="6333458" cy="1206373"/>
          </a:xfrm>
          <a:prstGeom prst="roundRect">
            <a:avLst>
              <a:gd name="adj" fmla="val 6000"/>
            </a:avLst>
          </a:prstGeom>
          <a:solidFill>
            <a:srgbClr val="3A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5576" y="2518303"/>
            <a:ext cx="5730271" cy="452389"/>
          </a:xfrm>
          <a:prstGeom prst="rect">
            <a:avLst/>
          </a:prstGeom>
          <a:noFill/>
        </p:spPr>
        <p:txBody>
          <a:bodyPr wrap="square" lIns="0" tIns="0" rIns="0" bIns="0" anchor="t">
            <a:spAutoFit/>
          </a:bodyPr>
          <a:lstStyle/>
          <a:p>
            <a:pPr algn="l"/>
            <a:r>
              <a:rPr sz="2308" b="1" i="0">
                <a:solidFill>
                  <a:srgbClr val="FFFFFF"/>
                </a:solidFill>
                <a:latin typeface="Arial"/>
              </a:rPr>
              <a:t>Data</a:t>
            </a:r>
          </a:p>
        </p:txBody>
      </p:sp>
      <p:sp>
        <p:nvSpPr>
          <p:cNvPr id="9" name="TextBox 8"/>
          <p:cNvSpPr txBox="1"/>
          <p:nvPr/>
        </p:nvSpPr>
        <p:spPr>
          <a:xfrm>
            <a:off x="1055576" y="3015932"/>
            <a:ext cx="5730271" cy="452389"/>
          </a:xfrm>
          <a:prstGeom prst="rect">
            <a:avLst/>
          </a:prstGeom>
          <a:noFill/>
        </p:spPr>
        <p:txBody>
          <a:bodyPr wrap="square" lIns="0" tIns="0" rIns="0" bIns="0" anchor="t">
            <a:spAutoFit/>
          </a:bodyPr>
          <a:lstStyle/>
          <a:p>
            <a:pPr algn="l"/>
            <a:r>
              <a:rPr sz="1814" b="0" i="0">
                <a:solidFill>
                  <a:srgbClr val="D9D9D9"/>
                </a:solidFill>
                <a:latin typeface="Arial"/>
              </a:rPr>
              <a:t>Synthetic (known source) + SMD, SWaT, MSDS (real)</a:t>
            </a:r>
          </a:p>
        </p:txBody>
      </p:sp>
      <p:sp>
        <p:nvSpPr>
          <p:cNvPr id="10" name="Rounded Rectangle 9"/>
          <p:cNvSpPr/>
          <p:nvPr/>
        </p:nvSpPr>
        <p:spPr>
          <a:xfrm>
            <a:off x="7992221" y="2412746"/>
            <a:ext cx="6333458" cy="1206373"/>
          </a:xfrm>
          <a:prstGeom prst="roundRect">
            <a:avLst>
              <a:gd name="adj" fmla="val 6000"/>
            </a:avLst>
          </a:prstGeom>
          <a:solidFill>
            <a:srgbClr val="3A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93814" y="2518303"/>
            <a:ext cx="5730271" cy="452389"/>
          </a:xfrm>
          <a:prstGeom prst="rect">
            <a:avLst/>
          </a:prstGeom>
          <a:noFill/>
        </p:spPr>
        <p:txBody>
          <a:bodyPr wrap="square" lIns="0" tIns="0" rIns="0" bIns="0" anchor="t">
            <a:spAutoFit/>
          </a:bodyPr>
          <a:lstStyle/>
          <a:p>
            <a:pPr algn="l"/>
            <a:r>
              <a:rPr sz="2308" b="1" i="0">
                <a:solidFill>
                  <a:srgbClr val="FFFFFF"/>
                </a:solidFill>
                <a:latin typeface="Arial"/>
              </a:rPr>
              <a:t>Prepare</a:t>
            </a:r>
          </a:p>
        </p:txBody>
      </p:sp>
      <p:sp>
        <p:nvSpPr>
          <p:cNvPr id="12" name="TextBox 11"/>
          <p:cNvSpPr txBox="1"/>
          <p:nvPr/>
        </p:nvSpPr>
        <p:spPr>
          <a:xfrm>
            <a:off x="8293814" y="3015932"/>
            <a:ext cx="5730271" cy="452389"/>
          </a:xfrm>
          <a:prstGeom prst="rect">
            <a:avLst/>
          </a:prstGeom>
          <a:noFill/>
        </p:spPr>
        <p:txBody>
          <a:bodyPr wrap="square" lIns="0" tIns="0" rIns="0" bIns="0" anchor="t">
            <a:spAutoFit/>
          </a:bodyPr>
          <a:lstStyle/>
          <a:p>
            <a:pPr algn="l"/>
            <a:r>
              <a:rPr sz="1814" b="0" i="0">
                <a:solidFill>
                  <a:srgbClr val="D9D9D9"/>
                </a:solidFill>
                <a:latin typeface="Arial"/>
              </a:rPr>
              <a:t>Consistent splits, aligned windows, one scoring protocol</a:t>
            </a:r>
          </a:p>
        </p:txBody>
      </p:sp>
      <p:sp>
        <p:nvSpPr>
          <p:cNvPr id="13" name="Chevron 12"/>
          <p:cNvSpPr/>
          <p:nvPr/>
        </p:nvSpPr>
        <p:spPr>
          <a:xfrm>
            <a:off x="7268397" y="2744498"/>
            <a:ext cx="452389" cy="542867"/>
          </a:xfrm>
          <a:prstGeom prst="chevron">
            <a:avLst/>
          </a:prstGeom>
          <a:solidFill>
            <a:srgbClr val="4FB3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53983" y="4146907"/>
            <a:ext cx="3091330" cy="35437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25417" y="4448500"/>
            <a:ext cx="1809559" cy="376991"/>
          </a:xfrm>
          <a:prstGeom prst="rect">
            <a:avLst/>
          </a:prstGeom>
          <a:noFill/>
        </p:spPr>
        <p:txBody>
          <a:bodyPr wrap="square" lIns="0" tIns="0" rIns="0" bIns="0" anchor="t">
            <a:spAutoFit/>
          </a:bodyPr>
          <a:lstStyle/>
          <a:p>
            <a:pPr algn="l"/>
            <a:r>
              <a:rPr sz="1649" b="1" i="0" spc="329">
                <a:solidFill>
                  <a:srgbClr val="1F8A96"/>
                </a:solidFill>
                <a:latin typeface="Arial"/>
              </a:rPr>
              <a:t>PHASE 1</a:t>
            </a:r>
          </a:p>
        </p:txBody>
      </p:sp>
      <p:sp>
        <p:nvSpPr>
          <p:cNvPr id="16" name="Rounded Rectangle 15"/>
          <p:cNvSpPr/>
          <p:nvPr/>
        </p:nvSpPr>
        <p:spPr>
          <a:xfrm>
            <a:off x="2819896" y="4373102"/>
            <a:ext cx="784142" cy="452389"/>
          </a:xfrm>
          <a:prstGeom prst="roundRect">
            <a:avLst>
              <a:gd name="adj" fmla="val 15000"/>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19896" y="4373102"/>
            <a:ext cx="784142" cy="452389"/>
          </a:xfrm>
          <a:prstGeom prst="rect">
            <a:avLst/>
          </a:prstGeom>
          <a:noFill/>
        </p:spPr>
        <p:txBody>
          <a:bodyPr wrap="square" lIns="0" tIns="0" rIns="0" bIns="0" anchor="ctr">
            <a:spAutoFit/>
          </a:bodyPr>
          <a:lstStyle/>
          <a:p>
            <a:pPr algn="ctr"/>
            <a:r>
              <a:rPr sz="1649" b="1" i="0">
                <a:solidFill>
                  <a:srgbClr val="FFFFFF"/>
                </a:solidFill>
                <a:latin typeface="Arial"/>
              </a:rPr>
              <a:t>RQ1</a:t>
            </a:r>
          </a:p>
        </p:txBody>
      </p:sp>
      <p:sp>
        <p:nvSpPr>
          <p:cNvPr id="18" name="TextBox 17"/>
          <p:cNvSpPr txBox="1"/>
          <p:nvPr/>
        </p:nvSpPr>
        <p:spPr>
          <a:xfrm>
            <a:off x="1025417" y="5051687"/>
            <a:ext cx="2548463" cy="904779"/>
          </a:xfrm>
          <a:prstGeom prst="rect">
            <a:avLst/>
          </a:prstGeom>
          <a:noFill/>
        </p:spPr>
        <p:txBody>
          <a:bodyPr wrap="square" lIns="0" tIns="0" rIns="0" bIns="0" anchor="t">
            <a:spAutoFit/>
          </a:bodyPr>
          <a:lstStyle/>
          <a:p>
            <a:pPr algn="l"/>
            <a:r>
              <a:rPr sz="2638" b="1" i="0">
                <a:solidFill>
                  <a:srgbClr val="E31837"/>
                </a:solidFill>
                <a:latin typeface="Arial"/>
              </a:rPr>
              <a:t>Compare</a:t>
            </a:r>
          </a:p>
        </p:txBody>
      </p:sp>
      <p:sp>
        <p:nvSpPr>
          <p:cNvPr id="19" name="TextBox 18"/>
          <p:cNvSpPr txBox="1"/>
          <p:nvPr/>
        </p:nvSpPr>
        <p:spPr>
          <a:xfrm>
            <a:off x="1025417" y="6107263"/>
            <a:ext cx="2548463" cy="1357169"/>
          </a:xfrm>
          <a:prstGeom prst="rect">
            <a:avLst/>
          </a:prstGeom>
          <a:noFill/>
        </p:spPr>
        <p:txBody>
          <a:bodyPr wrap="square" lIns="0" tIns="0" rIns="0" bIns="0" anchor="t">
            <a:spAutoFit/>
          </a:bodyPr>
          <a:lstStyle/>
          <a:p>
            <a:pPr algn="l"/>
            <a:r>
              <a:rPr sz="2143" b="0" i="0">
                <a:solidFill>
                  <a:srgbClr val="333333"/>
                </a:solidFill>
                <a:latin typeface="Arial"/>
              </a:rPr>
              <a:t>Run all methods the same way</a:t>
            </a:r>
          </a:p>
        </p:txBody>
      </p:sp>
      <p:sp>
        <p:nvSpPr>
          <p:cNvPr id="20" name="Chevron 19"/>
          <p:cNvSpPr/>
          <p:nvPr/>
        </p:nvSpPr>
        <p:spPr>
          <a:xfrm>
            <a:off x="3905632" y="5654873"/>
            <a:ext cx="286513" cy="482549"/>
          </a:xfrm>
          <a:prstGeom prst="chevron">
            <a:avLst/>
          </a:prstGeom>
          <a:solidFill>
            <a:srgbClr val="4FB3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252464" y="4146907"/>
            <a:ext cx="3091330" cy="35437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23898" y="4448500"/>
            <a:ext cx="1809559" cy="376991"/>
          </a:xfrm>
          <a:prstGeom prst="rect">
            <a:avLst/>
          </a:prstGeom>
          <a:noFill/>
        </p:spPr>
        <p:txBody>
          <a:bodyPr wrap="square" lIns="0" tIns="0" rIns="0" bIns="0" anchor="t">
            <a:spAutoFit/>
          </a:bodyPr>
          <a:lstStyle/>
          <a:p>
            <a:pPr algn="l"/>
            <a:r>
              <a:rPr sz="1649" b="1" i="0" spc="329">
                <a:solidFill>
                  <a:srgbClr val="1F8A96"/>
                </a:solidFill>
                <a:latin typeface="Arial"/>
              </a:rPr>
              <a:t>PHASE 2</a:t>
            </a:r>
          </a:p>
        </p:txBody>
      </p:sp>
      <p:sp>
        <p:nvSpPr>
          <p:cNvPr id="23" name="Rounded Rectangle 22"/>
          <p:cNvSpPr/>
          <p:nvPr/>
        </p:nvSpPr>
        <p:spPr>
          <a:xfrm>
            <a:off x="6318378" y="4373102"/>
            <a:ext cx="784142" cy="452389"/>
          </a:xfrm>
          <a:prstGeom prst="roundRect">
            <a:avLst>
              <a:gd name="adj" fmla="val 15000"/>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18378" y="4373102"/>
            <a:ext cx="784142" cy="452389"/>
          </a:xfrm>
          <a:prstGeom prst="rect">
            <a:avLst/>
          </a:prstGeom>
          <a:noFill/>
        </p:spPr>
        <p:txBody>
          <a:bodyPr wrap="square" lIns="0" tIns="0" rIns="0" bIns="0" anchor="ctr">
            <a:spAutoFit/>
          </a:bodyPr>
          <a:lstStyle/>
          <a:p>
            <a:pPr algn="ctr"/>
            <a:r>
              <a:rPr sz="1649" b="1" i="0">
                <a:solidFill>
                  <a:srgbClr val="FFFFFF"/>
                </a:solidFill>
                <a:latin typeface="Arial"/>
              </a:rPr>
              <a:t>RQ1</a:t>
            </a:r>
          </a:p>
        </p:txBody>
      </p:sp>
      <p:sp>
        <p:nvSpPr>
          <p:cNvPr id="25" name="TextBox 24"/>
          <p:cNvSpPr txBox="1"/>
          <p:nvPr/>
        </p:nvSpPr>
        <p:spPr>
          <a:xfrm>
            <a:off x="4523898" y="5051687"/>
            <a:ext cx="2548463" cy="904779"/>
          </a:xfrm>
          <a:prstGeom prst="rect">
            <a:avLst/>
          </a:prstGeom>
          <a:noFill/>
        </p:spPr>
        <p:txBody>
          <a:bodyPr wrap="square" lIns="0" tIns="0" rIns="0" bIns="0" anchor="t">
            <a:spAutoFit/>
          </a:bodyPr>
          <a:lstStyle/>
          <a:p>
            <a:pPr algn="l"/>
            <a:r>
              <a:rPr sz="2638" b="1" i="0">
                <a:solidFill>
                  <a:srgbClr val="E31837"/>
                </a:solidFill>
                <a:latin typeface="Arial"/>
              </a:rPr>
              <a:t>Source vs symptom</a:t>
            </a:r>
          </a:p>
        </p:txBody>
      </p:sp>
      <p:sp>
        <p:nvSpPr>
          <p:cNvPr id="26" name="TextBox 25"/>
          <p:cNvSpPr txBox="1"/>
          <p:nvPr/>
        </p:nvSpPr>
        <p:spPr>
          <a:xfrm>
            <a:off x="4523898" y="6107263"/>
            <a:ext cx="2548463" cy="1357169"/>
          </a:xfrm>
          <a:prstGeom prst="rect">
            <a:avLst/>
          </a:prstGeom>
          <a:noFill/>
        </p:spPr>
        <p:txBody>
          <a:bodyPr wrap="square" lIns="0" tIns="0" rIns="0" bIns="0" anchor="t">
            <a:spAutoFit/>
          </a:bodyPr>
          <a:lstStyle/>
          <a:p>
            <a:pPr algn="l"/>
            <a:r>
              <a:rPr sz="2143" b="0" i="0">
                <a:solidFill>
                  <a:srgbClr val="333333"/>
                </a:solidFill>
                <a:latin typeface="Arial"/>
              </a:rPr>
              <a:t>Do they blame the true source?</a:t>
            </a:r>
          </a:p>
        </p:txBody>
      </p:sp>
      <p:sp>
        <p:nvSpPr>
          <p:cNvPr id="27" name="Chevron 26"/>
          <p:cNvSpPr/>
          <p:nvPr/>
        </p:nvSpPr>
        <p:spPr>
          <a:xfrm>
            <a:off x="7404114" y="5654873"/>
            <a:ext cx="286513" cy="482549"/>
          </a:xfrm>
          <a:prstGeom prst="chevron">
            <a:avLst/>
          </a:prstGeom>
          <a:solidFill>
            <a:srgbClr val="4FB3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750946" y="4146907"/>
            <a:ext cx="3091330" cy="35437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22380" y="4448500"/>
            <a:ext cx="1809559" cy="376991"/>
          </a:xfrm>
          <a:prstGeom prst="rect">
            <a:avLst/>
          </a:prstGeom>
          <a:noFill/>
        </p:spPr>
        <p:txBody>
          <a:bodyPr wrap="square" lIns="0" tIns="0" rIns="0" bIns="0" anchor="t">
            <a:spAutoFit/>
          </a:bodyPr>
          <a:lstStyle/>
          <a:p>
            <a:pPr algn="l"/>
            <a:r>
              <a:rPr sz="1649" b="1" i="0" spc="329">
                <a:solidFill>
                  <a:srgbClr val="1F8A96"/>
                </a:solidFill>
                <a:latin typeface="Arial"/>
              </a:rPr>
              <a:t>PHASE 3</a:t>
            </a:r>
          </a:p>
        </p:txBody>
      </p:sp>
      <p:sp>
        <p:nvSpPr>
          <p:cNvPr id="30" name="Rounded Rectangle 29"/>
          <p:cNvSpPr/>
          <p:nvPr/>
        </p:nvSpPr>
        <p:spPr>
          <a:xfrm>
            <a:off x="9816860" y="4373102"/>
            <a:ext cx="784142" cy="452389"/>
          </a:xfrm>
          <a:prstGeom prst="roundRect">
            <a:avLst>
              <a:gd name="adj" fmla="val 15000"/>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16860" y="4373102"/>
            <a:ext cx="784142" cy="452389"/>
          </a:xfrm>
          <a:prstGeom prst="rect">
            <a:avLst/>
          </a:prstGeom>
          <a:noFill/>
        </p:spPr>
        <p:txBody>
          <a:bodyPr wrap="square" lIns="0" tIns="0" rIns="0" bIns="0" anchor="ctr">
            <a:spAutoFit/>
          </a:bodyPr>
          <a:lstStyle/>
          <a:p>
            <a:pPr algn="ctr"/>
            <a:r>
              <a:rPr sz="1649" b="1" i="0">
                <a:solidFill>
                  <a:srgbClr val="FFFFFF"/>
                </a:solidFill>
                <a:latin typeface="Arial"/>
              </a:rPr>
              <a:t>RQ2</a:t>
            </a:r>
          </a:p>
        </p:txBody>
      </p:sp>
      <p:sp>
        <p:nvSpPr>
          <p:cNvPr id="32" name="TextBox 31"/>
          <p:cNvSpPr txBox="1"/>
          <p:nvPr/>
        </p:nvSpPr>
        <p:spPr>
          <a:xfrm>
            <a:off x="8022380" y="5051687"/>
            <a:ext cx="2548463" cy="904779"/>
          </a:xfrm>
          <a:prstGeom prst="rect">
            <a:avLst/>
          </a:prstGeom>
          <a:noFill/>
        </p:spPr>
        <p:txBody>
          <a:bodyPr wrap="square" lIns="0" tIns="0" rIns="0" bIns="0" anchor="t">
            <a:spAutoFit/>
          </a:bodyPr>
          <a:lstStyle/>
          <a:p>
            <a:pPr algn="l"/>
            <a:r>
              <a:rPr sz="2638" b="1" i="0">
                <a:solidFill>
                  <a:srgbClr val="E31837"/>
                </a:solidFill>
                <a:latin typeface="Arial"/>
              </a:rPr>
              <a:t>Find what works</a:t>
            </a:r>
          </a:p>
        </p:txBody>
      </p:sp>
      <p:sp>
        <p:nvSpPr>
          <p:cNvPr id="33" name="TextBox 32"/>
          <p:cNvSpPr txBox="1"/>
          <p:nvPr/>
        </p:nvSpPr>
        <p:spPr>
          <a:xfrm>
            <a:off x="8022380" y="6107263"/>
            <a:ext cx="2548463" cy="1357169"/>
          </a:xfrm>
          <a:prstGeom prst="rect">
            <a:avLst/>
          </a:prstGeom>
          <a:noFill/>
        </p:spPr>
        <p:txBody>
          <a:bodyPr wrap="square" lIns="0" tIns="0" rIns="0" bIns="0" anchor="t">
            <a:spAutoFit/>
          </a:bodyPr>
          <a:lstStyle/>
          <a:p>
            <a:pPr algn="l"/>
            <a:r>
              <a:rPr sz="2143" b="0" i="0">
                <a:solidFill>
                  <a:srgbClr val="333333"/>
                </a:solidFill>
                <a:latin typeface="Arial"/>
              </a:rPr>
              <a:t>Which evidence helps most?</a:t>
            </a:r>
          </a:p>
        </p:txBody>
      </p:sp>
      <p:sp>
        <p:nvSpPr>
          <p:cNvPr id="34" name="Chevron 33"/>
          <p:cNvSpPr/>
          <p:nvPr/>
        </p:nvSpPr>
        <p:spPr>
          <a:xfrm>
            <a:off x="10902596" y="5654873"/>
            <a:ext cx="286513" cy="482549"/>
          </a:xfrm>
          <a:prstGeom prst="chevron">
            <a:avLst/>
          </a:prstGeom>
          <a:solidFill>
            <a:srgbClr val="4FB3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1249428" y="4146907"/>
            <a:ext cx="3091330" cy="3543720"/>
          </a:xfrm>
          <a:prstGeom prst="roundRect">
            <a:avLst>
              <a:gd name="adj" fmla="val 4000"/>
            </a:avLst>
          </a:prstGeom>
          <a:solidFill>
            <a:srgbClr val="FBEBD0"/>
          </a:solidFill>
          <a:ln w="31415">
            <a:solidFill>
              <a:srgbClr val="E0A040"/>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1520862" y="4448500"/>
            <a:ext cx="1809559" cy="376991"/>
          </a:xfrm>
          <a:prstGeom prst="rect">
            <a:avLst/>
          </a:prstGeom>
          <a:noFill/>
        </p:spPr>
        <p:txBody>
          <a:bodyPr wrap="square" lIns="0" tIns="0" rIns="0" bIns="0" anchor="t">
            <a:spAutoFit/>
          </a:bodyPr>
          <a:lstStyle/>
          <a:p>
            <a:pPr algn="l"/>
            <a:r>
              <a:rPr sz="1649" b="1" i="0" spc="329">
                <a:solidFill>
                  <a:srgbClr val="1F8A96"/>
                </a:solidFill>
                <a:latin typeface="Arial"/>
              </a:rPr>
              <a:t>PHASE 4</a:t>
            </a:r>
          </a:p>
        </p:txBody>
      </p:sp>
      <p:sp>
        <p:nvSpPr>
          <p:cNvPr id="37" name="Rounded Rectangle 36"/>
          <p:cNvSpPr/>
          <p:nvPr/>
        </p:nvSpPr>
        <p:spPr>
          <a:xfrm>
            <a:off x="13315342" y="4373102"/>
            <a:ext cx="784142" cy="452389"/>
          </a:xfrm>
          <a:prstGeom prst="roundRect">
            <a:avLst>
              <a:gd name="adj" fmla="val 15000"/>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3315342" y="4373102"/>
            <a:ext cx="784142" cy="452389"/>
          </a:xfrm>
          <a:prstGeom prst="rect">
            <a:avLst/>
          </a:prstGeom>
          <a:noFill/>
        </p:spPr>
        <p:txBody>
          <a:bodyPr wrap="square" lIns="0" tIns="0" rIns="0" bIns="0" anchor="ctr">
            <a:spAutoFit/>
          </a:bodyPr>
          <a:lstStyle/>
          <a:p>
            <a:pPr algn="ctr"/>
            <a:r>
              <a:rPr sz="1649" b="1" i="0">
                <a:solidFill>
                  <a:srgbClr val="FFFFFF"/>
                </a:solidFill>
                <a:latin typeface="Arial"/>
              </a:rPr>
              <a:t>RQ3</a:t>
            </a:r>
          </a:p>
        </p:txBody>
      </p:sp>
      <p:sp>
        <p:nvSpPr>
          <p:cNvPr id="39" name="TextBox 38"/>
          <p:cNvSpPr txBox="1"/>
          <p:nvPr/>
        </p:nvSpPr>
        <p:spPr>
          <a:xfrm>
            <a:off x="11520862" y="5051687"/>
            <a:ext cx="2548463" cy="904779"/>
          </a:xfrm>
          <a:prstGeom prst="rect">
            <a:avLst/>
          </a:prstGeom>
          <a:noFill/>
        </p:spPr>
        <p:txBody>
          <a:bodyPr wrap="square" lIns="0" tIns="0" rIns="0" bIns="0" anchor="t">
            <a:spAutoFit/>
          </a:bodyPr>
          <a:lstStyle/>
          <a:p>
            <a:pPr algn="l"/>
            <a:r>
              <a:rPr sz="2638" b="1" i="0">
                <a:solidFill>
                  <a:srgbClr val="E31837"/>
                </a:solidFill>
                <a:latin typeface="Arial"/>
              </a:rPr>
              <a:t>New method</a:t>
            </a:r>
          </a:p>
        </p:txBody>
      </p:sp>
      <p:sp>
        <p:nvSpPr>
          <p:cNvPr id="40" name="TextBox 39"/>
          <p:cNvSpPr txBox="1"/>
          <p:nvPr/>
        </p:nvSpPr>
        <p:spPr>
          <a:xfrm>
            <a:off x="11520862" y="6107263"/>
            <a:ext cx="2548463" cy="1357169"/>
          </a:xfrm>
          <a:prstGeom prst="rect">
            <a:avLst/>
          </a:prstGeom>
          <a:noFill/>
        </p:spPr>
        <p:txBody>
          <a:bodyPr wrap="square" lIns="0" tIns="0" rIns="0" bIns="0" anchor="t">
            <a:spAutoFit/>
          </a:bodyPr>
          <a:lstStyle/>
          <a:p>
            <a:pPr algn="l"/>
            <a:r>
              <a:rPr sz="2143" b="0" i="0">
                <a:solidFill>
                  <a:srgbClr val="333333"/>
                </a:solidFill>
                <a:latin typeface="Arial"/>
              </a:rPr>
              <a:t>Only if a clear gap is found</a:t>
            </a:r>
          </a:p>
        </p:txBody>
      </p:sp>
      <p:sp>
        <p:nvSpPr>
          <p:cNvPr id="41" name="Rounded Rectangle 40"/>
          <p:cNvSpPr/>
          <p:nvPr/>
        </p:nvSpPr>
        <p:spPr>
          <a:xfrm>
            <a:off x="753983" y="8143018"/>
            <a:ext cx="13571696" cy="1507966"/>
          </a:xfrm>
          <a:prstGeom prst="roundRect">
            <a:avLst>
              <a:gd name="adj" fmla="val 6000"/>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30974" y="8293814"/>
            <a:ext cx="4523898" cy="527788"/>
          </a:xfrm>
          <a:prstGeom prst="rect">
            <a:avLst/>
          </a:prstGeom>
          <a:noFill/>
        </p:spPr>
        <p:txBody>
          <a:bodyPr wrap="square" lIns="0" tIns="0" rIns="0" bIns="0" anchor="t">
            <a:spAutoFit/>
          </a:bodyPr>
          <a:lstStyle/>
          <a:p>
            <a:pPr algn="l"/>
            <a:r>
              <a:rPr sz="2473" b="1" i="0">
                <a:solidFill>
                  <a:srgbClr val="FFFFFF"/>
                </a:solidFill>
                <a:latin typeface="Arial"/>
              </a:rPr>
              <a:t>Final evaluation</a:t>
            </a:r>
          </a:p>
        </p:txBody>
      </p:sp>
      <p:sp>
        <p:nvSpPr>
          <p:cNvPr id="43" name="TextBox 42"/>
          <p:cNvSpPr txBox="1"/>
          <p:nvPr/>
        </p:nvSpPr>
        <p:spPr>
          <a:xfrm>
            <a:off x="1130974" y="8866841"/>
            <a:ext cx="12817713" cy="603186"/>
          </a:xfrm>
          <a:prstGeom prst="rect">
            <a:avLst/>
          </a:prstGeom>
          <a:noFill/>
        </p:spPr>
        <p:txBody>
          <a:bodyPr wrap="square" lIns="0" tIns="0" rIns="0" bIns="0" anchor="t">
            <a:spAutoFit/>
          </a:bodyPr>
          <a:lstStyle/>
          <a:p>
            <a:pPr algn="l"/>
            <a:r>
              <a:rPr sz="1978" b="0" i="0">
                <a:solidFill>
                  <a:srgbClr val="FFFFFF"/>
                </a:solidFill>
                <a:latin typeface="Arial"/>
              </a:rPr>
              <a:t>Test the best methods with known event times and fully automatic, then explain why they work.</a:t>
            </a:r>
          </a:p>
        </p:txBody>
      </p:sp>
      <p:sp>
        <p:nvSpPr>
          <p:cNvPr id="44" name="TextBox 43"/>
          <p:cNvSpPr txBox="1"/>
          <p:nvPr/>
        </p:nvSpPr>
        <p:spPr>
          <a:xfrm>
            <a:off x="753983" y="9771621"/>
            <a:ext cx="13571696" cy="376991"/>
          </a:xfrm>
          <a:prstGeom prst="rect">
            <a:avLst/>
          </a:prstGeom>
          <a:noFill/>
        </p:spPr>
        <p:txBody>
          <a:bodyPr wrap="square" lIns="0" tIns="0" rIns="0" bIns="0" anchor="t">
            <a:spAutoFit/>
          </a:bodyPr>
          <a:lstStyle/>
          <a:p>
            <a:pPr algn="l"/>
            <a:r>
              <a:rPr sz="1649" b="0" i="1">
                <a:solidFill>
                  <a:srgbClr val="595959"/>
                </a:solidFill>
                <a:latin typeface="Arial"/>
              </a:rPr>
              <a:t>Phase 4 is conditional: if no clear gap appears, the comparison itself is the contribution.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a:solidFill>
                  <a:srgbClr val="59595C"/>
                </a:solidFill>
              </a:rPr>
              <a:t>Research Methodology 2/3</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900" b="0" i="0">
                <a:solidFill>
                  <a:srgbClr val="59595C"/>
                </a:solidFill>
              </a:rPr>
              <a:t>Synthetic data gives explicit source ground truth; real-world labels need validation</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400" b="0" i="1">
                <a:solidFill>
                  <a:srgbClr val="59595C"/>
                </a:solidFill>
              </a:rPr>
              <a:t>Sources: [1], [38], [39]</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9</a:t>
            </a:fld>
            <a:endParaRPr lang="en-AU"/>
          </a:p>
        </p:txBody>
      </p:sp>
      <p:sp>
        <p:nvSpPr>
          <p:cNvPr id="7" name="Rounded Rectangle 6"/>
          <p:cNvSpPr/>
          <p:nvPr/>
        </p:nvSpPr>
        <p:spPr>
          <a:xfrm>
            <a:off x="758952" y="2377440"/>
            <a:ext cx="6766560" cy="352044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124712" y="2697480"/>
            <a:ext cx="3657600" cy="640080"/>
          </a:xfrm>
          <a:prstGeom prst="rect">
            <a:avLst/>
          </a:prstGeom>
          <a:noFill/>
        </p:spPr>
        <p:txBody>
          <a:bodyPr wrap="square" lIns="0" tIns="0" rIns="0" bIns="0" anchor="t">
            <a:spAutoFit/>
          </a:bodyPr>
          <a:lstStyle/>
          <a:p>
            <a:pPr algn="l"/>
            <a:r>
              <a:rPr sz="3400" b="1" i="0">
                <a:solidFill>
                  <a:srgbClr val="E31738"/>
                </a:solidFill>
              </a:rPr>
              <a:t>SMD</a:t>
            </a:r>
          </a:p>
        </p:txBody>
      </p:sp>
      <p:sp>
        <p:nvSpPr>
          <p:cNvPr id="9" name="Rounded Rectangle 8"/>
          <p:cNvSpPr/>
          <p:nvPr/>
        </p:nvSpPr>
        <p:spPr>
          <a:xfrm>
            <a:off x="4690872" y="2743200"/>
            <a:ext cx="2560320" cy="548640"/>
          </a:xfrm>
          <a:prstGeom prst="roundRect">
            <a:avLst>
              <a:gd name="adj" fmla="val 50000"/>
            </a:avLst>
          </a:prstGeom>
          <a:solidFill>
            <a:srgbClr val="1D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690872" y="2743200"/>
            <a:ext cx="2560320" cy="548640"/>
          </a:xfrm>
          <a:prstGeom prst="rect">
            <a:avLst/>
          </a:prstGeom>
          <a:noFill/>
        </p:spPr>
        <p:txBody>
          <a:bodyPr wrap="square" lIns="0" tIns="0" rIns="0" bIns="0" anchor="ctr">
            <a:spAutoFit/>
          </a:bodyPr>
          <a:lstStyle/>
          <a:p>
            <a:pPr algn="ctr"/>
            <a:r>
              <a:rPr sz="1700" b="1" i="0">
                <a:solidFill>
                  <a:srgbClr val="FFFFFF"/>
                </a:solidFill>
              </a:rPr>
              <a:t>Public</a:t>
            </a:r>
          </a:p>
        </p:txBody>
      </p:sp>
      <p:sp>
        <p:nvSpPr>
          <p:cNvPr id="11" name="TextBox 10"/>
          <p:cNvSpPr txBox="1"/>
          <p:nvPr/>
        </p:nvSpPr>
        <p:spPr>
          <a:xfrm>
            <a:off x="1124712" y="3657600"/>
            <a:ext cx="6035040" cy="822960"/>
          </a:xfrm>
          <a:prstGeom prst="rect">
            <a:avLst/>
          </a:prstGeom>
          <a:noFill/>
        </p:spPr>
        <p:txBody>
          <a:bodyPr wrap="square" lIns="0" tIns="0" rIns="0" bIns="0" anchor="t">
            <a:spAutoFit/>
          </a:bodyPr>
          <a:lstStyle/>
          <a:p>
            <a:pPr algn="l"/>
            <a:r>
              <a:rPr sz="2300" b="0" i="0">
                <a:solidFill>
                  <a:srgbClr val="59595C"/>
                </a:solidFill>
              </a:rPr>
              <a:t>28 servers x 38 dimensions</a:t>
            </a:r>
          </a:p>
        </p:txBody>
      </p:sp>
      <p:sp>
        <p:nvSpPr>
          <p:cNvPr id="12" name="TextBox 11"/>
          <p:cNvSpPr txBox="1"/>
          <p:nvPr/>
        </p:nvSpPr>
        <p:spPr>
          <a:xfrm>
            <a:off x="1124712" y="4480560"/>
            <a:ext cx="6035040" cy="822960"/>
          </a:xfrm>
          <a:prstGeom prst="rect">
            <a:avLst/>
          </a:prstGeom>
          <a:noFill/>
        </p:spPr>
        <p:txBody>
          <a:bodyPr wrap="square" lIns="0" tIns="0" rIns="0" bIns="0" anchor="t">
            <a:spAutoFit/>
          </a:bodyPr>
          <a:lstStyle/>
          <a:p>
            <a:pPr algn="l"/>
            <a:r>
              <a:rPr sz="2400" b="1" i="0">
                <a:solidFill>
                  <a:srgbClr val="333336"/>
                </a:solidFill>
              </a:rPr>
              <a:t>Localisation only (no source labels)</a:t>
            </a:r>
          </a:p>
        </p:txBody>
      </p:sp>
      <p:sp>
        <p:nvSpPr>
          <p:cNvPr id="13" name="TextBox 12"/>
          <p:cNvSpPr txBox="1"/>
          <p:nvPr/>
        </p:nvSpPr>
        <p:spPr>
          <a:xfrm>
            <a:off x="1124712" y="5440680"/>
            <a:ext cx="2743200" cy="274320"/>
          </a:xfrm>
          <a:prstGeom prst="rect">
            <a:avLst/>
          </a:prstGeom>
          <a:noFill/>
        </p:spPr>
        <p:txBody>
          <a:bodyPr wrap="square" lIns="0" tIns="0" rIns="0" bIns="0" anchor="t">
            <a:spAutoFit/>
          </a:bodyPr>
          <a:lstStyle/>
          <a:p>
            <a:pPr algn="l"/>
            <a:r>
              <a:rPr sz="1600" b="0" i="1">
                <a:solidFill>
                  <a:srgbClr val="1D8E95"/>
                </a:solidFill>
              </a:rPr>
              <a:t>[1]</a:t>
            </a:r>
          </a:p>
        </p:txBody>
      </p:sp>
      <p:sp>
        <p:nvSpPr>
          <p:cNvPr id="14" name="Rounded Rectangle 13"/>
          <p:cNvSpPr/>
          <p:nvPr/>
        </p:nvSpPr>
        <p:spPr>
          <a:xfrm>
            <a:off x="7772400" y="2377440"/>
            <a:ext cx="6766560" cy="352044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138160" y="2697480"/>
            <a:ext cx="3657600" cy="640080"/>
          </a:xfrm>
          <a:prstGeom prst="rect">
            <a:avLst/>
          </a:prstGeom>
          <a:noFill/>
        </p:spPr>
        <p:txBody>
          <a:bodyPr wrap="square" lIns="0" tIns="0" rIns="0" bIns="0" anchor="t">
            <a:spAutoFit/>
          </a:bodyPr>
          <a:lstStyle/>
          <a:p>
            <a:pPr algn="l"/>
            <a:r>
              <a:rPr sz="3400" b="1" i="0">
                <a:solidFill>
                  <a:srgbClr val="E31738"/>
                </a:solidFill>
              </a:rPr>
              <a:t>SWaT</a:t>
            </a:r>
          </a:p>
        </p:txBody>
      </p:sp>
      <p:sp>
        <p:nvSpPr>
          <p:cNvPr id="16" name="Rounded Rectangle 15"/>
          <p:cNvSpPr/>
          <p:nvPr/>
        </p:nvSpPr>
        <p:spPr>
          <a:xfrm>
            <a:off x="11704320" y="2743200"/>
            <a:ext cx="2560320" cy="548640"/>
          </a:xfrm>
          <a:prstGeom prst="roundRect">
            <a:avLst>
              <a:gd name="adj" fmla="val 50000"/>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1704320" y="2743200"/>
            <a:ext cx="2560320" cy="548640"/>
          </a:xfrm>
          <a:prstGeom prst="rect">
            <a:avLst/>
          </a:prstGeom>
          <a:noFill/>
        </p:spPr>
        <p:txBody>
          <a:bodyPr wrap="square" lIns="0" tIns="0" rIns="0" bIns="0" anchor="ctr">
            <a:spAutoFit/>
          </a:bodyPr>
          <a:lstStyle/>
          <a:p>
            <a:pPr algn="ctr"/>
            <a:r>
              <a:rPr sz="1700" b="1" i="0">
                <a:solidFill>
                  <a:srgbClr val="FFFFFF"/>
                </a:solidFill>
              </a:rPr>
              <a:t>Restricted</a:t>
            </a:r>
          </a:p>
        </p:txBody>
      </p:sp>
      <p:sp>
        <p:nvSpPr>
          <p:cNvPr id="18" name="TextBox 17"/>
          <p:cNvSpPr txBox="1"/>
          <p:nvPr/>
        </p:nvSpPr>
        <p:spPr>
          <a:xfrm>
            <a:off x="8138160" y="3657600"/>
            <a:ext cx="6035040" cy="822960"/>
          </a:xfrm>
          <a:prstGeom prst="rect">
            <a:avLst/>
          </a:prstGeom>
          <a:noFill/>
        </p:spPr>
        <p:txBody>
          <a:bodyPr wrap="square" lIns="0" tIns="0" rIns="0" bIns="0" anchor="t">
            <a:spAutoFit/>
          </a:bodyPr>
          <a:lstStyle/>
          <a:p>
            <a:pPr algn="l"/>
            <a:r>
              <a:rPr sz="2300" b="0" i="0">
                <a:solidFill>
                  <a:srgbClr val="59595C"/>
                </a:solidFill>
              </a:rPr>
              <a:t>Six-stage water-treatment testbed</a:t>
            </a:r>
          </a:p>
        </p:txBody>
      </p:sp>
      <p:sp>
        <p:nvSpPr>
          <p:cNvPr id="19" name="TextBox 18"/>
          <p:cNvSpPr txBox="1"/>
          <p:nvPr/>
        </p:nvSpPr>
        <p:spPr>
          <a:xfrm>
            <a:off x="8138160" y="4480560"/>
            <a:ext cx="6035040" cy="822960"/>
          </a:xfrm>
          <a:prstGeom prst="rect">
            <a:avLst/>
          </a:prstGeom>
          <a:noFill/>
        </p:spPr>
        <p:txBody>
          <a:bodyPr wrap="square" lIns="0" tIns="0" rIns="0" bIns="0" anchor="t">
            <a:spAutoFit/>
          </a:bodyPr>
          <a:lstStyle/>
          <a:p>
            <a:pPr algn="l"/>
            <a:r>
              <a:rPr sz="2400" b="1" i="0">
                <a:solidFill>
                  <a:srgbClr val="333336"/>
                </a:solidFill>
              </a:rPr>
              <a:t>Industrial cyber-physical case study</a:t>
            </a:r>
          </a:p>
        </p:txBody>
      </p:sp>
      <p:sp>
        <p:nvSpPr>
          <p:cNvPr id="20" name="TextBox 19"/>
          <p:cNvSpPr txBox="1"/>
          <p:nvPr/>
        </p:nvSpPr>
        <p:spPr>
          <a:xfrm>
            <a:off x="8138160" y="5440680"/>
            <a:ext cx="2743200" cy="274320"/>
          </a:xfrm>
          <a:prstGeom prst="rect">
            <a:avLst/>
          </a:prstGeom>
          <a:noFill/>
        </p:spPr>
        <p:txBody>
          <a:bodyPr wrap="square" lIns="0" tIns="0" rIns="0" bIns="0" anchor="t">
            <a:spAutoFit/>
          </a:bodyPr>
          <a:lstStyle/>
          <a:p>
            <a:pPr algn="l"/>
            <a:r>
              <a:rPr sz="1600" b="0" i="1">
                <a:solidFill>
                  <a:srgbClr val="1D8E95"/>
                </a:solidFill>
              </a:rPr>
              <a:t>[38]</a:t>
            </a:r>
          </a:p>
        </p:txBody>
      </p:sp>
      <p:sp>
        <p:nvSpPr>
          <p:cNvPr id="21" name="Rounded Rectangle 20"/>
          <p:cNvSpPr/>
          <p:nvPr/>
        </p:nvSpPr>
        <p:spPr>
          <a:xfrm>
            <a:off x="758952" y="6080760"/>
            <a:ext cx="6766560" cy="352044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24712" y="6400800"/>
            <a:ext cx="3657600" cy="640080"/>
          </a:xfrm>
          <a:prstGeom prst="rect">
            <a:avLst/>
          </a:prstGeom>
          <a:noFill/>
        </p:spPr>
        <p:txBody>
          <a:bodyPr wrap="square" lIns="0" tIns="0" rIns="0" bIns="0" anchor="t">
            <a:spAutoFit/>
          </a:bodyPr>
          <a:lstStyle/>
          <a:p>
            <a:pPr algn="l"/>
            <a:r>
              <a:rPr sz="3400" b="1" i="0">
                <a:solidFill>
                  <a:srgbClr val="E31738"/>
                </a:solidFill>
              </a:rPr>
              <a:t>MSDS</a:t>
            </a:r>
          </a:p>
        </p:txBody>
      </p:sp>
      <p:sp>
        <p:nvSpPr>
          <p:cNvPr id="23" name="Rounded Rectangle 22"/>
          <p:cNvSpPr/>
          <p:nvPr/>
        </p:nvSpPr>
        <p:spPr>
          <a:xfrm>
            <a:off x="4690872" y="6446520"/>
            <a:ext cx="2560320" cy="548640"/>
          </a:xfrm>
          <a:prstGeom prst="roundRect">
            <a:avLst>
              <a:gd name="adj" fmla="val 50000"/>
            </a:avLst>
          </a:prstGeom>
          <a:solidFill>
            <a:srgbClr val="1D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690872" y="6446520"/>
            <a:ext cx="2560320" cy="548640"/>
          </a:xfrm>
          <a:prstGeom prst="rect">
            <a:avLst/>
          </a:prstGeom>
          <a:noFill/>
        </p:spPr>
        <p:txBody>
          <a:bodyPr wrap="square" lIns="0" tIns="0" rIns="0" bIns="0" anchor="ctr">
            <a:spAutoFit/>
          </a:bodyPr>
          <a:lstStyle/>
          <a:p>
            <a:pPr algn="ctr"/>
            <a:r>
              <a:rPr sz="1700" b="1" i="0">
                <a:solidFill>
                  <a:srgbClr val="FFFFFF"/>
                </a:solidFill>
              </a:rPr>
              <a:t>Public</a:t>
            </a:r>
          </a:p>
        </p:txBody>
      </p:sp>
      <p:sp>
        <p:nvSpPr>
          <p:cNvPr id="25" name="TextBox 24"/>
          <p:cNvSpPr txBox="1"/>
          <p:nvPr/>
        </p:nvSpPr>
        <p:spPr>
          <a:xfrm>
            <a:off x="1124712" y="7360920"/>
            <a:ext cx="6035040" cy="822960"/>
          </a:xfrm>
          <a:prstGeom prst="rect">
            <a:avLst/>
          </a:prstGeom>
          <a:noFill/>
        </p:spPr>
        <p:txBody>
          <a:bodyPr wrap="square" lIns="0" tIns="0" rIns="0" bIns="0" anchor="t">
            <a:spAutoFit/>
          </a:bodyPr>
          <a:lstStyle/>
          <a:p>
            <a:pPr algn="l"/>
            <a:r>
              <a:rPr sz="2300" b="0" i="0">
                <a:solidFill>
                  <a:srgbClr val="59595C"/>
                </a:solidFill>
              </a:rPr>
              <a:t>Metrics + logs + traces with injected faults</a:t>
            </a:r>
          </a:p>
        </p:txBody>
      </p:sp>
      <p:sp>
        <p:nvSpPr>
          <p:cNvPr id="26" name="TextBox 25"/>
          <p:cNvSpPr txBox="1"/>
          <p:nvPr/>
        </p:nvSpPr>
        <p:spPr>
          <a:xfrm>
            <a:off x="1124712" y="8183879"/>
            <a:ext cx="6035040" cy="822960"/>
          </a:xfrm>
          <a:prstGeom prst="rect">
            <a:avLst/>
          </a:prstGeom>
          <a:noFill/>
        </p:spPr>
        <p:txBody>
          <a:bodyPr wrap="square" lIns="0" tIns="0" rIns="0" bIns="0" anchor="t">
            <a:spAutoFit/>
          </a:bodyPr>
          <a:lstStyle/>
          <a:p>
            <a:pPr algn="l"/>
            <a:r>
              <a:rPr sz="2400" b="1" i="0">
                <a:solidFill>
                  <a:srgbClr val="333336"/>
                </a:solidFill>
              </a:rPr>
              <a:t>Distributed-system RCA case study</a:t>
            </a:r>
          </a:p>
        </p:txBody>
      </p:sp>
      <p:sp>
        <p:nvSpPr>
          <p:cNvPr id="27" name="TextBox 26"/>
          <p:cNvSpPr txBox="1"/>
          <p:nvPr/>
        </p:nvSpPr>
        <p:spPr>
          <a:xfrm>
            <a:off x="1124712" y="9144000"/>
            <a:ext cx="2743200" cy="274320"/>
          </a:xfrm>
          <a:prstGeom prst="rect">
            <a:avLst/>
          </a:prstGeom>
          <a:noFill/>
        </p:spPr>
        <p:txBody>
          <a:bodyPr wrap="square" lIns="0" tIns="0" rIns="0" bIns="0" anchor="t">
            <a:spAutoFit/>
          </a:bodyPr>
          <a:lstStyle/>
          <a:p>
            <a:pPr algn="l"/>
            <a:r>
              <a:rPr sz="1600" b="0" i="1">
                <a:solidFill>
                  <a:srgbClr val="1D8E95"/>
                </a:solidFill>
              </a:rPr>
              <a:t>[39]</a:t>
            </a:r>
          </a:p>
        </p:txBody>
      </p:sp>
      <p:sp>
        <p:nvSpPr>
          <p:cNvPr id="28" name="Rounded Rectangle 27"/>
          <p:cNvSpPr/>
          <p:nvPr/>
        </p:nvSpPr>
        <p:spPr>
          <a:xfrm>
            <a:off x="7772400" y="6080760"/>
            <a:ext cx="6766560" cy="352044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138160" y="6400800"/>
            <a:ext cx="3657600" cy="640080"/>
          </a:xfrm>
          <a:prstGeom prst="rect">
            <a:avLst/>
          </a:prstGeom>
          <a:noFill/>
        </p:spPr>
        <p:txBody>
          <a:bodyPr wrap="square" lIns="0" tIns="0" rIns="0" bIns="0" anchor="t">
            <a:spAutoFit/>
          </a:bodyPr>
          <a:lstStyle/>
          <a:p>
            <a:pPr algn="l"/>
            <a:r>
              <a:rPr sz="3400" b="1" i="0">
                <a:solidFill>
                  <a:srgbClr val="E31738"/>
                </a:solidFill>
              </a:rPr>
              <a:t>Synthetic</a:t>
            </a:r>
          </a:p>
        </p:txBody>
      </p:sp>
      <p:sp>
        <p:nvSpPr>
          <p:cNvPr id="30" name="Rounded Rectangle 29"/>
          <p:cNvSpPr/>
          <p:nvPr/>
        </p:nvSpPr>
        <p:spPr>
          <a:xfrm>
            <a:off x="11704320" y="6446520"/>
            <a:ext cx="2560320" cy="548640"/>
          </a:xfrm>
          <a:prstGeom prst="roundRect">
            <a:avLst>
              <a:gd name="adj" fmla="val 50000"/>
            </a:avLst>
          </a:prstGeom>
          <a:solidFill>
            <a:srgbClr val="1D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1704320" y="6446520"/>
            <a:ext cx="2560320" cy="548640"/>
          </a:xfrm>
          <a:prstGeom prst="rect">
            <a:avLst/>
          </a:prstGeom>
          <a:noFill/>
        </p:spPr>
        <p:txBody>
          <a:bodyPr wrap="square" lIns="0" tIns="0" rIns="0" bIns="0" anchor="ctr">
            <a:spAutoFit/>
          </a:bodyPr>
          <a:lstStyle/>
          <a:p>
            <a:pPr algn="ctr"/>
            <a:r>
              <a:rPr sz="1700" b="1" i="0">
                <a:solidFill>
                  <a:srgbClr val="FFFFFF"/>
                </a:solidFill>
              </a:rPr>
              <a:t>Researcher-generated</a:t>
            </a:r>
          </a:p>
        </p:txBody>
      </p:sp>
      <p:sp>
        <p:nvSpPr>
          <p:cNvPr id="32" name="TextBox 31"/>
          <p:cNvSpPr txBox="1"/>
          <p:nvPr/>
        </p:nvSpPr>
        <p:spPr>
          <a:xfrm>
            <a:off x="8138160" y="7360920"/>
            <a:ext cx="6035040" cy="822960"/>
          </a:xfrm>
          <a:prstGeom prst="rect">
            <a:avLst/>
          </a:prstGeom>
          <a:noFill/>
        </p:spPr>
        <p:txBody>
          <a:bodyPr wrap="square" lIns="0" tIns="0" rIns="0" bIns="0" anchor="t">
            <a:spAutoFit/>
          </a:bodyPr>
          <a:lstStyle/>
          <a:p>
            <a:pPr algn="l"/>
            <a:r>
              <a:rPr sz="2300" b="0" i="0">
                <a:solidFill>
                  <a:srgbClr val="59595C"/>
                </a:solidFill>
              </a:rPr>
              <a:t>Known graph, source, time and propagation path</a:t>
            </a:r>
          </a:p>
        </p:txBody>
      </p:sp>
      <p:sp>
        <p:nvSpPr>
          <p:cNvPr id="33" name="TextBox 32"/>
          <p:cNvSpPr txBox="1"/>
          <p:nvPr/>
        </p:nvSpPr>
        <p:spPr>
          <a:xfrm>
            <a:off x="8138160" y="8183879"/>
            <a:ext cx="6035040" cy="822960"/>
          </a:xfrm>
          <a:prstGeom prst="rect">
            <a:avLst/>
          </a:prstGeom>
          <a:noFill/>
        </p:spPr>
        <p:txBody>
          <a:bodyPr wrap="square" lIns="0" tIns="0" rIns="0" bIns="0" anchor="t">
            <a:spAutoFit/>
          </a:bodyPr>
          <a:lstStyle/>
          <a:p>
            <a:pPr algn="l"/>
            <a:r>
              <a:rPr sz="2400" b="1" i="0">
                <a:solidFill>
                  <a:srgbClr val="333336"/>
                </a:solidFill>
              </a:rPr>
              <a:t>Exact source-vs-symptom ground truth</a:t>
            </a:r>
          </a:p>
        </p:txBody>
      </p:sp>
      <p:sp>
        <p:nvSpPr>
          <p:cNvPr id="34" name="TextBox 33"/>
          <p:cNvSpPr txBox="1"/>
          <p:nvPr/>
        </p:nvSpPr>
        <p:spPr>
          <a:xfrm>
            <a:off x="8138160" y="9144000"/>
            <a:ext cx="2743200" cy="274320"/>
          </a:xfrm>
          <a:prstGeom prst="rect">
            <a:avLst/>
          </a:prstGeom>
          <a:noFill/>
        </p:spPr>
        <p:txBody>
          <a:bodyPr wrap="square" lIns="0" tIns="0" rIns="0" bIns="0" anchor="t">
            <a:spAutoFit/>
          </a:bodyPr>
          <a:lstStyle/>
          <a:p>
            <a:pPr algn="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a:solidFill>
                  <a:srgbClr val="59595C"/>
                </a:solidFill>
              </a:rPr>
              <a:t>Research Requirements and Tools</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900" b="0" i="0">
                <a:solidFill>
                  <a:srgbClr val="59595C"/>
                </a:solidFill>
              </a:rPr>
              <a:t>Computing, software, data access and reproducibility</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300" b="0" i="1">
                <a:solidFill>
                  <a:srgbClr val="59595C"/>
                </a:solidFill>
              </a:rPr>
              <a:t>Sources: research requirements and specification, Section 5 of the report</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10</a:t>
            </a:fld>
            <a:endParaRPr lang="en-AU"/>
          </a:p>
        </p:txBody>
      </p:sp>
      <p:sp>
        <p:nvSpPr>
          <p:cNvPr id="7" name="Rounded Rectangle 6"/>
          <p:cNvSpPr/>
          <p:nvPr/>
        </p:nvSpPr>
        <p:spPr>
          <a:xfrm>
            <a:off x="758952" y="2377440"/>
            <a:ext cx="6766560" cy="22860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124712" y="2651760"/>
            <a:ext cx="6035040" cy="548640"/>
          </a:xfrm>
          <a:prstGeom prst="rect">
            <a:avLst/>
          </a:prstGeom>
          <a:noFill/>
        </p:spPr>
        <p:txBody>
          <a:bodyPr wrap="square" lIns="0" tIns="0" rIns="0" bIns="0" anchor="t">
            <a:spAutoFit/>
          </a:bodyPr>
          <a:lstStyle/>
          <a:p>
            <a:pPr algn="l"/>
            <a:r>
              <a:rPr sz="2600" b="1" i="0">
                <a:solidFill>
                  <a:srgbClr val="E31738"/>
                </a:solidFill>
              </a:rPr>
              <a:t>Computing</a:t>
            </a:r>
          </a:p>
        </p:txBody>
      </p:sp>
      <p:sp>
        <p:nvSpPr>
          <p:cNvPr id="9" name="TextBox 8"/>
          <p:cNvSpPr txBox="1"/>
          <p:nvPr/>
        </p:nvSpPr>
        <p:spPr>
          <a:xfrm>
            <a:off x="1124712" y="3291840"/>
            <a:ext cx="6035040" cy="1188720"/>
          </a:xfrm>
          <a:prstGeom prst="rect">
            <a:avLst/>
          </a:prstGeom>
          <a:noFill/>
        </p:spPr>
        <p:txBody>
          <a:bodyPr wrap="square" lIns="0" tIns="0" rIns="0" bIns="0" anchor="t">
            <a:spAutoFit/>
          </a:bodyPr>
          <a:lstStyle/>
          <a:p>
            <a:pPr algn="l"/>
            <a:r>
              <a:rPr sz="2100" b="0" i="0">
                <a:solidFill>
                  <a:srgbClr val="333336"/>
                </a:solidFill>
              </a:rPr>
              <a:t>Local workstation; cloud GPU when required; CPU for lightweight diagnostics</a:t>
            </a:r>
          </a:p>
        </p:txBody>
      </p:sp>
      <p:sp>
        <p:nvSpPr>
          <p:cNvPr id="10" name="Rounded Rectangle 9"/>
          <p:cNvSpPr/>
          <p:nvPr/>
        </p:nvSpPr>
        <p:spPr>
          <a:xfrm>
            <a:off x="7772400" y="2377440"/>
            <a:ext cx="6766560" cy="22860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138160" y="2651760"/>
            <a:ext cx="6035040" cy="548640"/>
          </a:xfrm>
          <a:prstGeom prst="rect">
            <a:avLst/>
          </a:prstGeom>
          <a:noFill/>
        </p:spPr>
        <p:txBody>
          <a:bodyPr wrap="square" lIns="0" tIns="0" rIns="0" bIns="0" anchor="t">
            <a:spAutoFit/>
          </a:bodyPr>
          <a:lstStyle/>
          <a:p>
            <a:pPr algn="l"/>
            <a:r>
              <a:rPr sz="2600" b="1" i="0">
                <a:solidFill>
                  <a:srgbClr val="E31738"/>
                </a:solidFill>
              </a:rPr>
              <a:t>Software</a:t>
            </a:r>
          </a:p>
        </p:txBody>
      </p:sp>
      <p:sp>
        <p:nvSpPr>
          <p:cNvPr id="12" name="TextBox 11"/>
          <p:cNvSpPr txBox="1"/>
          <p:nvPr/>
        </p:nvSpPr>
        <p:spPr>
          <a:xfrm>
            <a:off x="8138160" y="3291840"/>
            <a:ext cx="6035040" cy="1188720"/>
          </a:xfrm>
          <a:prstGeom prst="rect">
            <a:avLst/>
          </a:prstGeom>
          <a:noFill/>
        </p:spPr>
        <p:txBody>
          <a:bodyPr wrap="square" lIns="0" tIns="0" rIns="0" bIns="0" anchor="t">
            <a:spAutoFit/>
          </a:bodyPr>
          <a:lstStyle/>
          <a:p>
            <a:pPr algn="l"/>
            <a:r>
              <a:rPr sz="2100" b="0" i="0">
                <a:solidFill>
                  <a:srgbClr val="333336"/>
                </a:solidFill>
              </a:rPr>
              <a:t>Python, PyTorch, NumPy, pandas, scikit-learn, Jupyter, Git</a:t>
            </a:r>
          </a:p>
        </p:txBody>
      </p:sp>
      <p:sp>
        <p:nvSpPr>
          <p:cNvPr id="13" name="Rounded Rectangle 12"/>
          <p:cNvSpPr/>
          <p:nvPr/>
        </p:nvSpPr>
        <p:spPr>
          <a:xfrm>
            <a:off x="758952" y="4892040"/>
            <a:ext cx="6766560" cy="22860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124712" y="5166359"/>
            <a:ext cx="6035040" cy="548640"/>
          </a:xfrm>
          <a:prstGeom prst="rect">
            <a:avLst/>
          </a:prstGeom>
          <a:noFill/>
        </p:spPr>
        <p:txBody>
          <a:bodyPr wrap="square" lIns="0" tIns="0" rIns="0" bIns="0" anchor="t">
            <a:spAutoFit/>
          </a:bodyPr>
          <a:lstStyle/>
          <a:p>
            <a:pPr algn="l"/>
            <a:r>
              <a:rPr sz="2600" b="1" i="0">
                <a:solidFill>
                  <a:srgbClr val="E31738"/>
                </a:solidFill>
              </a:rPr>
              <a:t>Data</a:t>
            </a:r>
          </a:p>
        </p:txBody>
      </p:sp>
      <p:sp>
        <p:nvSpPr>
          <p:cNvPr id="15" name="TextBox 14"/>
          <p:cNvSpPr txBox="1"/>
          <p:nvPr/>
        </p:nvSpPr>
        <p:spPr>
          <a:xfrm>
            <a:off x="1124712" y="5806440"/>
            <a:ext cx="6035040" cy="1188720"/>
          </a:xfrm>
          <a:prstGeom prst="rect">
            <a:avLst/>
          </a:prstGeom>
          <a:noFill/>
        </p:spPr>
        <p:txBody>
          <a:bodyPr wrap="square" lIns="0" tIns="0" rIns="0" bIns="0" anchor="t">
            <a:spAutoFit/>
          </a:bodyPr>
          <a:lstStyle/>
          <a:p>
            <a:pPr algn="l"/>
            <a:r>
              <a:rPr sz="2100" b="0" i="0">
                <a:solidFill>
                  <a:srgbClr val="333336"/>
                </a:solidFill>
              </a:rPr>
              <a:t>SMD (in use); SWaT and MSDS (access pending); controlled synthetic system</a:t>
            </a:r>
          </a:p>
        </p:txBody>
      </p:sp>
      <p:sp>
        <p:nvSpPr>
          <p:cNvPr id="16" name="Rounded Rectangle 15"/>
          <p:cNvSpPr/>
          <p:nvPr/>
        </p:nvSpPr>
        <p:spPr>
          <a:xfrm>
            <a:off x="7772400" y="4892040"/>
            <a:ext cx="6766560" cy="22860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138160" y="5166359"/>
            <a:ext cx="6035040" cy="548640"/>
          </a:xfrm>
          <a:prstGeom prst="rect">
            <a:avLst/>
          </a:prstGeom>
          <a:noFill/>
        </p:spPr>
        <p:txBody>
          <a:bodyPr wrap="square" lIns="0" tIns="0" rIns="0" bIns="0" anchor="t">
            <a:spAutoFit/>
          </a:bodyPr>
          <a:lstStyle/>
          <a:p>
            <a:pPr algn="l"/>
            <a:r>
              <a:rPr sz="2600" b="1" i="0">
                <a:solidFill>
                  <a:srgbClr val="E31738"/>
                </a:solidFill>
              </a:rPr>
              <a:t>Baseline code</a:t>
            </a:r>
          </a:p>
        </p:txBody>
      </p:sp>
      <p:sp>
        <p:nvSpPr>
          <p:cNvPr id="18" name="TextBox 17"/>
          <p:cNvSpPr txBox="1"/>
          <p:nvPr/>
        </p:nvSpPr>
        <p:spPr>
          <a:xfrm>
            <a:off x="8138160" y="5806440"/>
            <a:ext cx="6035040" cy="1188720"/>
          </a:xfrm>
          <a:prstGeom prst="rect">
            <a:avLst/>
          </a:prstGeom>
          <a:noFill/>
        </p:spPr>
        <p:txBody>
          <a:bodyPr wrap="square" lIns="0" tIns="0" rIns="0" bIns="0" anchor="t">
            <a:spAutoFit/>
          </a:bodyPr>
          <a:lstStyle/>
          <a:p>
            <a:pPr algn="l"/>
            <a:r>
              <a:rPr sz="2100" b="0" i="0">
                <a:solidFill>
                  <a:srgbClr val="333336"/>
                </a:solidFill>
              </a:rPr>
              <a:t>Official or author-released implementations, e.g. OmniAnomaly, GDN, InterFusion, ALoRa-Loc, AERCA</a:t>
            </a:r>
          </a:p>
        </p:txBody>
      </p:sp>
      <p:sp>
        <p:nvSpPr>
          <p:cNvPr id="19" name="Rounded Rectangle 18"/>
          <p:cNvSpPr/>
          <p:nvPr/>
        </p:nvSpPr>
        <p:spPr>
          <a:xfrm>
            <a:off x="758952" y="7406640"/>
            <a:ext cx="6766560" cy="228600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124712" y="7680960"/>
            <a:ext cx="6035040" cy="548640"/>
          </a:xfrm>
          <a:prstGeom prst="rect">
            <a:avLst/>
          </a:prstGeom>
          <a:noFill/>
        </p:spPr>
        <p:txBody>
          <a:bodyPr wrap="square" lIns="0" tIns="0" rIns="0" bIns="0" anchor="t">
            <a:spAutoFit/>
          </a:bodyPr>
          <a:lstStyle/>
          <a:p>
            <a:pPr algn="l"/>
            <a:r>
              <a:rPr sz="2600" b="1" i="0">
                <a:solidFill>
                  <a:srgbClr val="E31738"/>
                </a:solidFill>
              </a:rPr>
              <a:t>Experiment tracking</a:t>
            </a:r>
          </a:p>
        </p:txBody>
      </p:sp>
      <p:sp>
        <p:nvSpPr>
          <p:cNvPr id="21" name="TextBox 20"/>
          <p:cNvSpPr txBox="1"/>
          <p:nvPr/>
        </p:nvSpPr>
        <p:spPr>
          <a:xfrm>
            <a:off x="1124712" y="8321040"/>
            <a:ext cx="6035040" cy="1188720"/>
          </a:xfrm>
          <a:prstGeom prst="rect">
            <a:avLst/>
          </a:prstGeom>
          <a:noFill/>
        </p:spPr>
        <p:txBody>
          <a:bodyPr wrap="square" lIns="0" tIns="0" rIns="0" bIns="0" anchor="t">
            <a:spAutoFit/>
          </a:bodyPr>
          <a:lstStyle/>
          <a:p>
            <a:pPr algn="l"/>
            <a:r>
              <a:rPr sz="2100" b="0" i="0">
                <a:solidFill>
                  <a:srgbClr val="333336"/>
                </a:solidFill>
              </a:rPr>
              <a:t>Version-controlled code, environment files, checkpoints, score files and configurations</a:t>
            </a:r>
          </a:p>
        </p:txBody>
      </p:sp>
      <p:sp>
        <p:nvSpPr>
          <p:cNvPr id="22" name="Rounded Rectangle 21"/>
          <p:cNvSpPr/>
          <p:nvPr/>
        </p:nvSpPr>
        <p:spPr>
          <a:xfrm>
            <a:off x="7772400" y="7406640"/>
            <a:ext cx="6766560" cy="2286000"/>
          </a:xfrm>
          <a:prstGeom prst="roundRect">
            <a:avLst>
              <a:gd name="adj" fmla="val 5000"/>
            </a:avLst>
          </a:prstGeom>
          <a:solidFill>
            <a:srgbClr val="3E3E42"/>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138160" y="7680960"/>
            <a:ext cx="6035040" cy="548640"/>
          </a:xfrm>
          <a:prstGeom prst="rect">
            <a:avLst/>
          </a:prstGeom>
          <a:noFill/>
        </p:spPr>
        <p:txBody>
          <a:bodyPr wrap="square" lIns="0" tIns="0" rIns="0" bIns="0" anchor="t">
            <a:spAutoFit/>
          </a:bodyPr>
          <a:lstStyle/>
          <a:p>
            <a:pPr algn="l"/>
            <a:r>
              <a:rPr sz="2600" b="1" i="0">
                <a:solidFill>
                  <a:srgbClr val="FFFFFF"/>
                </a:solidFill>
              </a:rPr>
              <a:t>Reproducibility</a:t>
            </a:r>
          </a:p>
        </p:txBody>
      </p:sp>
      <p:sp>
        <p:nvSpPr>
          <p:cNvPr id="24" name="TextBox 23"/>
          <p:cNvSpPr txBox="1"/>
          <p:nvPr/>
        </p:nvSpPr>
        <p:spPr>
          <a:xfrm>
            <a:off x="8138160" y="8321040"/>
            <a:ext cx="6035040" cy="1188720"/>
          </a:xfrm>
          <a:prstGeom prst="rect">
            <a:avLst/>
          </a:prstGeom>
          <a:noFill/>
        </p:spPr>
        <p:txBody>
          <a:bodyPr wrap="square" lIns="0" tIns="0" rIns="0" bIns="0" anchor="t">
            <a:spAutoFit/>
          </a:bodyPr>
          <a:lstStyle/>
          <a:p>
            <a:pPr algn="l"/>
            <a:r>
              <a:rPr sz="2100" b="0" i="0">
                <a:solidFill>
                  <a:srgbClr val="FFFFFF"/>
                </a:solidFill>
              </a:rPr>
              <a:t>Documented preprocessing and seeds; same evaluation code for every method; all results re-run from code, 8/8 checks pass.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a:solidFill>
                  <a:srgbClr val="59595C"/>
                </a:solidFill>
              </a:rPr>
              <a:t>Ethical Considerations</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900" b="0" i="0">
                <a:solidFill>
                  <a:srgbClr val="59595C"/>
                </a:solidFill>
              </a:rPr>
              <a:t>Low human-subject risk; strong data governance</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300" b="0" i="1">
                <a:solidFill>
                  <a:srgbClr val="59595C"/>
                </a:solidFill>
              </a:rPr>
              <a:t>Sources: research governance, Section 6 of the report</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11</a:t>
            </a:fld>
            <a:endParaRPr lang="en-AU"/>
          </a:p>
        </p:txBody>
      </p:sp>
      <p:sp>
        <p:nvSpPr>
          <p:cNvPr id="7" name="Rounded Rectangle 6"/>
          <p:cNvSpPr/>
          <p:nvPr/>
        </p:nvSpPr>
        <p:spPr>
          <a:xfrm>
            <a:off x="758952" y="2377440"/>
            <a:ext cx="6766560" cy="722376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216152" y="2697480"/>
            <a:ext cx="5852160" cy="640080"/>
          </a:xfrm>
          <a:prstGeom prst="rect">
            <a:avLst/>
          </a:prstGeom>
          <a:noFill/>
        </p:spPr>
        <p:txBody>
          <a:bodyPr wrap="square" lIns="0" tIns="0" rIns="0" bIns="0" anchor="t">
            <a:spAutoFit/>
          </a:bodyPr>
          <a:lstStyle/>
          <a:p>
            <a:pPr algn="l"/>
            <a:r>
              <a:rPr sz="3400" b="1" i="0">
                <a:solidFill>
                  <a:srgbClr val="E31738"/>
                </a:solidFill>
              </a:rPr>
              <a:t>Ethics</a:t>
            </a:r>
          </a:p>
        </p:txBody>
      </p:sp>
      <p:sp>
        <p:nvSpPr>
          <p:cNvPr id="9" name="Oval 8"/>
          <p:cNvSpPr/>
          <p:nvPr/>
        </p:nvSpPr>
        <p:spPr>
          <a:xfrm>
            <a:off x="1216152" y="3886200"/>
            <a:ext cx="292608" cy="292608"/>
          </a:xfrm>
          <a:prstGeom prst="ellipse">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764792" y="3657600"/>
            <a:ext cx="5486400" cy="1188720"/>
          </a:xfrm>
          <a:prstGeom prst="rect">
            <a:avLst/>
          </a:prstGeom>
          <a:noFill/>
        </p:spPr>
        <p:txBody>
          <a:bodyPr wrap="square" lIns="0" tIns="0" rIns="0" bIns="0" anchor="ctr">
            <a:spAutoFit/>
          </a:bodyPr>
          <a:lstStyle/>
          <a:p>
            <a:pPr algn="l"/>
            <a:r>
              <a:rPr sz="2100" b="0" i="0">
                <a:solidFill>
                  <a:srgbClr val="333336"/>
                </a:solidFill>
              </a:rPr>
              <a:t>No human participants or personal data</a:t>
            </a:r>
          </a:p>
        </p:txBody>
      </p:sp>
      <p:sp>
        <p:nvSpPr>
          <p:cNvPr id="11" name="Oval 10"/>
          <p:cNvSpPr/>
          <p:nvPr/>
        </p:nvSpPr>
        <p:spPr>
          <a:xfrm>
            <a:off x="1216152" y="5303520"/>
            <a:ext cx="292608" cy="292608"/>
          </a:xfrm>
          <a:prstGeom prst="ellipse">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764792" y="5074920"/>
            <a:ext cx="5486400" cy="1188720"/>
          </a:xfrm>
          <a:prstGeom prst="rect">
            <a:avLst/>
          </a:prstGeom>
          <a:noFill/>
        </p:spPr>
        <p:txBody>
          <a:bodyPr wrap="square" lIns="0" tIns="0" rIns="0" bIns="0" anchor="ctr">
            <a:spAutoFit/>
          </a:bodyPr>
          <a:lstStyle/>
          <a:p>
            <a:pPr algn="l"/>
            <a:r>
              <a:rPr sz="2100" b="0" i="0">
                <a:solidFill>
                  <a:srgbClr val="333336"/>
                </a:solidFill>
              </a:rPr>
              <a:t>Secondary technical telemetry plus synthetic data</a:t>
            </a:r>
          </a:p>
        </p:txBody>
      </p:sp>
      <p:sp>
        <p:nvSpPr>
          <p:cNvPr id="13" name="Oval 12"/>
          <p:cNvSpPr/>
          <p:nvPr/>
        </p:nvSpPr>
        <p:spPr>
          <a:xfrm>
            <a:off x="1216152" y="6720840"/>
            <a:ext cx="292608" cy="292608"/>
          </a:xfrm>
          <a:prstGeom prst="ellipse">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764792" y="6492240"/>
            <a:ext cx="5486400" cy="1188720"/>
          </a:xfrm>
          <a:prstGeom prst="rect">
            <a:avLst/>
          </a:prstGeom>
          <a:noFill/>
        </p:spPr>
        <p:txBody>
          <a:bodyPr wrap="square" lIns="0" tIns="0" rIns="0" bIns="0" anchor="ctr">
            <a:spAutoFit/>
          </a:bodyPr>
          <a:lstStyle/>
          <a:p>
            <a:pPr algn="l"/>
            <a:r>
              <a:rPr sz="2100" b="0" i="0">
                <a:solidFill>
                  <a:srgbClr val="333336"/>
                </a:solidFill>
              </a:rPr>
              <a:t>Ethics / exemption requirements confirmed with supervisors and the School</a:t>
            </a:r>
          </a:p>
        </p:txBody>
      </p:sp>
      <p:sp>
        <p:nvSpPr>
          <p:cNvPr id="15" name="Rounded Rectangle 14"/>
          <p:cNvSpPr/>
          <p:nvPr/>
        </p:nvSpPr>
        <p:spPr>
          <a:xfrm>
            <a:off x="7772400" y="2377440"/>
            <a:ext cx="6766560" cy="7223760"/>
          </a:xfrm>
          <a:prstGeom prst="roundRect">
            <a:avLst>
              <a:gd name="adj" fmla="val 5000"/>
            </a:avLst>
          </a:prstGeom>
          <a:solidFill>
            <a:srgbClr val="3E3E42"/>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29600" y="2697480"/>
            <a:ext cx="5852160" cy="640080"/>
          </a:xfrm>
          <a:prstGeom prst="rect">
            <a:avLst/>
          </a:prstGeom>
          <a:noFill/>
        </p:spPr>
        <p:txBody>
          <a:bodyPr wrap="square" lIns="0" tIns="0" rIns="0" bIns="0" anchor="t">
            <a:spAutoFit/>
          </a:bodyPr>
          <a:lstStyle/>
          <a:p>
            <a:pPr algn="l"/>
            <a:r>
              <a:rPr sz="3400" b="1" i="0">
                <a:solidFill>
                  <a:srgbClr val="FFFFFF"/>
                </a:solidFill>
              </a:rPr>
              <a:t>Data governance</a:t>
            </a:r>
          </a:p>
        </p:txBody>
      </p:sp>
      <p:sp>
        <p:nvSpPr>
          <p:cNvPr id="17" name="Oval 16"/>
          <p:cNvSpPr/>
          <p:nvPr/>
        </p:nvSpPr>
        <p:spPr>
          <a:xfrm>
            <a:off x="8229600" y="3886200"/>
            <a:ext cx="292608" cy="292608"/>
          </a:xfrm>
          <a:prstGeom prst="ellipse">
            <a:avLst/>
          </a:prstGeom>
          <a:solidFill>
            <a:srgbClr val="61BFC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778240" y="3657600"/>
            <a:ext cx="5486400" cy="1188720"/>
          </a:xfrm>
          <a:prstGeom prst="rect">
            <a:avLst/>
          </a:prstGeom>
          <a:noFill/>
        </p:spPr>
        <p:txBody>
          <a:bodyPr wrap="square" lIns="0" tIns="0" rIns="0" bIns="0" anchor="ctr">
            <a:spAutoFit/>
          </a:bodyPr>
          <a:lstStyle/>
          <a:p>
            <a:pPr algn="l"/>
            <a:r>
              <a:rPr sz="2100" b="0" i="0">
                <a:solidFill>
                  <a:srgbClr val="FFFFFF"/>
                </a:solidFill>
              </a:rPr>
              <a:t>SWaT used under the formal iTrust access conditions</a:t>
            </a:r>
          </a:p>
        </p:txBody>
      </p:sp>
      <p:sp>
        <p:nvSpPr>
          <p:cNvPr id="19" name="Oval 18"/>
          <p:cNvSpPr/>
          <p:nvPr/>
        </p:nvSpPr>
        <p:spPr>
          <a:xfrm>
            <a:off x="8229600" y="5303520"/>
            <a:ext cx="292608" cy="292608"/>
          </a:xfrm>
          <a:prstGeom prst="ellipse">
            <a:avLst/>
          </a:prstGeom>
          <a:solidFill>
            <a:srgbClr val="61BFC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778240" y="5074920"/>
            <a:ext cx="5486400" cy="1188720"/>
          </a:xfrm>
          <a:prstGeom prst="rect">
            <a:avLst/>
          </a:prstGeom>
          <a:noFill/>
        </p:spPr>
        <p:txBody>
          <a:bodyPr wrap="square" lIns="0" tIns="0" rIns="0" bIns="0" anchor="ctr">
            <a:spAutoFit/>
          </a:bodyPr>
          <a:lstStyle/>
          <a:p>
            <a:pPr algn="l"/>
            <a:r>
              <a:rPr sz="2100" b="0" i="0">
                <a:solidFill>
                  <a:srgbClr val="FFFFFF"/>
                </a:solidFill>
              </a:rPr>
              <a:t>SMD and MSDS are publicly released research data</a:t>
            </a:r>
          </a:p>
        </p:txBody>
      </p:sp>
      <p:sp>
        <p:nvSpPr>
          <p:cNvPr id="21" name="Oval 20"/>
          <p:cNvSpPr/>
          <p:nvPr/>
        </p:nvSpPr>
        <p:spPr>
          <a:xfrm>
            <a:off x="8229600" y="6720840"/>
            <a:ext cx="292608" cy="292608"/>
          </a:xfrm>
          <a:prstGeom prst="ellipse">
            <a:avLst/>
          </a:prstGeom>
          <a:solidFill>
            <a:srgbClr val="61BFC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778240" y="6492240"/>
            <a:ext cx="5486400" cy="1188720"/>
          </a:xfrm>
          <a:prstGeom prst="rect">
            <a:avLst/>
          </a:prstGeom>
          <a:noFill/>
        </p:spPr>
        <p:txBody>
          <a:bodyPr wrap="square" lIns="0" tIns="0" rIns="0" bIns="0" anchor="ctr">
            <a:spAutoFit/>
          </a:bodyPr>
          <a:lstStyle/>
          <a:p>
            <a:pPr algn="l"/>
            <a:r>
              <a:rPr sz="2100" b="0" i="0">
                <a:solidFill>
                  <a:srgbClr val="FFFFFF"/>
                </a:solidFill>
              </a:rPr>
              <a:t>Dataset licences and access agreements followed</a:t>
            </a:r>
          </a:p>
        </p:txBody>
      </p:sp>
      <p:sp>
        <p:nvSpPr>
          <p:cNvPr id="23" name="Oval 22"/>
          <p:cNvSpPr/>
          <p:nvPr/>
        </p:nvSpPr>
        <p:spPr>
          <a:xfrm>
            <a:off x="8229600" y="8138160"/>
            <a:ext cx="292608" cy="292608"/>
          </a:xfrm>
          <a:prstGeom prst="ellipse">
            <a:avLst/>
          </a:prstGeom>
          <a:solidFill>
            <a:srgbClr val="61BFC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778240" y="7909560"/>
            <a:ext cx="5486400" cy="1188720"/>
          </a:xfrm>
          <a:prstGeom prst="rect">
            <a:avLst/>
          </a:prstGeom>
          <a:noFill/>
        </p:spPr>
        <p:txBody>
          <a:bodyPr wrap="square" lIns="0" tIns="0" rIns="0" bIns="0" anchor="ctr">
            <a:spAutoFit/>
          </a:bodyPr>
          <a:lstStyle/>
          <a:p>
            <a:pPr algn="l"/>
            <a:r>
              <a:rPr sz="2100" b="0" i="0">
                <a:solidFill>
                  <a:srgbClr val="FFFFFF"/>
                </a:solidFill>
              </a:rPr>
              <a:t>Code and data shared only where licences permit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017520" y="603504"/>
            <a:ext cx="11247120" cy="914400"/>
          </a:xfrm>
          <a:prstGeom prst="rect">
            <a:avLst/>
          </a:prstGeom>
          <a:noFill/>
          <a:ln/>
        </p:spPr>
        <p:txBody>
          <a:bodyPr wrap="square" lIns="0" tIns="0" rIns="0" bIns="0" rtlCol="0" anchor="ctr"/>
          <a:lstStyle/>
          <a:p>
            <a:r>
              <a:rPr lang="en-US" sz="3200" b="1" dirty="0">
                <a:solidFill>
                  <a:srgbClr val="59595C"/>
                </a:solidFill>
                <a:ea typeface="Arial" pitchFamily="34" charset="-122"/>
                <a:cs typeface="Arial" pitchFamily="34" charset="-120"/>
              </a:rPr>
              <a:t>Initial Findings</a:t>
            </a:r>
            <a:endParaRPr lang="en-US" sz="5277" dirty="0"/>
          </a:p>
        </p:txBody>
      </p:sp>
      <p:sp>
        <p:nvSpPr>
          <p:cNvPr id="3" name="Text 1"/>
          <p:cNvSpPr txBox="1"/>
          <p:nvPr/>
        </p:nvSpPr>
        <p:spPr>
          <a:xfrm>
            <a:off x="3017520" y="1554480"/>
            <a:ext cx="11338560" cy="365760"/>
          </a:xfrm>
          <a:prstGeom prst="rect">
            <a:avLst/>
          </a:prstGeom>
          <a:noFill/>
          <a:ln/>
        </p:spPr>
        <p:txBody>
          <a:bodyPr wrap="square" lIns="0" tIns="0" rIns="0" bIns="0" rtlCol="0" anchor="ctr"/>
          <a:lstStyle/>
          <a:p>
            <a:r>
              <a:rPr lang="en-US" sz="1800" dirty="0">
                <a:solidFill>
                  <a:srgbClr val="595959"/>
                </a:solidFill>
                <a:ea typeface="Arial" pitchFamily="34" charset="-122"/>
                <a:cs typeface="Arial" pitchFamily="34" charset="-120"/>
              </a:rPr>
              <a:t>Three small tests before the full comparison</a:t>
            </a:r>
            <a:endParaRPr lang="en-US" sz="2474" dirty="0"/>
          </a:p>
        </p:txBody>
      </p:sp>
      <p:sp>
        <p:nvSpPr>
          <p:cNvPr id="4" name="Shape 2"/>
          <p:cNvSpPr/>
          <p:nvPr/>
        </p:nvSpPr>
        <p:spPr>
          <a:xfrm>
            <a:off x="3017520" y="1984248"/>
            <a:ext cx="822960" cy="54864"/>
          </a:xfrm>
          <a:prstGeom prst="rect">
            <a:avLst/>
          </a:prstGeom>
          <a:solidFill>
            <a:srgbClr val="E31837"/>
          </a:solidFill>
          <a:ln w="12700">
            <a:solidFill>
              <a:srgbClr val="E31837"/>
            </a:solidFill>
            <a:prstDash val="solid"/>
          </a:ln>
        </p:spPr>
        <p:txBody>
          <a:bodyPr/>
          <a:lstStyle/>
          <a:p>
            <a:endParaRPr lang="en-AU"/>
          </a:p>
        </p:txBody>
      </p:sp>
      <p:sp>
        <p:nvSpPr>
          <p:cNvPr id="5" name="Shape 3"/>
          <p:cNvSpPr/>
          <p:nvPr/>
        </p:nvSpPr>
        <p:spPr>
          <a:xfrm>
            <a:off x="754221" y="2412662"/>
            <a:ext cx="4297553" cy="6031653"/>
          </a:xfrm>
          <a:prstGeom prst="roundRect">
            <a:avLst>
              <a:gd name="adj" fmla="val 2807"/>
            </a:avLst>
          </a:prstGeom>
          <a:solidFill>
            <a:srgbClr val="F2F2F2"/>
          </a:solidFill>
          <a:ln w="12700">
            <a:solidFill>
              <a:srgbClr val="F2F2F2"/>
            </a:solidFill>
            <a:prstDash val="solid"/>
          </a:ln>
          <a:effectLst>
            <a:outerShdw blurRad="50800" dist="12700" dir="5400000" algn="bl" rotWithShape="0">
              <a:srgbClr val="000000">
                <a:alpha val="10000"/>
              </a:srgbClr>
            </a:outerShdw>
          </a:effectLst>
        </p:spPr>
        <p:txBody>
          <a:bodyPr/>
          <a:lstStyle/>
          <a:p>
            <a:endParaRPr lang="en-AU"/>
          </a:p>
        </p:txBody>
      </p:sp>
      <p:sp>
        <p:nvSpPr>
          <p:cNvPr id="6" name="Shape 4"/>
          <p:cNvSpPr/>
          <p:nvPr/>
        </p:nvSpPr>
        <p:spPr>
          <a:xfrm>
            <a:off x="1131200" y="2714244"/>
            <a:ext cx="829352" cy="829352"/>
          </a:xfrm>
          <a:prstGeom prst="ellipse">
            <a:avLst/>
          </a:prstGeom>
          <a:solidFill>
            <a:srgbClr val="E31837"/>
          </a:solidFill>
          <a:ln w="12700">
            <a:solidFill>
              <a:srgbClr val="E31837"/>
            </a:solidFill>
            <a:prstDash val="solid"/>
          </a:ln>
        </p:spPr>
        <p:txBody>
          <a:bodyPr/>
          <a:lstStyle/>
          <a:p>
            <a:endParaRPr lang="en-AU"/>
          </a:p>
        </p:txBody>
      </p:sp>
      <p:sp>
        <p:nvSpPr>
          <p:cNvPr id="7" name="Text 5"/>
          <p:cNvSpPr txBox="1"/>
          <p:nvPr/>
        </p:nvSpPr>
        <p:spPr>
          <a:xfrm>
            <a:off x="1131200" y="2714244"/>
            <a:ext cx="829352" cy="829352"/>
          </a:xfrm>
          <a:prstGeom prst="rect">
            <a:avLst/>
          </a:prstGeom>
          <a:noFill/>
          <a:ln/>
        </p:spPr>
        <p:txBody>
          <a:bodyPr wrap="square" lIns="0" tIns="0" rIns="0" bIns="0" rtlCol="0" anchor="ctr"/>
          <a:lstStyle/>
          <a:p>
            <a:pPr algn="ctr"/>
            <a:r>
              <a:rPr lang="en-US" sz="3298" b="1" dirty="0">
                <a:solidFill>
                  <a:srgbClr val="FFFFFF"/>
                </a:solidFill>
                <a:latin typeface="Arial" pitchFamily="34" charset="0"/>
                <a:ea typeface="Arial" pitchFamily="34" charset="-122"/>
                <a:cs typeface="Arial" pitchFamily="34" charset="-120"/>
              </a:rPr>
              <a:t>1</a:t>
            </a:r>
            <a:endParaRPr lang="en-US" sz="3298" dirty="0"/>
          </a:p>
        </p:txBody>
      </p:sp>
      <p:sp>
        <p:nvSpPr>
          <p:cNvPr id="8" name="Text 6"/>
          <p:cNvSpPr txBox="1"/>
          <p:nvPr/>
        </p:nvSpPr>
        <p:spPr>
          <a:xfrm>
            <a:off x="2186739" y="2714244"/>
            <a:ext cx="2714244" cy="452374"/>
          </a:xfrm>
          <a:prstGeom prst="rect">
            <a:avLst/>
          </a:prstGeom>
          <a:noFill/>
          <a:ln/>
        </p:spPr>
        <p:txBody>
          <a:bodyPr wrap="square" lIns="0" tIns="0" rIns="0" bIns="0" rtlCol="0" anchor="ctr"/>
          <a:lstStyle/>
          <a:p>
            <a:r>
              <a:rPr lang="en-US" sz="2474" b="1" dirty="0">
                <a:solidFill>
                  <a:srgbClr val="E31837"/>
                </a:solidFill>
                <a:latin typeface="Arial" pitchFamily="34" charset="0"/>
                <a:ea typeface="Arial" pitchFamily="34" charset="-122"/>
                <a:cs typeface="Arial" pitchFamily="34" charset="-120"/>
              </a:rPr>
              <a:t>Controlled test</a:t>
            </a:r>
            <a:endParaRPr lang="en-US" sz="2474" dirty="0"/>
          </a:p>
        </p:txBody>
      </p:sp>
      <p:sp>
        <p:nvSpPr>
          <p:cNvPr id="9" name="Text 7"/>
          <p:cNvSpPr txBox="1"/>
          <p:nvPr/>
        </p:nvSpPr>
        <p:spPr>
          <a:xfrm>
            <a:off x="2186739" y="3166618"/>
            <a:ext cx="2714244" cy="376978"/>
          </a:xfrm>
          <a:prstGeom prst="rect">
            <a:avLst/>
          </a:prstGeom>
          <a:noFill/>
          <a:ln/>
        </p:spPr>
        <p:txBody>
          <a:bodyPr wrap="square" lIns="0" tIns="0" rIns="0" bIns="0" rtlCol="0" anchor="ctr"/>
          <a:lstStyle/>
          <a:p>
            <a:r>
              <a:rPr lang="en-US" sz="1814" i="1" dirty="0">
                <a:solidFill>
                  <a:srgbClr val="595959"/>
                </a:solidFill>
                <a:latin typeface="Arial" pitchFamily="34" charset="0"/>
                <a:ea typeface="Arial" pitchFamily="34" charset="-122"/>
                <a:cs typeface="Arial" pitchFamily="34" charset="-120"/>
              </a:rPr>
              <a:t>Synthetic pump system</a:t>
            </a:r>
            <a:endParaRPr lang="en-US" sz="1814" dirty="0"/>
          </a:p>
        </p:txBody>
      </p:sp>
      <p:sp>
        <p:nvSpPr>
          <p:cNvPr id="10" name="Text 8"/>
          <p:cNvSpPr txBox="1"/>
          <p:nvPr/>
        </p:nvSpPr>
        <p:spPr>
          <a:xfrm>
            <a:off x="1131199" y="3920575"/>
            <a:ext cx="3618992" cy="331741"/>
          </a:xfrm>
          <a:prstGeom prst="rect">
            <a:avLst/>
          </a:prstGeom>
          <a:noFill/>
          <a:ln/>
        </p:spPr>
        <p:txBody>
          <a:bodyPr wrap="square" lIns="0" tIns="0" rIns="0" bIns="0" rtlCol="0" anchor="ctr"/>
          <a:lstStyle/>
          <a:p>
            <a:r>
              <a:rPr lang="en-US" sz="1649" b="1" spc="330" dirty="0">
                <a:solidFill>
                  <a:srgbClr val="1F8A96"/>
                </a:solidFill>
                <a:latin typeface="Arial" pitchFamily="34" charset="0"/>
                <a:ea typeface="Arial" pitchFamily="34" charset="-122"/>
                <a:cs typeface="Arial" pitchFamily="34" charset="-120"/>
              </a:rPr>
              <a:t>QUESTION</a:t>
            </a:r>
            <a:endParaRPr lang="en-US" sz="1649" dirty="0"/>
          </a:p>
        </p:txBody>
      </p:sp>
      <p:sp>
        <p:nvSpPr>
          <p:cNvPr id="11" name="Text 9"/>
          <p:cNvSpPr txBox="1"/>
          <p:nvPr/>
        </p:nvSpPr>
        <p:spPr>
          <a:xfrm>
            <a:off x="1131199" y="4297553"/>
            <a:ext cx="3618992" cy="829352"/>
          </a:xfrm>
          <a:prstGeom prst="rect">
            <a:avLst/>
          </a:prstGeom>
          <a:noFill/>
          <a:ln/>
        </p:spPr>
        <p:txBody>
          <a:bodyPr wrap="square" lIns="0" tIns="0" rIns="0" bIns="0" rtlCol="0" anchor="t"/>
          <a:lstStyle/>
          <a:p>
            <a:r>
              <a:rPr lang="en-US" sz="2309" b="1" dirty="0">
                <a:solidFill>
                  <a:srgbClr val="333333"/>
                </a:solidFill>
                <a:latin typeface="Arial" pitchFamily="34" charset="0"/>
                <a:ea typeface="Arial" pitchFamily="34" charset="-122"/>
                <a:cs typeface="Arial" pitchFamily="34" charset="-120"/>
              </a:rPr>
              <a:t>Can simple rules blame a symptom?</a:t>
            </a:r>
            <a:endParaRPr lang="en-US" sz="2309" dirty="0"/>
          </a:p>
        </p:txBody>
      </p:sp>
      <p:sp>
        <p:nvSpPr>
          <p:cNvPr id="12" name="Text 10"/>
          <p:cNvSpPr txBox="1"/>
          <p:nvPr/>
        </p:nvSpPr>
        <p:spPr>
          <a:xfrm>
            <a:off x="1131199" y="5202301"/>
            <a:ext cx="3618992" cy="331741"/>
          </a:xfrm>
          <a:prstGeom prst="rect">
            <a:avLst/>
          </a:prstGeom>
          <a:noFill/>
          <a:ln/>
        </p:spPr>
        <p:txBody>
          <a:bodyPr wrap="square" lIns="0" tIns="0" rIns="0" bIns="0" rtlCol="0" anchor="ctr"/>
          <a:lstStyle/>
          <a:p>
            <a:r>
              <a:rPr lang="en-US" sz="1649" b="1" spc="330" dirty="0">
                <a:solidFill>
                  <a:srgbClr val="1F8A96"/>
                </a:solidFill>
                <a:latin typeface="Arial" pitchFamily="34" charset="0"/>
                <a:ea typeface="Arial" pitchFamily="34" charset="-122"/>
                <a:cs typeface="Arial" pitchFamily="34" charset="-120"/>
              </a:rPr>
              <a:t>WHY</a:t>
            </a:r>
            <a:endParaRPr lang="en-US" sz="1649" dirty="0"/>
          </a:p>
        </p:txBody>
      </p:sp>
      <p:sp>
        <p:nvSpPr>
          <p:cNvPr id="13" name="Text 11"/>
          <p:cNvSpPr txBox="1"/>
          <p:nvPr/>
        </p:nvSpPr>
        <p:spPr>
          <a:xfrm>
            <a:off x="1131199" y="5579280"/>
            <a:ext cx="3618992" cy="1055539"/>
          </a:xfrm>
          <a:prstGeom prst="rect">
            <a:avLst/>
          </a:prstGeom>
          <a:noFill/>
          <a:ln/>
        </p:spPr>
        <p:txBody>
          <a:bodyPr wrap="square" lIns="0" tIns="0" rIns="0" bIns="0" rtlCol="0" anchor="t"/>
          <a:lstStyle/>
          <a:p>
            <a:r>
              <a:rPr lang="en-US" sz="1979" dirty="0">
                <a:solidFill>
                  <a:srgbClr val="333333"/>
                </a:solidFill>
                <a:latin typeface="Arial" pitchFamily="34" charset="0"/>
                <a:ea typeface="Arial" pitchFamily="34" charset="-122"/>
                <a:cs typeface="Arial" pitchFamily="34" charset="-120"/>
              </a:rPr>
              <a:t>Only simulated data tells me the true source for certain.</a:t>
            </a:r>
            <a:endParaRPr lang="en-US" sz="1979" dirty="0"/>
          </a:p>
        </p:txBody>
      </p:sp>
      <p:sp>
        <p:nvSpPr>
          <p:cNvPr id="14" name="Text 12"/>
          <p:cNvSpPr txBox="1"/>
          <p:nvPr/>
        </p:nvSpPr>
        <p:spPr>
          <a:xfrm>
            <a:off x="1131199" y="6710214"/>
            <a:ext cx="3618992" cy="331741"/>
          </a:xfrm>
          <a:prstGeom prst="rect">
            <a:avLst/>
          </a:prstGeom>
          <a:noFill/>
          <a:ln/>
        </p:spPr>
        <p:txBody>
          <a:bodyPr wrap="square" lIns="0" tIns="0" rIns="0" bIns="0" rtlCol="0" anchor="ctr"/>
          <a:lstStyle/>
          <a:p>
            <a:r>
              <a:rPr lang="en-US" sz="1649" b="1" spc="330" dirty="0">
                <a:solidFill>
                  <a:srgbClr val="1F8A96"/>
                </a:solidFill>
                <a:latin typeface="Arial" pitchFamily="34" charset="0"/>
                <a:ea typeface="Arial" pitchFamily="34" charset="-122"/>
                <a:cs typeface="Arial" pitchFamily="34" charset="-120"/>
              </a:rPr>
              <a:t>HOW</a:t>
            </a:r>
            <a:endParaRPr lang="en-US" sz="1649" dirty="0"/>
          </a:p>
        </p:txBody>
      </p:sp>
      <p:sp>
        <p:nvSpPr>
          <p:cNvPr id="15" name="Text 13"/>
          <p:cNvSpPr txBox="1"/>
          <p:nvPr/>
        </p:nvSpPr>
        <p:spPr>
          <a:xfrm>
            <a:off x="1131199" y="7087193"/>
            <a:ext cx="3618992" cy="1206331"/>
          </a:xfrm>
          <a:prstGeom prst="rect">
            <a:avLst/>
          </a:prstGeom>
          <a:noFill/>
          <a:ln/>
        </p:spPr>
        <p:txBody>
          <a:bodyPr wrap="square" lIns="0" tIns="0" rIns="0" bIns="0" rtlCol="0" anchor="t"/>
          <a:lstStyle/>
          <a:p>
            <a:r>
              <a:rPr lang="en-US" sz="1979" dirty="0">
                <a:solidFill>
                  <a:srgbClr val="333333"/>
                </a:solidFill>
                <a:latin typeface="Arial" pitchFamily="34" charset="0"/>
                <a:ea typeface="Arial" pitchFamily="34" charset="-122"/>
                <a:cs typeface="Arial" pitchFamily="34" charset="-120"/>
              </a:rPr>
              <a:t>Injected a fault at the pump; 30 cases; tested two simple rules.</a:t>
            </a:r>
            <a:endParaRPr lang="en-US" sz="1979" dirty="0"/>
          </a:p>
        </p:txBody>
      </p:sp>
      <p:sp>
        <p:nvSpPr>
          <p:cNvPr id="16" name="Shape 14"/>
          <p:cNvSpPr/>
          <p:nvPr/>
        </p:nvSpPr>
        <p:spPr>
          <a:xfrm>
            <a:off x="5353357" y="2412662"/>
            <a:ext cx="4297553" cy="6031653"/>
          </a:xfrm>
          <a:prstGeom prst="roundRect">
            <a:avLst>
              <a:gd name="adj" fmla="val 2807"/>
            </a:avLst>
          </a:prstGeom>
          <a:solidFill>
            <a:srgbClr val="F2F2F2"/>
          </a:solidFill>
          <a:ln w="12700">
            <a:solidFill>
              <a:srgbClr val="F2F2F2"/>
            </a:solidFill>
            <a:prstDash val="solid"/>
          </a:ln>
          <a:effectLst>
            <a:outerShdw blurRad="50800" dist="12700" dir="5400000" algn="bl" rotWithShape="0">
              <a:srgbClr val="000000">
                <a:alpha val="10000"/>
              </a:srgbClr>
            </a:outerShdw>
          </a:effectLst>
        </p:spPr>
        <p:txBody>
          <a:bodyPr/>
          <a:lstStyle/>
          <a:p>
            <a:endParaRPr lang="en-AU"/>
          </a:p>
        </p:txBody>
      </p:sp>
      <p:sp>
        <p:nvSpPr>
          <p:cNvPr id="17" name="Shape 15"/>
          <p:cNvSpPr/>
          <p:nvPr/>
        </p:nvSpPr>
        <p:spPr>
          <a:xfrm>
            <a:off x="5730335" y="2714244"/>
            <a:ext cx="829352" cy="829352"/>
          </a:xfrm>
          <a:prstGeom prst="ellipse">
            <a:avLst/>
          </a:prstGeom>
          <a:solidFill>
            <a:srgbClr val="E31837"/>
          </a:solidFill>
          <a:ln w="12700">
            <a:solidFill>
              <a:srgbClr val="E31837"/>
            </a:solidFill>
            <a:prstDash val="solid"/>
          </a:ln>
        </p:spPr>
        <p:txBody>
          <a:bodyPr/>
          <a:lstStyle/>
          <a:p>
            <a:endParaRPr lang="en-AU"/>
          </a:p>
        </p:txBody>
      </p:sp>
      <p:sp>
        <p:nvSpPr>
          <p:cNvPr id="18" name="Text 16"/>
          <p:cNvSpPr txBox="1"/>
          <p:nvPr/>
        </p:nvSpPr>
        <p:spPr>
          <a:xfrm>
            <a:off x="5730335" y="2714244"/>
            <a:ext cx="829352" cy="829352"/>
          </a:xfrm>
          <a:prstGeom prst="rect">
            <a:avLst/>
          </a:prstGeom>
          <a:noFill/>
          <a:ln/>
        </p:spPr>
        <p:txBody>
          <a:bodyPr wrap="square" lIns="0" tIns="0" rIns="0" bIns="0" rtlCol="0" anchor="ctr"/>
          <a:lstStyle/>
          <a:p>
            <a:pPr algn="ctr"/>
            <a:r>
              <a:rPr lang="en-US" sz="3298" b="1" dirty="0">
                <a:solidFill>
                  <a:srgbClr val="FFFFFF"/>
                </a:solidFill>
                <a:latin typeface="Arial" pitchFamily="34" charset="0"/>
                <a:ea typeface="Arial" pitchFamily="34" charset="-122"/>
                <a:cs typeface="Arial" pitchFamily="34" charset="-120"/>
              </a:rPr>
              <a:t>2</a:t>
            </a:r>
            <a:endParaRPr lang="en-US" sz="3298" dirty="0"/>
          </a:p>
        </p:txBody>
      </p:sp>
      <p:sp>
        <p:nvSpPr>
          <p:cNvPr id="19" name="Text 17"/>
          <p:cNvSpPr txBox="1"/>
          <p:nvPr/>
        </p:nvSpPr>
        <p:spPr>
          <a:xfrm>
            <a:off x="6785874" y="2714244"/>
            <a:ext cx="2714244" cy="452374"/>
          </a:xfrm>
          <a:prstGeom prst="rect">
            <a:avLst/>
          </a:prstGeom>
          <a:noFill/>
          <a:ln/>
        </p:spPr>
        <p:txBody>
          <a:bodyPr wrap="square" lIns="0" tIns="0" rIns="0" bIns="0" rtlCol="0" anchor="ctr"/>
          <a:lstStyle/>
          <a:p>
            <a:r>
              <a:rPr lang="en-US" sz="2474" b="1" dirty="0">
                <a:solidFill>
                  <a:srgbClr val="E31837"/>
                </a:solidFill>
                <a:latin typeface="Arial" pitchFamily="34" charset="0"/>
                <a:ea typeface="Arial" pitchFamily="34" charset="-122"/>
                <a:cs typeface="Arial" pitchFamily="34" charset="-120"/>
              </a:rPr>
              <a:t>Real data test</a:t>
            </a:r>
            <a:endParaRPr lang="en-US" sz="2474" dirty="0"/>
          </a:p>
        </p:txBody>
      </p:sp>
      <p:sp>
        <p:nvSpPr>
          <p:cNvPr id="20" name="Text 18"/>
          <p:cNvSpPr txBox="1"/>
          <p:nvPr/>
        </p:nvSpPr>
        <p:spPr>
          <a:xfrm>
            <a:off x="6785874" y="3166618"/>
            <a:ext cx="2714244" cy="376978"/>
          </a:xfrm>
          <a:prstGeom prst="rect">
            <a:avLst/>
          </a:prstGeom>
          <a:noFill/>
          <a:ln/>
        </p:spPr>
        <p:txBody>
          <a:bodyPr wrap="square" lIns="0" tIns="0" rIns="0" bIns="0" rtlCol="0" anchor="ctr"/>
          <a:lstStyle/>
          <a:p>
            <a:r>
              <a:rPr lang="en-US" sz="1814" i="1" dirty="0">
                <a:solidFill>
                  <a:srgbClr val="595959"/>
                </a:solidFill>
                <a:latin typeface="Arial" pitchFamily="34" charset="0"/>
                <a:ea typeface="Arial" pitchFamily="34" charset="-122"/>
                <a:cs typeface="Arial" pitchFamily="34" charset="-120"/>
              </a:rPr>
              <a:t>SMD server dataset</a:t>
            </a:r>
            <a:endParaRPr lang="en-US" sz="1814" dirty="0"/>
          </a:p>
        </p:txBody>
      </p:sp>
      <p:sp>
        <p:nvSpPr>
          <p:cNvPr id="21" name="Text 19"/>
          <p:cNvSpPr txBox="1"/>
          <p:nvPr/>
        </p:nvSpPr>
        <p:spPr>
          <a:xfrm>
            <a:off x="5730335" y="3920575"/>
            <a:ext cx="3618992" cy="331741"/>
          </a:xfrm>
          <a:prstGeom prst="rect">
            <a:avLst/>
          </a:prstGeom>
          <a:noFill/>
          <a:ln/>
        </p:spPr>
        <p:txBody>
          <a:bodyPr wrap="square" lIns="0" tIns="0" rIns="0" bIns="0" rtlCol="0" anchor="ctr"/>
          <a:lstStyle/>
          <a:p>
            <a:r>
              <a:rPr lang="en-US" sz="1649" b="1" spc="330" dirty="0">
                <a:solidFill>
                  <a:srgbClr val="1F8A96"/>
                </a:solidFill>
                <a:latin typeface="Arial" pitchFamily="34" charset="0"/>
                <a:ea typeface="Arial" pitchFamily="34" charset="-122"/>
                <a:cs typeface="Arial" pitchFamily="34" charset="-120"/>
              </a:rPr>
              <a:t>QUESTION</a:t>
            </a:r>
            <a:endParaRPr lang="en-US" sz="1649" dirty="0"/>
          </a:p>
        </p:txBody>
      </p:sp>
      <p:sp>
        <p:nvSpPr>
          <p:cNvPr id="22" name="Text 20"/>
          <p:cNvSpPr txBox="1"/>
          <p:nvPr/>
        </p:nvSpPr>
        <p:spPr>
          <a:xfrm>
            <a:off x="5730335" y="4297553"/>
            <a:ext cx="3618992" cy="829352"/>
          </a:xfrm>
          <a:prstGeom prst="rect">
            <a:avLst/>
          </a:prstGeom>
          <a:noFill/>
          <a:ln/>
        </p:spPr>
        <p:txBody>
          <a:bodyPr wrap="square" lIns="0" tIns="0" rIns="0" bIns="0" rtlCol="0" anchor="t"/>
          <a:lstStyle/>
          <a:p>
            <a:r>
              <a:rPr lang="en-US" sz="2309" b="1" dirty="0">
                <a:solidFill>
                  <a:srgbClr val="333333"/>
                </a:solidFill>
                <a:latin typeface="Arial" pitchFamily="34" charset="0"/>
                <a:ea typeface="Arial" pitchFamily="34" charset="-122"/>
                <a:cs typeface="Arial" pitchFamily="34" charset="-120"/>
              </a:rPr>
              <a:t>What happens on real data?</a:t>
            </a:r>
            <a:endParaRPr lang="en-US" sz="2309" dirty="0"/>
          </a:p>
        </p:txBody>
      </p:sp>
      <p:sp>
        <p:nvSpPr>
          <p:cNvPr id="23" name="Text 21"/>
          <p:cNvSpPr txBox="1"/>
          <p:nvPr/>
        </p:nvSpPr>
        <p:spPr>
          <a:xfrm>
            <a:off x="5730335" y="5202301"/>
            <a:ext cx="3618992" cy="331741"/>
          </a:xfrm>
          <a:prstGeom prst="rect">
            <a:avLst/>
          </a:prstGeom>
          <a:noFill/>
          <a:ln/>
        </p:spPr>
        <p:txBody>
          <a:bodyPr wrap="square" lIns="0" tIns="0" rIns="0" bIns="0" rtlCol="0" anchor="ctr"/>
          <a:lstStyle/>
          <a:p>
            <a:r>
              <a:rPr lang="en-US" sz="1649" b="1" spc="330" dirty="0">
                <a:solidFill>
                  <a:srgbClr val="1F8A96"/>
                </a:solidFill>
                <a:latin typeface="Arial" pitchFamily="34" charset="0"/>
                <a:ea typeface="Arial" pitchFamily="34" charset="-122"/>
                <a:cs typeface="Arial" pitchFamily="34" charset="-120"/>
              </a:rPr>
              <a:t>WHY</a:t>
            </a:r>
            <a:endParaRPr lang="en-US" sz="1649" dirty="0"/>
          </a:p>
        </p:txBody>
      </p:sp>
      <p:sp>
        <p:nvSpPr>
          <p:cNvPr id="24" name="Text 22"/>
          <p:cNvSpPr txBox="1"/>
          <p:nvPr/>
        </p:nvSpPr>
        <p:spPr>
          <a:xfrm>
            <a:off x="5730335" y="5579280"/>
            <a:ext cx="3618992" cy="1055539"/>
          </a:xfrm>
          <a:prstGeom prst="rect">
            <a:avLst/>
          </a:prstGeom>
          <a:noFill/>
          <a:ln/>
        </p:spPr>
        <p:txBody>
          <a:bodyPr wrap="square" lIns="0" tIns="0" rIns="0" bIns="0" rtlCol="0" anchor="t"/>
          <a:lstStyle/>
          <a:p>
            <a:r>
              <a:rPr lang="en-US" sz="1979" dirty="0">
                <a:solidFill>
                  <a:srgbClr val="333333"/>
                </a:solidFill>
                <a:latin typeface="Arial" pitchFamily="34" charset="0"/>
                <a:ea typeface="Arial" pitchFamily="34" charset="-122"/>
                <a:cs typeface="Arial" pitchFamily="34" charset="-120"/>
              </a:rPr>
              <a:t>Simulation alone is not enough.</a:t>
            </a:r>
            <a:endParaRPr lang="en-US" sz="1979" dirty="0"/>
          </a:p>
        </p:txBody>
      </p:sp>
      <p:sp>
        <p:nvSpPr>
          <p:cNvPr id="25" name="Text 23"/>
          <p:cNvSpPr txBox="1"/>
          <p:nvPr/>
        </p:nvSpPr>
        <p:spPr>
          <a:xfrm>
            <a:off x="5730335" y="6710214"/>
            <a:ext cx="3618992" cy="331741"/>
          </a:xfrm>
          <a:prstGeom prst="rect">
            <a:avLst/>
          </a:prstGeom>
          <a:noFill/>
          <a:ln/>
        </p:spPr>
        <p:txBody>
          <a:bodyPr wrap="square" lIns="0" tIns="0" rIns="0" bIns="0" rtlCol="0" anchor="ctr"/>
          <a:lstStyle/>
          <a:p>
            <a:r>
              <a:rPr lang="en-US" sz="1649" b="1" spc="330" dirty="0">
                <a:solidFill>
                  <a:srgbClr val="1F8A96"/>
                </a:solidFill>
                <a:latin typeface="Arial" pitchFamily="34" charset="0"/>
                <a:ea typeface="Arial" pitchFamily="34" charset="-122"/>
                <a:cs typeface="Arial" pitchFamily="34" charset="-120"/>
              </a:rPr>
              <a:t>HOW</a:t>
            </a:r>
            <a:endParaRPr lang="en-US" sz="1649" dirty="0"/>
          </a:p>
        </p:txBody>
      </p:sp>
      <p:sp>
        <p:nvSpPr>
          <p:cNvPr id="26" name="Text 24"/>
          <p:cNvSpPr txBox="1"/>
          <p:nvPr/>
        </p:nvSpPr>
        <p:spPr>
          <a:xfrm>
            <a:off x="5730335" y="7087193"/>
            <a:ext cx="3618992" cy="1206331"/>
          </a:xfrm>
          <a:prstGeom prst="rect">
            <a:avLst/>
          </a:prstGeom>
          <a:noFill/>
          <a:ln/>
        </p:spPr>
        <p:txBody>
          <a:bodyPr wrap="square" lIns="0" tIns="0" rIns="0" bIns="0" rtlCol="0" anchor="t"/>
          <a:lstStyle/>
          <a:p>
            <a:r>
              <a:rPr lang="en-US" sz="1979" dirty="0">
                <a:solidFill>
                  <a:srgbClr val="333333"/>
                </a:solidFill>
                <a:latin typeface="Arial" pitchFamily="34" charset="0"/>
                <a:ea typeface="Arial" pitchFamily="34" charset="-122"/>
                <a:cs typeface="Arial" pitchFamily="34" charset="-120"/>
              </a:rPr>
              <a:t>8 labelled events; checked if the top sensor was a labelled one.</a:t>
            </a:r>
            <a:endParaRPr lang="en-US" sz="1979" dirty="0"/>
          </a:p>
        </p:txBody>
      </p:sp>
      <p:sp>
        <p:nvSpPr>
          <p:cNvPr id="27" name="Shape 25"/>
          <p:cNvSpPr/>
          <p:nvPr/>
        </p:nvSpPr>
        <p:spPr>
          <a:xfrm>
            <a:off x="9952492" y="2412662"/>
            <a:ext cx="4297553" cy="6031653"/>
          </a:xfrm>
          <a:prstGeom prst="roundRect">
            <a:avLst>
              <a:gd name="adj" fmla="val 2807"/>
            </a:avLst>
          </a:prstGeom>
          <a:solidFill>
            <a:srgbClr val="F2F2F2"/>
          </a:solidFill>
          <a:ln w="12700">
            <a:solidFill>
              <a:srgbClr val="F2F2F2"/>
            </a:solidFill>
            <a:prstDash val="solid"/>
          </a:ln>
          <a:effectLst>
            <a:outerShdw blurRad="50800" dist="12700" dir="5400000" algn="bl" rotWithShape="0">
              <a:srgbClr val="000000">
                <a:alpha val="10000"/>
              </a:srgbClr>
            </a:outerShdw>
          </a:effectLst>
        </p:spPr>
        <p:txBody>
          <a:bodyPr/>
          <a:lstStyle/>
          <a:p>
            <a:endParaRPr lang="en-AU"/>
          </a:p>
        </p:txBody>
      </p:sp>
      <p:sp>
        <p:nvSpPr>
          <p:cNvPr id="28" name="Shape 26"/>
          <p:cNvSpPr/>
          <p:nvPr/>
        </p:nvSpPr>
        <p:spPr>
          <a:xfrm>
            <a:off x="10329471" y="2714244"/>
            <a:ext cx="829352" cy="829352"/>
          </a:xfrm>
          <a:prstGeom prst="ellipse">
            <a:avLst/>
          </a:prstGeom>
          <a:solidFill>
            <a:srgbClr val="E31837"/>
          </a:solidFill>
          <a:ln w="12700">
            <a:solidFill>
              <a:srgbClr val="E31837"/>
            </a:solidFill>
            <a:prstDash val="solid"/>
          </a:ln>
        </p:spPr>
        <p:txBody>
          <a:bodyPr/>
          <a:lstStyle/>
          <a:p>
            <a:endParaRPr lang="en-AU"/>
          </a:p>
        </p:txBody>
      </p:sp>
      <p:sp>
        <p:nvSpPr>
          <p:cNvPr id="29" name="Text 27"/>
          <p:cNvSpPr txBox="1"/>
          <p:nvPr/>
        </p:nvSpPr>
        <p:spPr>
          <a:xfrm>
            <a:off x="10329471" y="2714244"/>
            <a:ext cx="829352" cy="829352"/>
          </a:xfrm>
          <a:prstGeom prst="rect">
            <a:avLst/>
          </a:prstGeom>
          <a:noFill/>
          <a:ln/>
        </p:spPr>
        <p:txBody>
          <a:bodyPr wrap="square" lIns="0" tIns="0" rIns="0" bIns="0" rtlCol="0" anchor="ctr"/>
          <a:lstStyle/>
          <a:p>
            <a:pPr algn="ctr"/>
            <a:r>
              <a:rPr lang="en-US" sz="3298" b="1" dirty="0">
                <a:solidFill>
                  <a:srgbClr val="FFFFFF"/>
                </a:solidFill>
                <a:latin typeface="Arial" pitchFamily="34" charset="0"/>
                <a:ea typeface="Arial" pitchFamily="34" charset="-122"/>
                <a:cs typeface="Arial" pitchFamily="34" charset="-120"/>
              </a:rPr>
              <a:t>3</a:t>
            </a:r>
            <a:endParaRPr lang="en-US" sz="3298" dirty="0"/>
          </a:p>
        </p:txBody>
      </p:sp>
      <p:sp>
        <p:nvSpPr>
          <p:cNvPr id="30" name="Text 28"/>
          <p:cNvSpPr txBox="1"/>
          <p:nvPr/>
        </p:nvSpPr>
        <p:spPr>
          <a:xfrm>
            <a:off x="11385010" y="2714244"/>
            <a:ext cx="2714244" cy="452374"/>
          </a:xfrm>
          <a:prstGeom prst="rect">
            <a:avLst/>
          </a:prstGeom>
          <a:noFill/>
          <a:ln/>
        </p:spPr>
        <p:txBody>
          <a:bodyPr wrap="square" lIns="0" tIns="0" rIns="0" bIns="0" rtlCol="0" anchor="ctr"/>
          <a:lstStyle/>
          <a:p>
            <a:r>
              <a:rPr lang="en-US" sz="2474" b="1" dirty="0">
                <a:solidFill>
                  <a:srgbClr val="E31837"/>
                </a:solidFill>
                <a:latin typeface="Arial" pitchFamily="34" charset="0"/>
                <a:ea typeface="Arial" pitchFamily="34" charset="-122"/>
                <a:cs typeface="Arial" pitchFamily="34" charset="-120"/>
              </a:rPr>
              <a:t>Causal method</a:t>
            </a:r>
            <a:endParaRPr lang="en-US" sz="2474" dirty="0"/>
          </a:p>
        </p:txBody>
      </p:sp>
      <p:sp>
        <p:nvSpPr>
          <p:cNvPr id="31" name="Text 29"/>
          <p:cNvSpPr txBox="1"/>
          <p:nvPr/>
        </p:nvSpPr>
        <p:spPr>
          <a:xfrm>
            <a:off x="11385010" y="3166618"/>
            <a:ext cx="2714244" cy="376978"/>
          </a:xfrm>
          <a:prstGeom prst="rect">
            <a:avLst/>
          </a:prstGeom>
          <a:noFill/>
          <a:ln/>
        </p:spPr>
        <p:txBody>
          <a:bodyPr wrap="square" lIns="0" tIns="0" rIns="0" bIns="0" rtlCol="0" anchor="ctr"/>
          <a:lstStyle/>
          <a:p>
            <a:r>
              <a:rPr lang="en-US" sz="1814" i="1" dirty="0">
                <a:solidFill>
                  <a:srgbClr val="595959"/>
                </a:solidFill>
                <a:latin typeface="Arial" pitchFamily="34" charset="0"/>
                <a:ea typeface="Arial" pitchFamily="34" charset="-122"/>
                <a:cs typeface="Arial" pitchFamily="34" charset="-120"/>
              </a:rPr>
              <a:t>AERCA</a:t>
            </a:r>
            <a:endParaRPr lang="en-US" sz="1814" dirty="0"/>
          </a:p>
        </p:txBody>
      </p:sp>
      <p:sp>
        <p:nvSpPr>
          <p:cNvPr id="32" name="Text 30"/>
          <p:cNvSpPr txBox="1"/>
          <p:nvPr/>
        </p:nvSpPr>
        <p:spPr>
          <a:xfrm>
            <a:off x="10329471" y="3920575"/>
            <a:ext cx="3618992" cy="331741"/>
          </a:xfrm>
          <a:prstGeom prst="rect">
            <a:avLst/>
          </a:prstGeom>
          <a:noFill/>
          <a:ln/>
        </p:spPr>
        <p:txBody>
          <a:bodyPr wrap="square" lIns="0" tIns="0" rIns="0" bIns="0" rtlCol="0" anchor="ctr"/>
          <a:lstStyle/>
          <a:p>
            <a:r>
              <a:rPr lang="en-US" sz="1649" b="1" spc="330" dirty="0">
                <a:solidFill>
                  <a:srgbClr val="1F8A96"/>
                </a:solidFill>
                <a:latin typeface="Arial" pitchFamily="34" charset="0"/>
                <a:ea typeface="Arial" pitchFamily="34" charset="-122"/>
                <a:cs typeface="Arial" pitchFamily="34" charset="-120"/>
              </a:rPr>
              <a:t>QUESTION</a:t>
            </a:r>
            <a:endParaRPr lang="en-US" sz="1649" dirty="0"/>
          </a:p>
        </p:txBody>
      </p:sp>
      <p:sp>
        <p:nvSpPr>
          <p:cNvPr id="33" name="Text 31"/>
          <p:cNvSpPr txBox="1"/>
          <p:nvPr/>
        </p:nvSpPr>
        <p:spPr>
          <a:xfrm>
            <a:off x="10329471" y="4297553"/>
            <a:ext cx="3618992" cy="829352"/>
          </a:xfrm>
          <a:prstGeom prst="rect">
            <a:avLst/>
          </a:prstGeom>
          <a:noFill/>
          <a:ln/>
        </p:spPr>
        <p:txBody>
          <a:bodyPr wrap="square" lIns="0" tIns="0" rIns="0" bIns="0" rtlCol="0" anchor="t"/>
          <a:lstStyle/>
          <a:p>
            <a:r>
              <a:rPr lang="en-US" sz="2309" b="1" dirty="0">
                <a:solidFill>
                  <a:srgbClr val="333333"/>
                </a:solidFill>
                <a:latin typeface="Arial" pitchFamily="34" charset="0"/>
                <a:ea typeface="Arial" pitchFamily="34" charset="-122"/>
                <a:cs typeface="Arial" pitchFamily="34" charset="-120"/>
              </a:rPr>
              <a:t>Can I run a causal method correctly?</a:t>
            </a:r>
            <a:endParaRPr lang="en-US" sz="2309" dirty="0"/>
          </a:p>
        </p:txBody>
      </p:sp>
      <p:sp>
        <p:nvSpPr>
          <p:cNvPr id="34" name="Text 32"/>
          <p:cNvSpPr txBox="1"/>
          <p:nvPr/>
        </p:nvSpPr>
        <p:spPr>
          <a:xfrm>
            <a:off x="10329471" y="5202301"/>
            <a:ext cx="3618992" cy="331741"/>
          </a:xfrm>
          <a:prstGeom prst="rect">
            <a:avLst/>
          </a:prstGeom>
          <a:noFill/>
          <a:ln/>
        </p:spPr>
        <p:txBody>
          <a:bodyPr wrap="square" lIns="0" tIns="0" rIns="0" bIns="0" rtlCol="0" anchor="ctr"/>
          <a:lstStyle/>
          <a:p>
            <a:r>
              <a:rPr lang="en-US" sz="1649" b="1" spc="330" dirty="0">
                <a:solidFill>
                  <a:srgbClr val="1F8A96"/>
                </a:solidFill>
                <a:latin typeface="Arial" pitchFamily="34" charset="0"/>
                <a:ea typeface="Arial" pitchFamily="34" charset="-122"/>
                <a:cs typeface="Arial" pitchFamily="34" charset="-120"/>
              </a:rPr>
              <a:t>WHY</a:t>
            </a:r>
            <a:endParaRPr lang="en-US" sz="1649" dirty="0"/>
          </a:p>
        </p:txBody>
      </p:sp>
      <p:sp>
        <p:nvSpPr>
          <p:cNvPr id="35" name="Text 33"/>
          <p:cNvSpPr txBox="1"/>
          <p:nvPr/>
        </p:nvSpPr>
        <p:spPr>
          <a:xfrm>
            <a:off x="10329471" y="5579280"/>
            <a:ext cx="3618992" cy="1055539"/>
          </a:xfrm>
          <a:prstGeom prst="rect">
            <a:avLst/>
          </a:prstGeom>
          <a:noFill/>
          <a:ln/>
        </p:spPr>
        <p:txBody>
          <a:bodyPr wrap="square" lIns="0" tIns="0" rIns="0" bIns="0" rtlCol="0" anchor="t"/>
          <a:lstStyle/>
          <a:p>
            <a:r>
              <a:rPr lang="en-US" sz="1979" dirty="0">
                <a:solidFill>
                  <a:srgbClr val="333333"/>
                </a:solidFill>
                <a:latin typeface="Arial" pitchFamily="34" charset="0"/>
                <a:ea typeface="Arial" pitchFamily="34" charset="-122"/>
                <a:cs typeface="Arial" pitchFamily="34" charset="-120"/>
              </a:rPr>
              <a:t>AERCA is a key method for the full comparison.</a:t>
            </a:r>
            <a:endParaRPr lang="en-US" sz="1979" dirty="0"/>
          </a:p>
        </p:txBody>
      </p:sp>
      <p:sp>
        <p:nvSpPr>
          <p:cNvPr id="36" name="Text 34"/>
          <p:cNvSpPr txBox="1"/>
          <p:nvPr/>
        </p:nvSpPr>
        <p:spPr>
          <a:xfrm>
            <a:off x="10329471" y="6710214"/>
            <a:ext cx="3618992" cy="331741"/>
          </a:xfrm>
          <a:prstGeom prst="rect">
            <a:avLst/>
          </a:prstGeom>
          <a:noFill/>
          <a:ln/>
        </p:spPr>
        <p:txBody>
          <a:bodyPr wrap="square" lIns="0" tIns="0" rIns="0" bIns="0" rtlCol="0" anchor="ctr"/>
          <a:lstStyle/>
          <a:p>
            <a:r>
              <a:rPr lang="en-US" sz="1649" b="1" spc="330" dirty="0">
                <a:solidFill>
                  <a:srgbClr val="1F8A96"/>
                </a:solidFill>
                <a:latin typeface="Arial" pitchFamily="34" charset="0"/>
                <a:ea typeface="Arial" pitchFamily="34" charset="-122"/>
                <a:cs typeface="Arial" pitchFamily="34" charset="-120"/>
              </a:rPr>
              <a:t>HOW</a:t>
            </a:r>
            <a:endParaRPr lang="en-US" sz="1649" dirty="0"/>
          </a:p>
        </p:txBody>
      </p:sp>
      <p:sp>
        <p:nvSpPr>
          <p:cNvPr id="37" name="Text 35"/>
          <p:cNvSpPr txBox="1"/>
          <p:nvPr/>
        </p:nvSpPr>
        <p:spPr>
          <a:xfrm>
            <a:off x="10329471" y="7087193"/>
            <a:ext cx="3618992" cy="1206331"/>
          </a:xfrm>
          <a:prstGeom prst="rect">
            <a:avLst/>
          </a:prstGeom>
          <a:noFill/>
          <a:ln/>
        </p:spPr>
        <p:txBody>
          <a:bodyPr wrap="square" lIns="0" tIns="0" rIns="0" bIns="0" rtlCol="0" anchor="t"/>
          <a:lstStyle/>
          <a:p>
            <a:r>
              <a:rPr lang="en-US" sz="1979" dirty="0">
                <a:solidFill>
                  <a:srgbClr val="333333"/>
                </a:solidFill>
                <a:latin typeface="Arial" pitchFamily="34" charset="0"/>
                <a:ea typeface="Arial" pitchFamily="34" charset="-122"/>
                <a:cs typeface="Arial" pitchFamily="34" charset="-120"/>
              </a:rPr>
              <a:t>Ran the official code on its own test system; 3 runs × 100 cases.</a:t>
            </a:r>
            <a:endParaRPr lang="en-US" sz="1979" dirty="0"/>
          </a:p>
        </p:txBody>
      </p:sp>
      <p:sp>
        <p:nvSpPr>
          <p:cNvPr id="38" name="Shape 36"/>
          <p:cNvSpPr/>
          <p:nvPr/>
        </p:nvSpPr>
        <p:spPr>
          <a:xfrm>
            <a:off x="754221" y="8745897"/>
            <a:ext cx="13571220" cy="980144"/>
          </a:xfrm>
          <a:prstGeom prst="roundRect">
            <a:avLst>
              <a:gd name="adj" fmla="val 9231"/>
            </a:avLst>
          </a:prstGeom>
          <a:solidFill>
            <a:srgbClr val="E31837"/>
          </a:solidFill>
          <a:ln w="12700">
            <a:solidFill>
              <a:srgbClr val="E31837"/>
            </a:solidFill>
            <a:prstDash val="solid"/>
          </a:ln>
        </p:spPr>
        <p:txBody>
          <a:bodyPr/>
          <a:lstStyle/>
          <a:p>
            <a:endParaRPr lang="en-AU"/>
          </a:p>
        </p:txBody>
      </p:sp>
      <p:sp>
        <p:nvSpPr>
          <p:cNvPr id="39" name="Text 37"/>
          <p:cNvSpPr txBox="1"/>
          <p:nvPr/>
        </p:nvSpPr>
        <p:spPr>
          <a:xfrm>
            <a:off x="1131200" y="8745897"/>
            <a:ext cx="12817263" cy="980144"/>
          </a:xfrm>
          <a:prstGeom prst="rect">
            <a:avLst/>
          </a:prstGeom>
          <a:noFill/>
          <a:ln/>
        </p:spPr>
        <p:txBody>
          <a:bodyPr wrap="square" lIns="0" tIns="0" rIns="0" bIns="0" rtlCol="0" anchor="ctr"/>
          <a:lstStyle/>
          <a:p>
            <a:r>
              <a:rPr lang="en-US" sz="2474" b="1" dirty="0">
                <a:solidFill>
                  <a:srgbClr val="FFFFFF"/>
                </a:solidFill>
                <a:latin typeface="Arial" pitchFamily="34" charset="0"/>
                <a:ea typeface="Arial" pitchFamily="34" charset="-122"/>
                <a:cs typeface="Arial" pitchFamily="34" charset="-120"/>
              </a:rPr>
              <a:t>Goal: early feasibility checks before the full comparison. All results are preliminary.</a:t>
            </a:r>
            <a:endParaRPr lang="en-US" sz="2474" dirty="0"/>
          </a:p>
        </p:txBody>
      </p:sp>
      <p:sp>
        <p:nvSpPr>
          <p:cNvPr id="40" name="Slide Number"/>
          <p:cNvSpPr txBox="1"/>
          <p:nvPr/>
        </p:nvSpPr>
        <p:spPr>
          <a:xfrm>
            <a:off x="13487400" y="10656582"/>
            <a:ext cx="731520" cy="253023"/>
          </a:xfrm>
          <a:prstGeom prst="rect">
            <a:avLst/>
          </a:prstGeom>
          <a:noFill/>
        </p:spPr>
        <p:txBody>
          <a:bodyPr wrap="none" lIns="0" tIns="0" rIns="0" bIns="0">
            <a:spAutoFit/>
          </a:bodyPr>
          <a:lstStyle/>
          <a:p>
            <a:pPr algn="r"/>
            <a:fld id="{DCA329B4-C3D8-4932-B98A-A680A5087FEC}" type="slidenum">
              <a:rPr lang="en-AU" sz="1200">
                <a:solidFill>
                  <a:srgbClr val="595959"/>
                </a:solidFill>
              </a:rPr>
              <a:t>12</a:t>
            </a:fld>
            <a:endParaRPr lang="en-AU" sz="1200">
              <a:solidFill>
                <a:srgbClr val="59595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017520" y="603504"/>
            <a:ext cx="11247120" cy="914400"/>
          </a:xfrm>
          <a:prstGeom prst="rect">
            <a:avLst/>
          </a:prstGeom>
          <a:noFill/>
          <a:ln/>
        </p:spPr>
        <p:txBody>
          <a:bodyPr wrap="square" lIns="0" tIns="0" rIns="0" bIns="0" rtlCol="0" anchor="ctr"/>
          <a:lstStyle/>
          <a:p>
            <a:r>
              <a:rPr lang="en-US" sz="3200" b="1" dirty="0">
                <a:solidFill>
                  <a:srgbClr val="59595C"/>
                </a:solidFill>
                <a:ea typeface="Arial" pitchFamily="34" charset="-122"/>
                <a:cs typeface="Arial" pitchFamily="34" charset="-120"/>
              </a:rPr>
              <a:t>Initial Findings</a:t>
            </a:r>
            <a:endParaRPr lang="en-US" sz="5277" dirty="0"/>
          </a:p>
        </p:txBody>
      </p:sp>
      <p:sp>
        <p:nvSpPr>
          <p:cNvPr id="3" name="Text 1"/>
          <p:cNvSpPr txBox="1"/>
          <p:nvPr/>
        </p:nvSpPr>
        <p:spPr>
          <a:xfrm>
            <a:off x="3017520" y="1554480"/>
            <a:ext cx="11338560" cy="365760"/>
          </a:xfrm>
          <a:prstGeom prst="rect">
            <a:avLst/>
          </a:prstGeom>
          <a:noFill/>
          <a:ln/>
        </p:spPr>
        <p:txBody>
          <a:bodyPr wrap="square" lIns="0" tIns="0" rIns="0" bIns="0" rtlCol="0" anchor="ctr"/>
          <a:lstStyle/>
          <a:p>
            <a:r>
              <a:rPr lang="en-US" sz="1800" dirty="0">
                <a:solidFill>
                  <a:srgbClr val="595959"/>
                </a:solidFill>
                <a:ea typeface="Arial" pitchFamily="34" charset="-122"/>
                <a:cs typeface="Arial" pitchFamily="34" charset="-120"/>
              </a:rPr>
              <a:t>Test 1: can simple rules blame a symptom? (controlled system, 30 cases)</a:t>
            </a:r>
            <a:endParaRPr lang="en-US" sz="2474" dirty="0"/>
          </a:p>
        </p:txBody>
      </p:sp>
      <p:sp>
        <p:nvSpPr>
          <p:cNvPr id="4" name="Shape 2"/>
          <p:cNvSpPr/>
          <p:nvPr/>
        </p:nvSpPr>
        <p:spPr>
          <a:xfrm>
            <a:off x="3017520" y="1984248"/>
            <a:ext cx="822960" cy="54864"/>
          </a:xfrm>
          <a:prstGeom prst="rect">
            <a:avLst/>
          </a:prstGeom>
          <a:solidFill>
            <a:srgbClr val="E31837"/>
          </a:solidFill>
          <a:ln w="12700">
            <a:solidFill>
              <a:srgbClr val="E31837"/>
            </a:solidFill>
            <a:prstDash val="solid"/>
          </a:ln>
        </p:spPr>
        <p:txBody>
          <a:bodyPr/>
          <a:lstStyle/>
          <a:p>
            <a:endParaRPr lang="en-AU"/>
          </a:p>
        </p:txBody>
      </p:sp>
      <p:sp>
        <p:nvSpPr>
          <p:cNvPr id="5" name="Shape 3"/>
          <p:cNvSpPr/>
          <p:nvPr/>
        </p:nvSpPr>
        <p:spPr>
          <a:xfrm>
            <a:off x="754221" y="2412661"/>
            <a:ext cx="1734100" cy="633324"/>
          </a:xfrm>
          <a:prstGeom prst="roundRect">
            <a:avLst>
              <a:gd name="adj" fmla="val 14286"/>
            </a:avLst>
          </a:prstGeom>
          <a:solidFill>
            <a:srgbClr val="E31837"/>
          </a:solidFill>
          <a:ln w="12700">
            <a:solidFill>
              <a:srgbClr val="E31837"/>
            </a:solidFill>
            <a:prstDash val="solid"/>
          </a:ln>
        </p:spPr>
        <p:txBody>
          <a:bodyPr/>
          <a:lstStyle/>
          <a:p>
            <a:endParaRPr lang="en-AU"/>
          </a:p>
        </p:txBody>
      </p:sp>
      <p:sp>
        <p:nvSpPr>
          <p:cNvPr id="6" name="Text 4"/>
          <p:cNvSpPr txBox="1"/>
          <p:nvPr/>
        </p:nvSpPr>
        <p:spPr>
          <a:xfrm>
            <a:off x="754221" y="2412661"/>
            <a:ext cx="1734100" cy="633324"/>
          </a:xfrm>
          <a:prstGeom prst="rect">
            <a:avLst/>
          </a:prstGeom>
          <a:noFill/>
          <a:ln/>
        </p:spPr>
        <p:txBody>
          <a:bodyPr wrap="square" lIns="0" tIns="0" rIns="0" bIns="0" rtlCol="0" anchor="ctr"/>
          <a:lstStyle/>
          <a:p>
            <a:pPr algn="ctr"/>
            <a:r>
              <a:rPr lang="en-US" sz="1814" b="1" dirty="0">
                <a:solidFill>
                  <a:srgbClr val="FFFFFF"/>
                </a:solidFill>
                <a:latin typeface="Arial" pitchFamily="34" charset="0"/>
                <a:ea typeface="Arial" pitchFamily="34" charset="-122"/>
                <a:cs typeface="Arial" pitchFamily="34" charset="-120"/>
              </a:rPr>
              <a:t>Pump</a:t>
            </a:r>
            <a:endParaRPr lang="en-US" sz="1814" dirty="0"/>
          </a:p>
        </p:txBody>
      </p:sp>
      <p:sp>
        <p:nvSpPr>
          <p:cNvPr id="7" name="Text 5"/>
          <p:cNvSpPr txBox="1"/>
          <p:nvPr/>
        </p:nvSpPr>
        <p:spPr>
          <a:xfrm>
            <a:off x="2488321" y="2412661"/>
            <a:ext cx="527770" cy="633324"/>
          </a:xfrm>
          <a:prstGeom prst="rect">
            <a:avLst/>
          </a:prstGeom>
          <a:noFill/>
          <a:ln/>
        </p:spPr>
        <p:txBody>
          <a:bodyPr wrap="square" lIns="0" tIns="0" rIns="0" bIns="0" rtlCol="0" anchor="ctr"/>
          <a:lstStyle/>
          <a:p>
            <a:pPr algn="ctr"/>
            <a:r>
              <a:rPr lang="en-US" sz="2639" dirty="0">
                <a:solidFill>
                  <a:srgbClr val="595959"/>
                </a:solidFill>
                <a:latin typeface="Arial" pitchFamily="34" charset="0"/>
                <a:ea typeface="Arial" pitchFamily="34" charset="-122"/>
                <a:cs typeface="Arial" pitchFamily="34" charset="-120"/>
              </a:rPr>
              <a:t>→</a:t>
            </a:r>
            <a:endParaRPr lang="en-US" sz="2639" dirty="0"/>
          </a:p>
        </p:txBody>
      </p:sp>
      <p:sp>
        <p:nvSpPr>
          <p:cNvPr id="8" name="Shape 6"/>
          <p:cNvSpPr/>
          <p:nvPr/>
        </p:nvSpPr>
        <p:spPr>
          <a:xfrm>
            <a:off x="3016091" y="2412661"/>
            <a:ext cx="1734100" cy="633324"/>
          </a:xfrm>
          <a:prstGeom prst="roundRect">
            <a:avLst>
              <a:gd name="adj" fmla="val 14286"/>
            </a:avLst>
          </a:prstGeom>
          <a:solidFill>
            <a:srgbClr val="F2F2F2"/>
          </a:solidFill>
          <a:ln w="12700">
            <a:solidFill>
              <a:srgbClr val="BFBFBF"/>
            </a:solidFill>
            <a:prstDash val="solid"/>
          </a:ln>
        </p:spPr>
        <p:txBody>
          <a:bodyPr/>
          <a:lstStyle/>
          <a:p>
            <a:endParaRPr lang="en-AU"/>
          </a:p>
        </p:txBody>
      </p:sp>
      <p:sp>
        <p:nvSpPr>
          <p:cNvPr id="9" name="Text 7"/>
          <p:cNvSpPr txBox="1"/>
          <p:nvPr/>
        </p:nvSpPr>
        <p:spPr>
          <a:xfrm>
            <a:off x="3016091" y="2412661"/>
            <a:ext cx="1734100" cy="633324"/>
          </a:xfrm>
          <a:prstGeom prst="rect">
            <a:avLst/>
          </a:prstGeom>
          <a:noFill/>
          <a:ln/>
        </p:spPr>
        <p:txBody>
          <a:bodyPr wrap="square" lIns="0" tIns="0" rIns="0" bIns="0" rtlCol="0" anchor="ctr"/>
          <a:lstStyle/>
          <a:p>
            <a:pPr algn="ctr"/>
            <a:r>
              <a:rPr lang="en-US" sz="1814" b="1" dirty="0">
                <a:solidFill>
                  <a:srgbClr val="333333"/>
                </a:solidFill>
                <a:latin typeface="Arial" pitchFamily="34" charset="0"/>
                <a:ea typeface="Arial" pitchFamily="34" charset="-122"/>
                <a:cs typeface="Arial" pitchFamily="34" charset="-120"/>
              </a:rPr>
              <a:t>Flow</a:t>
            </a:r>
            <a:endParaRPr lang="en-US" sz="1814" dirty="0"/>
          </a:p>
        </p:txBody>
      </p:sp>
      <p:sp>
        <p:nvSpPr>
          <p:cNvPr id="10" name="Text 8"/>
          <p:cNvSpPr txBox="1"/>
          <p:nvPr/>
        </p:nvSpPr>
        <p:spPr>
          <a:xfrm>
            <a:off x="4750191" y="2412661"/>
            <a:ext cx="527770" cy="633324"/>
          </a:xfrm>
          <a:prstGeom prst="rect">
            <a:avLst/>
          </a:prstGeom>
          <a:noFill/>
          <a:ln/>
        </p:spPr>
        <p:txBody>
          <a:bodyPr wrap="square" lIns="0" tIns="0" rIns="0" bIns="0" rtlCol="0" anchor="ctr"/>
          <a:lstStyle/>
          <a:p>
            <a:pPr algn="ctr"/>
            <a:r>
              <a:rPr lang="en-US" sz="2639" dirty="0">
                <a:solidFill>
                  <a:srgbClr val="595959"/>
                </a:solidFill>
                <a:latin typeface="Arial" pitchFamily="34" charset="0"/>
                <a:ea typeface="Arial" pitchFamily="34" charset="-122"/>
                <a:cs typeface="Arial" pitchFamily="34" charset="-120"/>
              </a:rPr>
              <a:t>→</a:t>
            </a:r>
            <a:endParaRPr lang="en-US" sz="2639" dirty="0"/>
          </a:p>
        </p:txBody>
      </p:sp>
      <p:sp>
        <p:nvSpPr>
          <p:cNvPr id="11" name="Shape 9"/>
          <p:cNvSpPr/>
          <p:nvPr/>
        </p:nvSpPr>
        <p:spPr>
          <a:xfrm>
            <a:off x="5277961" y="2412661"/>
            <a:ext cx="1734100" cy="633324"/>
          </a:xfrm>
          <a:prstGeom prst="roundRect">
            <a:avLst>
              <a:gd name="adj" fmla="val 14286"/>
            </a:avLst>
          </a:prstGeom>
          <a:solidFill>
            <a:srgbClr val="F2F2F2"/>
          </a:solidFill>
          <a:ln w="12700">
            <a:solidFill>
              <a:srgbClr val="BFBFBF"/>
            </a:solidFill>
            <a:prstDash val="solid"/>
          </a:ln>
        </p:spPr>
        <p:txBody>
          <a:bodyPr/>
          <a:lstStyle/>
          <a:p>
            <a:endParaRPr lang="en-AU"/>
          </a:p>
        </p:txBody>
      </p:sp>
      <p:sp>
        <p:nvSpPr>
          <p:cNvPr id="12" name="Text 10"/>
          <p:cNvSpPr txBox="1"/>
          <p:nvPr/>
        </p:nvSpPr>
        <p:spPr>
          <a:xfrm>
            <a:off x="5277961" y="2412661"/>
            <a:ext cx="1734100" cy="633324"/>
          </a:xfrm>
          <a:prstGeom prst="rect">
            <a:avLst/>
          </a:prstGeom>
          <a:noFill/>
          <a:ln/>
        </p:spPr>
        <p:txBody>
          <a:bodyPr wrap="square" lIns="0" tIns="0" rIns="0" bIns="0" rtlCol="0" anchor="ctr"/>
          <a:lstStyle/>
          <a:p>
            <a:pPr algn="ctr"/>
            <a:r>
              <a:rPr lang="en-US" sz="1814" b="1" dirty="0">
                <a:solidFill>
                  <a:srgbClr val="333333"/>
                </a:solidFill>
                <a:latin typeface="Arial" pitchFamily="34" charset="0"/>
                <a:ea typeface="Arial" pitchFamily="34" charset="-122"/>
                <a:cs typeface="Arial" pitchFamily="34" charset="-120"/>
              </a:rPr>
              <a:t>Pressure</a:t>
            </a:r>
            <a:endParaRPr lang="en-US" sz="1814" dirty="0"/>
          </a:p>
        </p:txBody>
      </p:sp>
      <p:sp>
        <p:nvSpPr>
          <p:cNvPr id="13" name="Text 11"/>
          <p:cNvSpPr txBox="1"/>
          <p:nvPr/>
        </p:nvSpPr>
        <p:spPr>
          <a:xfrm>
            <a:off x="7012061" y="2412661"/>
            <a:ext cx="527770" cy="633324"/>
          </a:xfrm>
          <a:prstGeom prst="rect">
            <a:avLst/>
          </a:prstGeom>
          <a:noFill/>
          <a:ln/>
        </p:spPr>
        <p:txBody>
          <a:bodyPr wrap="square" lIns="0" tIns="0" rIns="0" bIns="0" rtlCol="0" anchor="ctr"/>
          <a:lstStyle/>
          <a:p>
            <a:pPr algn="ctr"/>
            <a:r>
              <a:rPr lang="en-US" sz="2639" dirty="0">
                <a:solidFill>
                  <a:srgbClr val="595959"/>
                </a:solidFill>
                <a:latin typeface="Arial" pitchFamily="34" charset="0"/>
                <a:ea typeface="Arial" pitchFamily="34" charset="-122"/>
                <a:cs typeface="Arial" pitchFamily="34" charset="-120"/>
              </a:rPr>
              <a:t>→</a:t>
            </a:r>
            <a:endParaRPr lang="en-US" sz="2639" dirty="0"/>
          </a:p>
        </p:txBody>
      </p:sp>
      <p:sp>
        <p:nvSpPr>
          <p:cNvPr id="14" name="Shape 12"/>
          <p:cNvSpPr/>
          <p:nvPr/>
        </p:nvSpPr>
        <p:spPr>
          <a:xfrm>
            <a:off x="7539831" y="2412661"/>
            <a:ext cx="1734100" cy="633324"/>
          </a:xfrm>
          <a:prstGeom prst="roundRect">
            <a:avLst>
              <a:gd name="adj" fmla="val 14286"/>
            </a:avLst>
          </a:prstGeom>
          <a:solidFill>
            <a:srgbClr val="F2F2F2"/>
          </a:solidFill>
          <a:ln w="12700">
            <a:solidFill>
              <a:srgbClr val="BFBFBF"/>
            </a:solidFill>
            <a:prstDash val="solid"/>
          </a:ln>
        </p:spPr>
        <p:txBody>
          <a:bodyPr/>
          <a:lstStyle/>
          <a:p>
            <a:endParaRPr lang="en-AU"/>
          </a:p>
        </p:txBody>
      </p:sp>
      <p:sp>
        <p:nvSpPr>
          <p:cNvPr id="15" name="Text 13"/>
          <p:cNvSpPr txBox="1"/>
          <p:nvPr/>
        </p:nvSpPr>
        <p:spPr>
          <a:xfrm>
            <a:off x="7539831" y="2412661"/>
            <a:ext cx="1734100" cy="633324"/>
          </a:xfrm>
          <a:prstGeom prst="rect">
            <a:avLst/>
          </a:prstGeom>
          <a:noFill/>
          <a:ln/>
        </p:spPr>
        <p:txBody>
          <a:bodyPr wrap="square" lIns="0" tIns="0" rIns="0" bIns="0" rtlCol="0" anchor="ctr"/>
          <a:lstStyle/>
          <a:p>
            <a:pPr algn="ctr"/>
            <a:r>
              <a:rPr lang="en-US" sz="1814" b="1" dirty="0">
                <a:solidFill>
                  <a:srgbClr val="333333"/>
                </a:solidFill>
                <a:latin typeface="Arial" pitchFamily="34" charset="0"/>
                <a:ea typeface="Arial" pitchFamily="34" charset="-122"/>
                <a:cs typeface="Arial" pitchFamily="34" charset="-120"/>
              </a:rPr>
              <a:t>Temperature</a:t>
            </a:r>
            <a:endParaRPr lang="en-US" sz="1814" dirty="0"/>
          </a:p>
        </p:txBody>
      </p:sp>
      <p:sp>
        <p:nvSpPr>
          <p:cNvPr id="16" name="Text 14"/>
          <p:cNvSpPr txBox="1"/>
          <p:nvPr/>
        </p:nvSpPr>
        <p:spPr>
          <a:xfrm>
            <a:off x="754221" y="3076143"/>
            <a:ext cx="3920575" cy="376978"/>
          </a:xfrm>
          <a:prstGeom prst="rect">
            <a:avLst/>
          </a:prstGeom>
          <a:noFill/>
          <a:ln/>
        </p:spPr>
        <p:txBody>
          <a:bodyPr wrap="square" lIns="0" tIns="0" rIns="0" bIns="0" rtlCol="0" anchor="ctr"/>
          <a:lstStyle/>
          <a:p>
            <a:r>
              <a:rPr lang="en-US" sz="1649" i="1" dirty="0">
                <a:solidFill>
                  <a:srgbClr val="E31837"/>
                </a:solidFill>
                <a:latin typeface="Arial" pitchFamily="34" charset="0"/>
                <a:ea typeface="Arial" pitchFamily="34" charset="-122"/>
                <a:cs typeface="Arial" pitchFamily="34" charset="-120"/>
              </a:rPr>
              <a:t>True source (fault injected here)</a:t>
            </a:r>
            <a:endParaRPr lang="en-US" sz="1649" dirty="0"/>
          </a:p>
        </p:txBody>
      </p:sp>
      <p:sp>
        <p:nvSpPr>
          <p:cNvPr id="17" name="Text 15"/>
          <p:cNvSpPr txBox="1"/>
          <p:nvPr/>
        </p:nvSpPr>
        <p:spPr>
          <a:xfrm>
            <a:off x="5730335" y="3076143"/>
            <a:ext cx="3618992" cy="376978"/>
          </a:xfrm>
          <a:prstGeom prst="rect">
            <a:avLst/>
          </a:prstGeom>
          <a:noFill/>
          <a:ln/>
        </p:spPr>
        <p:txBody>
          <a:bodyPr wrap="square" lIns="0" tIns="0" rIns="0" bIns="0" rtlCol="0" anchor="ctr"/>
          <a:lstStyle/>
          <a:p>
            <a:pPr algn="r"/>
            <a:r>
              <a:rPr lang="en-US" sz="1649" i="1" dirty="0">
                <a:solidFill>
                  <a:srgbClr val="595959"/>
                </a:solidFill>
                <a:latin typeface="Arial" pitchFamily="34" charset="0"/>
                <a:ea typeface="Arial" pitchFamily="34" charset="-122"/>
                <a:cs typeface="Arial" pitchFamily="34" charset="-120"/>
              </a:rPr>
              <a:t>Anomaly grows downstream →</a:t>
            </a:r>
            <a:endParaRPr lang="en-US" sz="1649" dirty="0"/>
          </a:p>
        </p:txBody>
      </p:sp>
      <p:sp>
        <p:nvSpPr>
          <p:cNvPr id="18" name="Shape 16"/>
          <p:cNvSpPr/>
          <p:nvPr/>
        </p:nvSpPr>
        <p:spPr>
          <a:xfrm>
            <a:off x="754221" y="3618992"/>
            <a:ext cx="8670502" cy="5956258"/>
          </a:xfrm>
          <a:prstGeom prst="roundRect">
            <a:avLst>
              <a:gd name="adj" fmla="val 2025"/>
            </a:avLst>
          </a:prstGeom>
          <a:solidFill>
            <a:srgbClr val="FFFFFF"/>
          </a:solidFill>
          <a:ln w="12700">
            <a:solidFill>
              <a:srgbClr val="D9D9D9"/>
            </a:solidFill>
            <a:prstDash val="solid"/>
          </a:ln>
          <a:effectLst>
            <a:outerShdw blurRad="50800" dist="12700" dir="5400000" algn="bl" rotWithShape="0">
              <a:srgbClr val="000000">
                <a:alpha val="10000"/>
              </a:srgbClr>
            </a:outerShdw>
          </a:effectLst>
        </p:spPr>
        <p:txBody>
          <a:bodyPr/>
          <a:lstStyle/>
          <a:p>
            <a:endParaRPr lang="en-AU"/>
          </a:p>
        </p:txBody>
      </p:sp>
      <p:graphicFrame>
        <p:nvGraphicFramePr>
          <p:cNvPr id="19" name="Chart 0"/>
          <p:cNvGraphicFramePr/>
          <p:nvPr/>
        </p:nvGraphicFramePr>
        <p:xfrm>
          <a:off x="905012" y="3769783"/>
          <a:ext cx="8368919" cy="5654675"/>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9801701" y="2412661"/>
            <a:ext cx="4523740" cy="1884892"/>
          </a:xfrm>
          <a:prstGeom prst="roundRect">
            <a:avLst>
              <a:gd name="adj" fmla="val 6400"/>
            </a:avLst>
          </a:prstGeom>
          <a:solidFill>
            <a:srgbClr val="3A3A3F"/>
          </a:solidFill>
          <a:ln w="12700">
            <a:solidFill>
              <a:srgbClr val="3A3A3F"/>
            </a:solidFill>
            <a:prstDash val="solid"/>
          </a:ln>
        </p:spPr>
        <p:txBody>
          <a:bodyPr/>
          <a:lstStyle/>
          <a:p>
            <a:endParaRPr lang="en-AU"/>
          </a:p>
        </p:txBody>
      </p:sp>
      <p:sp>
        <p:nvSpPr>
          <p:cNvPr id="21" name="Text 18"/>
          <p:cNvSpPr txBox="1"/>
          <p:nvPr/>
        </p:nvSpPr>
        <p:spPr>
          <a:xfrm>
            <a:off x="10178679" y="2684086"/>
            <a:ext cx="3920575" cy="452374"/>
          </a:xfrm>
          <a:prstGeom prst="rect">
            <a:avLst/>
          </a:prstGeom>
          <a:noFill/>
          <a:ln/>
        </p:spPr>
        <p:txBody>
          <a:bodyPr wrap="square" lIns="0" tIns="0" rIns="0" bIns="0" rtlCol="0" anchor="ctr"/>
          <a:lstStyle/>
          <a:p>
            <a:r>
              <a:rPr lang="en-US" sz="1649" b="1" spc="165" dirty="0">
                <a:solidFill>
                  <a:srgbClr val="4FB3BF"/>
                </a:solidFill>
                <a:latin typeface="Arial" pitchFamily="34" charset="0"/>
                <a:ea typeface="Arial" pitchFamily="34" charset="-122"/>
                <a:cs typeface="Arial" pitchFamily="34" charset="-120"/>
              </a:rPr>
              <a:t>"BIGGEST CHANGE" RULE</a:t>
            </a:r>
            <a:endParaRPr lang="en-US" sz="1649" dirty="0"/>
          </a:p>
        </p:txBody>
      </p:sp>
      <p:sp>
        <p:nvSpPr>
          <p:cNvPr id="22" name="Text 19"/>
          <p:cNvSpPr txBox="1"/>
          <p:nvPr/>
        </p:nvSpPr>
        <p:spPr>
          <a:xfrm>
            <a:off x="10178679" y="3091222"/>
            <a:ext cx="3920575" cy="753957"/>
          </a:xfrm>
          <a:prstGeom prst="rect">
            <a:avLst/>
          </a:prstGeom>
          <a:noFill/>
          <a:ln/>
        </p:spPr>
        <p:txBody>
          <a:bodyPr wrap="square" lIns="0" tIns="0" rIns="0" bIns="0" rtlCol="0" anchor="ctr"/>
          <a:lstStyle/>
          <a:p>
            <a:r>
              <a:rPr lang="en-US" sz="4288" b="1" dirty="0">
                <a:solidFill>
                  <a:srgbClr val="FFFFFF"/>
                </a:solidFill>
                <a:latin typeface="Arial" pitchFamily="34" charset="0"/>
                <a:ea typeface="Arial" pitchFamily="34" charset="-122"/>
                <a:cs typeface="Arial" pitchFamily="34" charset="-120"/>
              </a:rPr>
              <a:t>0 / 30 correct</a:t>
            </a:r>
            <a:endParaRPr lang="en-US" sz="4288" dirty="0"/>
          </a:p>
        </p:txBody>
      </p:sp>
      <p:sp>
        <p:nvSpPr>
          <p:cNvPr id="23" name="Text 20"/>
          <p:cNvSpPr txBox="1"/>
          <p:nvPr/>
        </p:nvSpPr>
        <p:spPr>
          <a:xfrm>
            <a:off x="10178679" y="3845179"/>
            <a:ext cx="3920575" cy="331741"/>
          </a:xfrm>
          <a:prstGeom prst="rect">
            <a:avLst/>
          </a:prstGeom>
          <a:noFill/>
          <a:ln/>
        </p:spPr>
        <p:txBody>
          <a:bodyPr wrap="square" lIns="0" tIns="0" rIns="0" bIns="0" rtlCol="0" anchor="ctr"/>
          <a:lstStyle/>
          <a:p>
            <a:r>
              <a:rPr lang="en-US" sz="1814" dirty="0">
                <a:solidFill>
                  <a:srgbClr val="D9D9D9"/>
                </a:solidFill>
                <a:latin typeface="Arial" pitchFamily="34" charset="0"/>
                <a:ea typeface="Arial" pitchFamily="34" charset="-122"/>
                <a:cs typeface="Arial" pitchFamily="34" charset="-120"/>
              </a:rPr>
              <a:t>Picked Temperature all 30 times</a:t>
            </a:r>
            <a:endParaRPr lang="en-US" sz="1814" dirty="0"/>
          </a:p>
        </p:txBody>
      </p:sp>
      <p:sp>
        <p:nvSpPr>
          <p:cNvPr id="24" name="Shape 21"/>
          <p:cNvSpPr/>
          <p:nvPr/>
        </p:nvSpPr>
        <p:spPr>
          <a:xfrm>
            <a:off x="9801701" y="4523740"/>
            <a:ext cx="4523740" cy="1884892"/>
          </a:xfrm>
          <a:prstGeom prst="roundRect">
            <a:avLst>
              <a:gd name="adj" fmla="val 6400"/>
            </a:avLst>
          </a:prstGeom>
          <a:solidFill>
            <a:srgbClr val="F2F2F2"/>
          </a:solidFill>
          <a:ln w="12700">
            <a:solidFill>
              <a:srgbClr val="F2F2F2"/>
            </a:solidFill>
            <a:prstDash val="solid"/>
          </a:ln>
        </p:spPr>
        <p:txBody>
          <a:bodyPr/>
          <a:lstStyle/>
          <a:p>
            <a:endParaRPr lang="en-AU"/>
          </a:p>
        </p:txBody>
      </p:sp>
      <p:sp>
        <p:nvSpPr>
          <p:cNvPr id="25" name="Text 22"/>
          <p:cNvSpPr txBox="1"/>
          <p:nvPr/>
        </p:nvSpPr>
        <p:spPr>
          <a:xfrm>
            <a:off x="10178679" y="4795164"/>
            <a:ext cx="3920575" cy="452374"/>
          </a:xfrm>
          <a:prstGeom prst="rect">
            <a:avLst/>
          </a:prstGeom>
          <a:noFill/>
          <a:ln/>
        </p:spPr>
        <p:txBody>
          <a:bodyPr wrap="square" lIns="0" tIns="0" rIns="0" bIns="0" rtlCol="0" anchor="ctr"/>
          <a:lstStyle/>
          <a:p>
            <a:r>
              <a:rPr lang="en-US" sz="1649" b="1" spc="165" dirty="0">
                <a:solidFill>
                  <a:srgbClr val="1F8A96"/>
                </a:solidFill>
                <a:latin typeface="Arial" pitchFamily="34" charset="0"/>
                <a:ea typeface="Arial" pitchFamily="34" charset="-122"/>
                <a:cs typeface="Arial" pitchFamily="34" charset="-120"/>
              </a:rPr>
              <a:t>"FIRST TO CHANGE" RULE</a:t>
            </a:r>
            <a:endParaRPr lang="en-US" sz="1649" dirty="0"/>
          </a:p>
        </p:txBody>
      </p:sp>
      <p:sp>
        <p:nvSpPr>
          <p:cNvPr id="26" name="Text 23"/>
          <p:cNvSpPr txBox="1"/>
          <p:nvPr/>
        </p:nvSpPr>
        <p:spPr>
          <a:xfrm>
            <a:off x="10178679" y="5202301"/>
            <a:ext cx="3920575" cy="753957"/>
          </a:xfrm>
          <a:prstGeom prst="rect">
            <a:avLst/>
          </a:prstGeom>
          <a:noFill/>
          <a:ln/>
        </p:spPr>
        <p:txBody>
          <a:bodyPr wrap="square" lIns="0" tIns="0" rIns="0" bIns="0" rtlCol="0" anchor="ctr"/>
          <a:lstStyle/>
          <a:p>
            <a:r>
              <a:rPr lang="en-US" sz="4288" b="1" dirty="0">
                <a:solidFill>
                  <a:srgbClr val="E31837"/>
                </a:solidFill>
                <a:latin typeface="Arial" pitchFamily="34" charset="0"/>
                <a:ea typeface="Arial" pitchFamily="34" charset="-122"/>
                <a:cs typeface="Arial" pitchFamily="34" charset="-120"/>
              </a:rPr>
              <a:t>8 / 30 correct</a:t>
            </a:r>
            <a:endParaRPr lang="en-US" sz="4288" dirty="0"/>
          </a:p>
        </p:txBody>
      </p:sp>
      <p:sp>
        <p:nvSpPr>
          <p:cNvPr id="27" name="Text 24"/>
          <p:cNvSpPr txBox="1"/>
          <p:nvPr/>
        </p:nvSpPr>
        <p:spPr>
          <a:xfrm>
            <a:off x="10178679" y="5956258"/>
            <a:ext cx="3920575" cy="331741"/>
          </a:xfrm>
          <a:prstGeom prst="rect">
            <a:avLst/>
          </a:prstGeom>
          <a:noFill/>
          <a:ln/>
        </p:spPr>
        <p:txBody>
          <a:bodyPr wrap="square" lIns="0" tIns="0" rIns="0" bIns="0" rtlCol="0" anchor="ctr"/>
          <a:lstStyle/>
          <a:p>
            <a:r>
              <a:rPr lang="en-US" sz="1814" dirty="0">
                <a:solidFill>
                  <a:srgbClr val="595959"/>
                </a:solidFill>
                <a:latin typeface="Arial" pitchFamily="34" charset="0"/>
                <a:ea typeface="Arial" pitchFamily="34" charset="-122"/>
                <a:cs typeface="Arial" pitchFamily="34" charset="-120"/>
              </a:rPr>
              <a:t>Picked Pump 8×, Flow 22×</a:t>
            </a:r>
            <a:endParaRPr lang="en-US" sz="1814" dirty="0"/>
          </a:p>
        </p:txBody>
      </p:sp>
      <p:sp>
        <p:nvSpPr>
          <p:cNvPr id="28" name="Shape 25"/>
          <p:cNvSpPr/>
          <p:nvPr/>
        </p:nvSpPr>
        <p:spPr>
          <a:xfrm>
            <a:off x="9801701" y="6634819"/>
            <a:ext cx="4523740" cy="2940431"/>
          </a:xfrm>
          <a:prstGeom prst="roundRect">
            <a:avLst>
              <a:gd name="adj" fmla="val 4103"/>
            </a:avLst>
          </a:prstGeom>
          <a:solidFill>
            <a:srgbClr val="E31837"/>
          </a:solidFill>
          <a:ln w="12700">
            <a:solidFill>
              <a:srgbClr val="E31837"/>
            </a:solidFill>
            <a:prstDash val="solid"/>
          </a:ln>
        </p:spPr>
        <p:txBody>
          <a:bodyPr/>
          <a:lstStyle/>
          <a:p>
            <a:endParaRPr lang="en-AU"/>
          </a:p>
        </p:txBody>
      </p:sp>
      <p:sp>
        <p:nvSpPr>
          <p:cNvPr id="29" name="Text 26"/>
          <p:cNvSpPr txBox="1"/>
          <p:nvPr/>
        </p:nvSpPr>
        <p:spPr>
          <a:xfrm>
            <a:off x="10178679" y="6906243"/>
            <a:ext cx="3920575" cy="452374"/>
          </a:xfrm>
          <a:prstGeom prst="rect">
            <a:avLst/>
          </a:prstGeom>
          <a:noFill/>
          <a:ln/>
        </p:spPr>
        <p:txBody>
          <a:bodyPr wrap="square" lIns="0" tIns="0" rIns="0" bIns="0" rtlCol="0" anchor="ctr"/>
          <a:lstStyle/>
          <a:p>
            <a:r>
              <a:rPr lang="en-US" sz="1814" b="1" spc="330" dirty="0">
                <a:solidFill>
                  <a:srgbClr val="FFFFFF"/>
                </a:solidFill>
                <a:latin typeface="Arial" pitchFamily="34" charset="0"/>
                <a:ea typeface="Arial" pitchFamily="34" charset="-122"/>
                <a:cs typeface="Arial" pitchFamily="34" charset="-120"/>
              </a:rPr>
              <a:t>TAKE-AWAY</a:t>
            </a:r>
            <a:endParaRPr lang="en-US" sz="1814" dirty="0"/>
          </a:p>
        </p:txBody>
      </p:sp>
      <p:sp>
        <p:nvSpPr>
          <p:cNvPr id="30" name="Text 27"/>
          <p:cNvSpPr txBox="1"/>
          <p:nvPr/>
        </p:nvSpPr>
        <p:spPr>
          <a:xfrm>
            <a:off x="10178679" y="7464171"/>
            <a:ext cx="3845179" cy="1960287"/>
          </a:xfrm>
          <a:prstGeom prst="rect">
            <a:avLst/>
          </a:prstGeom>
          <a:noFill/>
          <a:ln/>
        </p:spPr>
        <p:txBody>
          <a:bodyPr wrap="square" lIns="0" tIns="0" rIns="0" bIns="0" rtlCol="0" anchor="t"/>
          <a:lstStyle/>
          <a:p>
            <a:r>
              <a:rPr lang="en-US" sz="2309" b="1" dirty="0">
                <a:solidFill>
                  <a:srgbClr val="FFFFFF"/>
                </a:solidFill>
                <a:latin typeface="Arial" pitchFamily="34" charset="0"/>
                <a:ea typeface="Arial" pitchFamily="34" charset="-122"/>
                <a:cs typeface="Arial" pitchFamily="34" charset="-120"/>
              </a:rPr>
              <a:t>In this controlled test, the most abnormal variable was often not where the fault started.</a:t>
            </a:r>
            <a:endParaRPr lang="en-US" sz="2309" dirty="0"/>
          </a:p>
        </p:txBody>
      </p:sp>
      <p:sp>
        <p:nvSpPr>
          <p:cNvPr id="31" name="Text 28"/>
          <p:cNvSpPr txBox="1"/>
          <p:nvPr/>
        </p:nvSpPr>
        <p:spPr>
          <a:xfrm>
            <a:off x="905012" y="9760959"/>
            <a:ext cx="9047480" cy="376978"/>
          </a:xfrm>
          <a:prstGeom prst="rect">
            <a:avLst/>
          </a:prstGeom>
          <a:noFill/>
          <a:ln/>
        </p:spPr>
        <p:txBody>
          <a:bodyPr wrap="square" lIns="0" tIns="0" rIns="0" bIns="0" rtlCol="0" anchor="ctr"/>
          <a:lstStyle/>
          <a:p>
            <a:r>
              <a:rPr lang="en-US" sz="1649" i="1" dirty="0">
                <a:solidFill>
                  <a:srgbClr val="595959"/>
                </a:solidFill>
                <a:latin typeface="Arial" pitchFamily="34" charset="0"/>
                <a:ea typeface="Arial" pitchFamily="34" charset="-122"/>
                <a:cs typeface="Arial" pitchFamily="34" charset="-120"/>
              </a:rPr>
              <a:t>Preliminary: simulated in Python; the pump was the injected source in all 30 cases.</a:t>
            </a:r>
            <a:endParaRPr lang="en-US" sz="1649" dirty="0"/>
          </a:p>
        </p:txBody>
      </p:sp>
      <p:sp>
        <p:nvSpPr>
          <p:cNvPr id="32" name="Slide Number"/>
          <p:cNvSpPr txBox="1"/>
          <p:nvPr/>
        </p:nvSpPr>
        <p:spPr>
          <a:xfrm>
            <a:off x="13487400" y="10656582"/>
            <a:ext cx="731520" cy="253023"/>
          </a:xfrm>
          <a:prstGeom prst="rect">
            <a:avLst/>
          </a:prstGeom>
          <a:noFill/>
        </p:spPr>
        <p:txBody>
          <a:bodyPr wrap="none" lIns="0" tIns="0" rIns="0" bIns="0">
            <a:spAutoFit/>
          </a:bodyPr>
          <a:lstStyle/>
          <a:p>
            <a:pPr algn="r"/>
            <a:fld id="{DCA329B4-C3D8-4932-B98A-A680A5087FEC}" type="slidenum">
              <a:rPr lang="en-AU" sz="1200">
                <a:solidFill>
                  <a:srgbClr val="595959"/>
                </a:solidFill>
              </a:rPr>
              <a:t>13</a:t>
            </a:fld>
            <a:endParaRPr lang="en-AU" sz="1200">
              <a:solidFill>
                <a:srgbClr val="595959"/>
              </a:solidFill>
            </a:endParaRPr>
          </a:p>
        </p:txBody>
      </p:sp>
      <p:sp>
        <p:nvSpPr>
          <p:cNvPr id="33" name="TextBox 32">
            <a:extLst>
              <a:ext uri="{FF2B5EF4-FFF2-40B4-BE49-F238E27FC236}">
                <a16:creationId xmlns:a16="http://schemas.microsoft.com/office/drawing/2014/main" id="{3FD1D916-1882-28B0-6507-36AD2350B066}"/>
              </a:ext>
            </a:extLst>
          </p:cNvPr>
          <p:cNvSpPr txBox="1"/>
          <p:nvPr/>
        </p:nvSpPr>
        <p:spPr>
          <a:xfrm>
            <a:off x="754221" y="10080506"/>
            <a:ext cx="10777309" cy="369332"/>
          </a:xfrm>
          <a:prstGeom prst="rect">
            <a:avLst/>
          </a:prstGeom>
          <a:noFill/>
        </p:spPr>
        <p:txBody>
          <a:bodyPr wrap="none" rtlCol="0">
            <a:spAutoFit/>
          </a:bodyPr>
          <a:lstStyle/>
          <a:p>
            <a:r>
              <a:rPr lang="en-AU" b="1" dirty="0"/>
              <a:t>GitHub </a:t>
            </a:r>
            <a:r>
              <a:rPr lang="en-AU" b="1" dirty="0" err="1"/>
              <a:t>Link:</a:t>
            </a:r>
            <a:r>
              <a:rPr lang="en-AU" dirty="0" err="1"/>
              <a:t>https</a:t>
            </a:r>
            <a:r>
              <a:rPr lang="en-AU" dirty="0"/>
              <a:t>://github.com/</a:t>
            </a:r>
            <a:r>
              <a:rPr lang="en-AU" dirty="0" err="1"/>
              <a:t>TamannaSheme</a:t>
            </a:r>
            <a:r>
              <a:rPr lang="en-AU" dirty="0"/>
              <a:t>/</a:t>
            </a:r>
            <a:r>
              <a:rPr lang="en-AU" dirty="0" err="1"/>
              <a:t>Anomaly_Localization_and_Root_Cause_Identification</a:t>
            </a:r>
            <a:endParaRPr lang="en-AU"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017520" y="603504"/>
            <a:ext cx="11247120" cy="914400"/>
          </a:xfrm>
          <a:prstGeom prst="rect">
            <a:avLst/>
          </a:prstGeom>
          <a:noFill/>
          <a:ln/>
        </p:spPr>
        <p:txBody>
          <a:bodyPr wrap="square" lIns="0" tIns="0" rIns="0" bIns="0" rtlCol="0" anchor="ctr"/>
          <a:lstStyle/>
          <a:p>
            <a:r>
              <a:rPr lang="en-US" sz="3200" b="1" dirty="0">
                <a:solidFill>
                  <a:srgbClr val="59595C"/>
                </a:solidFill>
                <a:ea typeface="Arial" pitchFamily="34" charset="-122"/>
                <a:cs typeface="Arial" pitchFamily="34" charset="-120"/>
              </a:rPr>
              <a:t>Initial Findings</a:t>
            </a:r>
            <a:endParaRPr lang="en-US" sz="5277" dirty="0"/>
          </a:p>
        </p:txBody>
      </p:sp>
      <p:sp>
        <p:nvSpPr>
          <p:cNvPr id="3" name="Text 1"/>
          <p:cNvSpPr txBox="1"/>
          <p:nvPr/>
        </p:nvSpPr>
        <p:spPr>
          <a:xfrm>
            <a:off x="3017520" y="1554480"/>
            <a:ext cx="11338560" cy="365760"/>
          </a:xfrm>
          <a:prstGeom prst="rect">
            <a:avLst/>
          </a:prstGeom>
          <a:noFill/>
          <a:ln/>
        </p:spPr>
        <p:txBody>
          <a:bodyPr wrap="square" lIns="0" tIns="0" rIns="0" bIns="0" rtlCol="0" anchor="ctr"/>
          <a:lstStyle/>
          <a:p>
            <a:r>
              <a:rPr lang="en-US" sz="1800" dirty="0">
                <a:solidFill>
                  <a:srgbClr val="595959"/>
                </a:solidFill>
                <a:ea typeface="Arial" pitchFamily="34" charset="-122"/>
                <a:cs typeface="Arial" pitchFamily="34" charset="-120"/>
              </a:rPr>
              <a:t>Test 2: what happens on real data? (SMD, 1 machine, 8 events)</a:t>
            </a:r>
            <a:endParaRPr lang="en-US" sz="2474" dirty="0"/>
          </a:p>
        </p:txBody>
      </p:sp>
      <p:sp>
        <p:nvSpPr>
          <p:cNvPr id="4" name="Shape 2"/>
          <p:cNvSpPr/>
          <p:nvPr/>
        </p:nvSpPr>
        <p:spPr>
          <a:xfrm>
            <a:off x="3017520" y="1984248"/>
            <a:ext cx="822960" cy="54864"/>
          </a:xfrm>
          <a:prstGeom prst="rect">
            <a:avLst/>
          </a:prstGeom>
          <a:solidFill>
            <a:srgbClr val="E31837"/>
          </a:solidFill>
          <a:ln w="12700">
            <a:solidFill>
              <a:srgbClr val="E31837"/>
            </a:solidFill>
            <a:prstDash val="solid"/>
          </a:ln>
        </p:spPr>
        <p:txBody>
          <a:bodyPr/>
          <a:lstStyle/>
          <a:p>
            <a:endParaRPr lang="en-AU"/>
          </a:p>
        </p:txBody>
      </p:sp>
      <p:sp>
        <p:nvSpPr>
          <p:cNvPr id="5" name="Text 3"/>
          <p:cNvSpPr txBox="1"/>
          <p:nvPr/>
        </p:nvSpPr>
        <p:spPr>
          <a:xfrm>
            <a:off x="754221" y="2412661"/>
            <a:ext cx="13571220" cy="452374"/>
          </a:xfrm>
          <a:prstGeom prst="rect">
            <a:avLst/>
          </a:prstGeom>
          <a:noFill/>
          <a:ln/>
        </p:spPr>
        <p:txBody>
          <a:bodyPr wrap="square" lIns="0" tIns="0" rIns="0" bIns="0" rtlCol="0" anchor="ctr"/>
          <a:lstStyle/>
          <a:p>
            <a:r>
              <a:rPr lang="en-US" sz="2309" b="1" dirty="0">
                <a:solidFill>
                  <a:srgbClr val="1F8A96"/>
                </a:solidFill>
                <a:latin typeface="Arial" pitchFamily="34" charset="0"/>
                <a:ea typeface="Arial" pitchFamily="34" charset="-122"/>
                <a:cs typeface="Arial" pitchFamily="34" charset="-120"/>
              </a:rPr>
              <a:t>Did the top-ranked sensor match a labelled sensor?</a:t>
            </a:r>
            <a:endParaRPr lang="en-US" sz="2309" dirty="0"/>
          </a:p>
        </p:txBody>
      </p:sp>
      <p:sp>
        <p:nvSpPr>
          <p:cNvPr id="6" name="Shape 4"/>
          <p:cNvSpPr/>
          <p:nvPr/>
        </p:nvSpPr>
        <p:spPr>
          <a:xfrm>
            <a:off x="754221" y="3015827"/>
            <a:ext cx="6031653" cy="2638848"/>
          </a:xfrm>
          <a:prstGeom prst="roundRect">
            <a:avLst>
              <a:gd name="adj" fmla="val 4571"/>
            </a:avLst>
          </a:prstGeom>
          <a:solidFill>
            <a:srgbClr val="F2F2F2"/>
          </a:solidFill>
          <a:ln w="12700">
            <a:solidFill>
              <a:srgbClr val="F2F2F2"/>
            </a:solidFill>
            <a:prstDash val="solid"/>
          </a:ln>
          <a:effectLst>
            <a:outerShdw blurRad="50800" dist="12700" dir="5400000" algn="bl" rotWithShape="0">
              <a:srgbClr val="000000">
                <a:alpha val="10000"/>
              </a:srgbClr>
            </a:outerShdw>
          </a:effectLst>
        </p:spPr>
        <p:txBody>
          <a:bodyPr/>
          <a:lstStyle/>
          <a:p>
            <a:endParaRPr lang="en-AU"/>
          </a:p>
        </p:txBody>
      </p:sp>
      <p:sp>
        <p:nvSpPr>
          <p:cNvPr id="7" name="Text 5"/>
          <p:cNvSpPr txBox="1"/>
          <p:nvPr/>
        </p:nvSpPr>
        <p:spPr>
          <a:xfrm>
            <a:off x="1206595" y="3242014"/>
            <a:ext cx="5126905" cy="452374"/>
          </a:xfrm>
          <a:prstGeom prst="rect">
            <a:avLst/>
          </a:prstGeom>
          <a:noFill/>
          <a:ln/>
        </p:spPr>
        <p:txBody>
          <a:bodyPr wrap="square" lIns="0" tIns="0" rIns="0" bIns="0" rtlCol="0" anchor="ctr"/>
          <a:lstStyle/>
          <a:p>
            <a:r>
              <a:rPr lang="en-US" sz="1979" b="1" spc="330" dirty="0">
                <a:solidFill>
                  <a:srgbClr val="1F8A96"/>
                </a:solidFill>
                <a:latin typeface="Arial" pitchFamily="34" charset="0"/>
                <a:ea typeface="Arial" pitchFamily="34" charset="-122"/>
                <a:cs typeface="Arial" pitchFamily="34" charset="-120"/>
              </a:rPr>
              <a:t>STD FLOOR 10⁻⁸</a:t>
            </a:r>
            <a:endParaRPr lang="en-US" sz="1979" dirty="0"/>
          </a:p>
        </p:txBody>
      </p:sp>
      <p:sp>
        <p:nvSpPr>
          <p:cNvPr id="8" name="Text 6"/>
          <p:cNvSpPr txBox="1"/>
          <p:nvPr/>
        </p:nvSpPr>
        <p:spPr>
          <a:xfrm>
            <a:off x="1206595" y="3769784"/>
            <a:ext cx="5126905" cy="1055539"/>
          </a:xfrm>
          <a:prstGeom prst="rect">
            <a:avLst/>
          </a:prstGeom>
          <a:noFill/>
          <a:ln/>
        </p:spPr>
        <p:txBody>
          <a:bodyPr wrap="square" lIns="0" tIns="0" rIns="0" bIns="0" rtlCol="0" anchor="ctr"/>
          <a:lstStyle/>
          <a:p>
            <a:r>
              <a:rPr lang="en-US" sz="6596" b="1" dirty="0">
                <a:solidFill>
                  <a:srgbClr val="333333"/>
                </a:solidFill>
                <a:latin typeface="Arial" pitchFamily="34" charset="0"/>
                <a:ea typeface="Arial" pitchFamily="34" charset="-122"/>
                <a:cs typeface="Arial" pitchFamily="34" charset="-120"/>
              </a:rPr>
              <a:t>5 / 8</a:t>
            </a:r>
            <a:endParaRPr lang="en-US" sz="6596" dirty="0"/>
          </a:p>
        </p:txBody>
      </p:sp>
      <p:sp>
        <p:nvSpPr>
          <p:cNvPr id="9" name="Text 7"/>
          <p:cNvSpPr txBox="1"/>
          <p:nvPr/>
        </p:nvSpPr>
        <p:spPr>
          <a:xfrm>
            <a:off x="1206595" y="4900718"/>
            <a:ext cx="5126905" cy="452374"/>
          </a:xfrm>
          <a:prstGeom prst="rect">
            <a:avLst/>
          </a:prstGeom>
          <a:noFill/>
          <a:ln/>
        </p:spPr>
        <p:txBody>
          <a:bodyPr wrap="square" lIns="0" tIns="0" rIns="0" bIns="0" rtlCol="0" anchor="ctr"/>
          <a:lstStyle/>
          <a:p>
            <a:r>
              <a:rPr lang="en-US" sz="2144" dirty="0">
                <a:solidFill>
                  <a:srgbClr val="595959"/>
                </a:solidFill>
                <a:latin typeface="Arial" pitchFamily="34" charset="0"/>
                <a:ea typeface="Arial" pitchFamily="34" charset="-122"/>
                <a:cs typeface="Arial" pitchFamily="34" charset="-120"/>
              </a:rPr>
              <a:t>events correct</a:t>
            </a:r>
            <a:endParaRPr lang="en-US" sz="2144" dirty="0"/>
          </a:p>
        </p:txBody>
      </p:sp>
      <p:sp>
        <p:nvSpPr>
          <p:cNvPr id="10" name="Shape 8"/>
          <p:cNvSpPr/>
          <p:nvPr/>
        </p:nvSpPr>
        <p:spPr>
          <a:xfrm>
            <a:off x="7162853" y="3920575"/>
            <a:ext cx="753957" cy="829352"/>
          </a:xfrm>
          <a:prstGeom prst="chevron">
            <a:avLst/>
          </a:prstGeom>
          <a:solidFill>
            <a:srgbClr val="4FB3BF"/>
          </a:solidFill>
          <a:ln w="12700">
            <a:solidFill>
              <a:srgbClr val="4FB3BF"/>
            </a:solidFill>
            <a:prstDash val="solid"/>
          </a:ln>
        </p:spPr>
        <p:txBody>
          <a:bodyPr/>
          <a:lstStyle/>
          <a:p>
            <a:endParaRPr lang="en-AU"/>
          </a:p>
        </p:txBody>
      </p:sp>
      <p:sp>
        <p:nvSpPr>
          <p:cNvPr id="11" name="Shape 9"/>
          <p:cNvSpPr/>
          <p:nvPr/>
        </p:nvSpPr>
        <p:spPr>
          <a:xfrm>
            <a:off x="8293788" y="3015827"/>
            <a:ext cx="6031653" cy="2638848"/>
          </a:xfrm>
          <a:prstGeom prst="roundRect">
            <a:avLst>
              <a:gd name="adj" fmla="val 4571"/>
            </a:avLst>
          </a:prstGeom>
          <a:solidFill>
            <a:srgbClr val="E31837"/>
          </a:solidFill>
          <a:ln w="12700">
            <a:solidFill>
              <a:srgbClr val="E31837"/>
            </a:solidFill>
            <a:prstDash val="solid"/>
          </a:ln>
          <a:effectLst>
            <a:outerShdw blurRad="50800" dist="12700" dir="5400000" algn="bl" rotWithShape="0">
              <a:srgbClr val="000000">
                <a:alpha val="10000"/>
              </a:srgbClr>
            </a:outerShdw>
          </a:effectLst>
        </p:spPr>
        <p:txBody>
          <a:bodyPr/>
          <a:lstStyle/>
          <a:p>
            <a:endParaRPr lang="en-AU"/>
          </a:p>
        </p:txBody>
      </p:sp>
      <p:sp>
        <p:nvSpPr>
          <p:cNvPr id="12" name="Text 10"/>
          <p:cNvSpPr txBox="1"/>
          <p:nvPr/>
        </p:nvSpPr>
        <p:spPr>
          <a:xfrm>
            <a:off x="8746162" y="3242014"/>
            <a:ext cx="5126905" cy="452374"/>
          </a:xfrm>
          <a:prstGeom prst="rect">
            <a:avLst/>
          </a:prstGeom>
          <a:noFill/>
          <a:ln/>
        </p:spPr>
        <p:txBody>
          <a:bodyPr wrap="square" lIns="0" tIns="0" rIns="0" bIns="0" rtlCol="0" anchor="ctr"/>
          <a:lstStyle/>
          <a:p>
            <a:r>
              <a:rPr lang="en-US" sz="1979" b="1" spc="330" dirty="0">
                <a:solidFill>
                  <a:srgbClr val="FFFFFF"/>
                </a:solidFill>
                <a:latin typeface="Arial" pitchFamily="34" charset="0"/>
                <a:ea typeface="Arial" pitchFamily="34" charset="-122"/>
                <a:cs typeface="Arial" pitchFamily="34" charset="-120"/>
              </a:rPr>
              <a:t>FLOORS 10⁻³ TO 10⁻¹</a:t>
            </a:r>
            <a:endParaRPr lang="en-US" sz="1979" dirty="0"/>
          </a:p>
        </p:txBody>
      </p:sp>
      <p:sp>
        <p:nvSpPr>
          <p:cNvPr id="13" name="Text 11"/>
          <p:cNvSpPr txBox="1"/>
          <p:nvPr/>
        </p:nvSpPr>
        <p:spPr>
          <a:xfrm>
            <a:off x="8746162" y="3769784"/>
            <a:ext cx="5126905" cy="1055539"/>
          </a:xfrm>
          <a:prstGeom prst="rect">
            <a:avLst/>
          </a:prstGeom>
          <a:noFill/>
          <a:ln/>
        </p:spPr>
        <p:txBody>
          <a:bodyPr wrap="square" lIns="0" tIns="0" rIns="0" bIns="0" rtlCol="0" anchor="ctr"/>
          <a:lstStyle/>
          <a:p>
            <a:r>
              <a:rPr lang="en-US" sz="6596" b="1" dirty="0">
                <a:solidFill>
                  <a:srgbClr val="FFFFFF"/>
                </a:solidFill>
                <a:latin typeface="Arial" pitchFamily="34" charset="0"/>
                <a:ea typeface="Arial" pitchFamily="34" charset="-122"/>
                <a:cs typeface="Arial" pitchFamily="34" charset="-120"/>
              </a:rPr>
              <a:t>8 / 8</a:t>
            </a:r>
            <a:endParaRPr lang="en-US" sz="6596" dirty="0"/>
          </a:p>
        </p:txBody>
      </p:sp>
      <p:sp>
        <p:nvSpPr>
          <p:cNvPr id="14" name="Text 12"/>
          <p:cNvSpPr txBox="1"/>
          <p:nvPr/>
        </p:nvSpPr>
        <p:spPr>
          <a:xfrm>
            <a:off x="8746162" y="4900718"/>
            <a:ext cx="5126905" cy="452374"/>
          </a:xfrm>
          <a:prstGeom prst="rect">
            <a:avLst/>
          </a:prstGeom>
          <a:noFill/>
          <a:ln/>
        </p:spPr>
        <p:txBody>
          <a:bodyPr wrap="square" lIns="0" tIns="0" rIns="0" bIns="0" rtlCol="0" anchor="ctr"/>
          <a:lstStyle/>
          <a:p>
            <a:r>
              <a:rPr lang="en-US" sz="2144" dirty="0">
                <a:solidFill>
                  <a:srgbClr val="FFFFFF"/>
                </a:solidFill>
                <a:latin typeface="Arial" pitchFamily="34" charset="0"/>
                <a:ea typeface="Arial" pitchFamily="34" charset="-122"/>
                <a:cs typeface="Arial" pitchFamily="34" charset="-120"/>
              </a:rPr>
              <a:t>events correct (all three floors)</a:t>
            </a:r>
            <a:endParaRPr lang="en-US" sz="2144" dirty="0"/>
          </a:p>
        </p:txBody>
      </p:sp>
      <p:sp>
        <p:nvSpPr>
          <p:cNvPr id="15" name="Text 13"/>
          <p:cNvSpPr txBox="1"/>
          <p:nvPr/>
        </p:nvSpPr>
        <p:spPr>
          <a:xfrm>
            <a:off x="754221" y="6107049"/>
            <a:ext cx="13571220" cy="452374"/>
          </a:xfrm>
          <a:prstGeom prst="rect">
            <a:avLst/>
          </a:prstGeom>
          <a:noFill/>
          <a:ln/>
        </p:spPr>
        <p:txBody>
          <a:bodyPr wrap="square" lIns="0" tIns="0" rIns="0" bIns="0" rtlCol="0" anchor="ctr"/>
          <a:lstStyle/>
          <a:p>
            <a:r>
              <a:rPr lang="en-US" sz="2309" b="1" dirty="0">
                <a:solidFill>
                  <a:srgbClr val="1F8A96"/>
                </a:solidFill>
                <a:latin typeface="Arial" pitchFamily="34" charset="0"/>
                <a:ea typeface="Arial" pitchFamily="34" charset="-122"/>
                <a:cs typeface="Arial" pitchFamily="34" charset="-120"/>
              </a:rPr>
              <a:t>Why it failed at first</a:t>
            </a:r>
            <a:endParaRPr lang="en-US" sz="2309" dirty="0"/>
          </a:p>
        </p:txBody>
      </p:sp>
      <p:sp>
        <p:nvSpPr>
          <p:cNvPr id="16" name="Shape 14"/>
          <p:cNvSpPr/>
          <p:nvPr/>
        </p:nvSpPr>
        <p:spPr>
          <a:xfrm>
            <a:off x="754221" y="6710215"/>
            <a:ext cx="4146762" cy="1281726"/>
          </a:xfrm>
          <a:prstGeom prst="roundRect">
            <a:avLst>
              <a:gd name="adj" fmla="val 7059"/>
            </a:avLst>
          </a:prstGeom>
          <a:solidFill>
            <a:srgbClr val="3A3A3F"/>
          </a:solidFill>
          <a:ln w="12700">
            <a:solidFill>
              <a:srgbClr val="3A3A3F"/>
            </a:solidFill>
            <a:prstDash val="solid"/>
          </a:ln>
        </p:spPr>
        <p:txBody>
          <a:bodyPr/>
          <a:lstStyle/>
          <a:p>
            <a:endParaRPr lang="en-AU"/>
          </a:p>
        </p:txBody>
      </p:sp>
      <p:sp>
        <p:nvSpPr>
          <p:cNvPr id="17" name="Text 15"/>
          <p:cNvSpPr txBox="1"/>
          <p:nvPr/>
        </p:nvSpPr>
        <p:spPr>
          <a:xfrm>
            <a:off x="980408" y="6710215"/>
            <a:ext cx="3694388" cy="1281726"/>
          </a:xfrm>
          <a:prstGeom prst="rect">
            <a:avLst/>
          </a:prstGeom>
          <a:noFill/>
          <a:ln/>
        </p:spPr>
        <p:txBody>
          <a:bodyPr wrap="square" lIns="0" tIns="0" rIns="0" bIns="0" rtlCol="0" anchor="ctr"/>
          <a:lstStyle/>
          <a:p>
            <a:pPr algn="ctr"/>
            <a:r>
              <a:rPr lang="en-US" sz="2144" b="1" dirty="0">
                <a:solidFill>
                  <a:srgbClr val="FFFFFF"/>
                </a:solidFill>
                <a:latin typeface="Arial" pitchFamily="34" charset="0"/>
                <a:ea typeface="Arial" pitchFamily="34" charset="-122"/>
                <a:cs typeface="Arial" pitchFamily="34" charset="-120"/>
              </a:rPr>
              <a:t>Some sensors never changed during training</a:t>
            </a:r>
            <a:endParaRPr lang="en-US" sz="2144" dirty="0"/>
          </a:p>
        </p:txBody>
      </p:sp>
      <p:sp>
        <p:nvSpPr>
          <p:cNvPr id="18" name="Shape 16"/>
          <p:cNvSpPr/>
          <p:nvPr/>
        </p:nvSpPr>
        <p:spPr>
          <a:xfrm>
            <a:off x="5021616" y="7057035"/>
            <a:ext cx="376978" cy="603165"/>
          </a:xfrm>
          <a:prstGeom prst="chevron">
            <a:avLst/>
          </a:prstGeom>
          <a:solidFill>
            <a:srgbClr val="4FB3BF"/>
          </a:solidFill>
          <a:ln w="12700">
            <a:solidFill>
              <a:srgbClr val="4FB3BF"/>
            </a:solidFill>
            <a:prstDash val="solid"/>
          </a:ln>
        </p:spPr>
        <p:txBody>
          <a:bodyPr/>
          <a:lstStyle/>
          <a:p>
            <a:endParaRPr lang="en-AU"/>
          </a:p>
        </p:txBody>
      </p:sp>
      <p:sp>
        <p:nvSpPr>
          <p:cNvPr id="19" name="Shape 17"/>
          <p:cNvSpPr/>
          <p:nvPr/>
        </p:nvSpPr>
        <p:spPr>
          <a:xfrm>
            <a:off x="5504148" y="6710215"/>
            <a:ext cx="4146762" cy="1281726"/>
          </a:xfrm>
          <a:prstGeom prst="roundRect">
            <a:avLst>
              <a:gd name="adj" fmla="val 7059"/>
            </a:avLst>
          </a:prstGeom>
          <a:solidFill>
            <a:srgbClr val="3A3A3F"/>
          </a:solidFill>
          <a:ln w="12700">
            <a:solidFill>
              <a:srgbClr val="3A3A3F"/>
            </a:solidFill>
            <a:prstDash val="solid"/>
          </a:ln>
        </p:spPr>
        <p:txBody>
          <a:bodyPr/>
          <a:lstStyle/>
          <a:p>
            <a:endParaRPr lang="en-AU"/>
          </a:p>
        </p:txBody>
      </p:sp>
      <p:sp>
        <p:nvSpPr>
          <p:cNvPr id="20" name="Text 18"/>
          <p:cNvSpPr txBox="1"/>
          <p:nvPr/>
        </p:nvSpPr>
        <p:spPr>
          <a:xfrm>
            <a:off x="5730335" y="6710215"/>
            <a:ext cx="3694388" cy="1281726"/>
          </a:xfrm>
          <a:prstGeom prst="rect">
            <a:avLst/>
          </a:prstGeom>
          <a:noFill/>
          <a:ln/>
        </p:spPr>
        <p:txBody>
          <a:bodyPr wrap="square" lIns="0" tIns="0" rIns="0" bIns="0" rtlCol="0" anchor="ctr"/>
          <a:lstStyle/>
          <a:p>
            <a:pPr algn="ctr"/>
            <a:r>
              <a:rPr lang="en-US" sz="2144" b="1" dirty="0">
                <a:solidFill>
                  <a:srgbClr val="FFFFFF"/>
                </a:solidFill>
                <a:latin typeface="Arial" pitchFamily="34" charset="0"/>
                <a:ea typeface="Arial" pitchFamily="34" charset="-122"/>
                <a:cs typeface="Arial" pitchFamily="34" charset="-120"/>
              </a:rPr>
              <a:t>So any tiny change later looked "huge"</a:t>
            </a:r>
            <a:endParaRPr lang="en-US" sz="2144" dirty="0"/>
          </a:p>
        </p:txBody>
      </p:sp>
      <p:sp>
        <p:nvSpPr>
          <p:cNvPr id="21" name="Shape 19"/>
          <p:cNvSpPr/>
          <p:nvPr/>
        </p:nvSpPr>
        <p:spPr>
          <a:xfrm>
            <a:off x="9771543" y="7057035"/>
            <a:ext cx="376978" cy="603165"/>
          </a:xfrm>
          <a:prstGeom prst="chevron">
            <a:avLst/>
          </a:prstGeom>
          <a:solidFill>
            <a:srgbClr val="4FB3BF"/>
          </a:solidFill>
          <a:ln w="12700">
            <a:solidFill>
              <a:srgbClr val="4FB3BF"/>
            </a:solidFill>
            <a:prstDash val="solid"/>
          </a:ln>
        </p:spPr>
        <p:txBody>
          <a:bodyPr/>
          <a:lstStyle/>
          <a:p>
            <a:endParaRPr lang="en-AU"/>
          </a:p>
        </p:txBody>
      </p:sp>
      <p:sp>
        <p:nvSpPr>
          <p:cNvPr id="22" name="Shape 20"/>
          <p:cNvSpPr/>
          <p:nvPr/>
        </p:nvSpPr>
        <p:spPr>
          <a:xfrm>
            <a:off x="10254075" y="6710215"/>
            <a:ext cx="4146762" cy="1281726"/>
          </a:xfrm>
          <a:prstGeom prst="roundRect">
            <a:avLst>
              <a:gd name="adj" fmla="val 7059"/>
            </a:avLst>
          </a:prstGeom>
          <a:solidFill>
            <a:srgbClr val="E31837"/>
          </a:solidFill>
          <a:ln w="12700">
            <a:solidFill>
              <a:srgbClr val="E31837"/>
            </a:solidFill>
            <a:prstDash val="solid"/>
          </a:ln>
        </p:spPr>
        <p:txBody>
          <a:bodyPr/>
          <a:lstStyle/>
          <a:p>
            <a:endParaRPr lang="en-AU"/>
          </a:p>
        </p:txBody>
      </p:sp>
      <p:sp>
        <p:nvSpPr>
          <p:cNvPr id="23" name="Text 21"/>
          <p:cNvSpPr txBox="1"/>
          <p:nvPr/>
        </p:nvSpPr>
        <p:spPr>
          <a:xfrm>
            <a:off x="10480262" y="6710215"/>
            <a:ext cx="3694388" cy="1281726"/>
          </a:xfrm>
          <a:prstGeom prst="rect">
            <a:avLst/>
          </a:prstGeom>
          <a:noFill/>
          <a:ln/>
        </p:spPr>
        <p:txBody>
          <a:bodyPr wrap="square" lIns="0" tIns="0" rIns="0" bIns="0" rtlCol="0" anchor="ctr"/>
          <a:lstStyle/>
          <a:p>
            <a:pPr algn="ctr"/>
            <a:r>
              <a:rPr lang="en-US" sz="2144" b="1" dirty="0">
                <a:solidFill>
                  <a:srgbClr val="FFFFFF"/>
                </a:solidFill>
                <a:latin typeface="Arial" pitchFamily="34" charset="0"/>
                <a:ea typeface="Arial" pitchFamily="34" charset="-122"/>
                <a:cs typeface="Arial" pitchFamily="34" charset="-120"/>
              </a:rPr>
              <a:t>The wrong sensor was ranked first</a:t>
            </a:r>
            <a:endParaRPr lang="en-US" sz="2144" dirty="0"/>
          </a:p>
        </p:txBody>
      </p:sp>
      <p:sp>
        <p:nvSpPr>
          <p:cNvPr id="24" name="Shape 22"/>
          <p:cNvSpPr/>
          <p:nvPr/>
        </p:nvSpPr>
        <p:spPr>
          <a:xfrm>
            <a:off x="754221" y="8368919"/>
            <a:ext cx="13571220" cy="1281726"/>
          </a:xfrm>
          <a:prstGeom prst="roundRect">
            <a:avLst>
              <a:gd name="adj" fmla="val 7059"/>
            </a:avLst>
          </a:prstGeom>
          <a:solidFill>
            <a:srgbClr val="F2F2F2"/>
          </a:solidFill>
          <a:ln w="12700">
            <a:solidFill>
              <a:srgbClr val="F2F2F2"/>
            </a:solidFill>
            <a:prstDash val="solid"/>
          </a:ln>
        </p:spPr>
        <p:txBody>
          <a:bodyPr/>
          <a:lstStyle/>
          <a:p>
            <a:endParaRPr lang="en-AU"/>
          </a:p>
        </p:txBody>
      </p:sp>
      <p:sp>
        <p:nvSpPr>
          <p:cNvPr id="25" name="Text 23"/>
          <p:cNvSpPr txBox="1"/>
          <p:nvPr/>
        </p:nvSpPr>
        <p:spPr>
          <a:xfrm>
            <a:off x="1131200" y="8368919"/>
            <a:ext cx="12817263" cy="1281726"/>
          </a:xfrm>
          <a:prstGeom prst="rect">
            <a:avLst/>
          </a:prstGeom>
          <a:noFill/>
          <a:ln/>
        </p:spPr>
        <p:txBody>
          <a:bodyPr wrap="square" lIns="0" tIns="0" rIns="0" bIns="0" rtlCol="0" anchor="ctr"/>
          <a:lstStyle/>
          <a:p>
            <a:r>
              <a:rPr lang="en-US" sz="2309" b="1" dirty="0">
                <a:solidFill>
                  <a:srgbClr val="E31837"/>
                </a:solidFill>
                <a:latin typeface="Arial" pitchFamily="34" charset="0"/>
                <a:ea typeface="Arial" pitchFamily="34" charset="-122"/>
                <a:cs typeface="Arial" pitchFamily="34" charset="-120"/>
              </a:rPr>
              <a:t>Take-away: on these 8 events, a preprocessing choice changed which sensor ranked first, so it must be fixed in advance.</a:t>
            </a:r>
            <a:endParaRPr lang="en-US" sz="2309" dirty="0"/>
          </a:p>
        </p:txBody>
      </p:sp>
      <p:sp>
        <p:nvSpPr>
          <p:cNvPr id="26" name="Text 24"/>
          <p:cNvSpPr txBox="1"/>
          <p:nvPr/>
        </p:nvSpPr>
        <p:spPr>
          <a:xfrm>
            <a:off x="754221" y="9692640"/>
            <a:ext cx="13571220" cy="548640"/>
          </a:xfrm>
          <a:prstGeom prst="rect">
            <a:avLst/>
          </a:prstGeom>
          <a:noFill/>
          <a:ln/>
        </p:spPr>
        <p:txBody>
          <a:bodyPr wrap="square" lIns="0" tIns="0" rIns="0" bIns="0" rtlCol="0" anchor="ctr"/>
          <a:lstStyle/>
          <a:p>
            <a:r>
              <a:rPr lang="en-US" sz="1300" i="1" dirty="0">
                <a:solidFill>
                  <a:srgbClr val="595959"/>
                </a:solidFill>
                <a:latin typeface="Arial" pitchFamily="34" charset="0"/>
                <a:ea typeface="Arial" pitchFamily="34" charset="-122"/>
                <a:cs typeface="Arial" pitchFamily="34" charset="-120"/>
              </a:rPr>
              <a:t>Sensitivity check after diagnosing 8 constant training sensors (e.g. D29): floors 10⁻³, 10⁻² and 10⁻¹ all give 8/8. Preliminary: to be validated on new, independent events.</a:t>
            </a:r>
            <a:endParaRPr lang="en-US" sz="1649" dirty="0"/>
          </a:p>
        </p:txBody>
      </p:sp>
      <p:sp>
        <p:nvSpPr>
          <p:cNvPr id="27" name="Slide Number"/>
          <p:cNvSpPr txBox="1"/>
          <p:nvPr/>
        </p:nvSpPr>
        <p:spPr>
          <a:xfrm>
            <a:off x="13487400" y="10656582"/>
            <a:ext cx="731520" cy="253023"/>
          </a:xfrm>
          <a:prstGeom prst="rect">
            <a:avLst/>
          </a:prstGeom>
          <a:noFill/>
        </p:spPr>
        <p:txBody>
          <a:bodyPr wrap="none" lIns="0" tIns="0" rIns="0" bIns="0">
            <a:spAutoFit/>
          </a:bodyPr>
          <a:lstStyle/>
          <a:p>
            <a:pPr algn="r"/>
            <a:fld id="{DCA329B4-C3D8-4932-B98A-A680A5087FEC}" type="slidenum">
              <a:rPr lang="en-AU" sz="1200">
                <a:solidFill>
                  <a:srgbClr val="595959"/>
                </a:solidFill>
              </a:rPr>
              <a:t>14</a:t>
            </a:fld>
            <a:endParaRPr lang="en-AU" sz="1200">
              <a:solidFill>
                <a:srgbClr val="59595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017520" y="603504"/>
            <a:ext cx="11247120" cy="914400"/>
          </a:xfrm>
          <a:prstGeom prst="rect">
            <a:avLst/>
          </a:prstGeom>
          <a:noFill/>
          <a:ln/>
        </p:spPr>
        <p:txBody>
          <a:bodyPr wrap="square" lIns="0" tIns="0" rIns="0" bIns="0" rtlCol="0" anchor="ctr"/>
          <a:lstStyle/>
          <a:p>
            <a:r>
              <a:rPr lang="en-US" sz="3200" b="1" dirty="0">
                <a:solidFill>
                  <a:srgbClr val="59595C"/>
                </a:solidFill>
                <a:ea typeface="Arial" pitchFamily="34" charset="-122"/>
                <a:cs typeface="Arial" pitchFamily="34" charset="-120"/>
              </a:rPr>
              <a:t>Initial Findings</a:t>
            </a:r>
            <a:endParaRPr lang="en-US" sz="5277" dirty="0"/>
          </a:p>
        </p:txBody>
      </p:sp>
      <p:sp>
        <p:nvSpPr>
          <p:cNvPr id="3" name="Text 1"/>
          <p:cNvSpPr txBox="1"/>
          <p:nvPr/>
        </p:nvSpPr>
        <p:spPr>
          <a:xfrm>
            <a:off x="3017520" y="1554480"/>
            <a:ext cx="11338560" cy="365760"/>
          </a:xfrm>
          <a:prstGeom prst="rect">
            <a:avLst/>
          </a:prstGeom>
          <a:noFill/>
          <a:ln/>
        </p:spPr>
        <p:txBody>
          <a:bodyPr wrap="square" lIns="0" tIns="0" rIns="0" bIns="0" rtlCol="0" anchor="ctr"/>
          <a:lstStyle/>
          <a:p>
            <a:r>
              <a:rPr lang="en-US" sz="1800" dirty="0">
                <a:solidFill>
                  <a:srgbClr val="595959"/>
                </a:solidFill>
                <a:ea typeface="Arial" pitchFamily="34" charset="-122"/>
                <a:cs typeface="Arial" pitchFamily="34" charset="-120"/>
              </a:rPr>
              <a:t>Test 3: can I run a causal method correctly? (AERCA)</a:t>
            </a:r>
            <a:endParaRPr lang="en-US" sz="2474" dirty="0"/>
          </a:p>
        </p:txBody>
      </p:sp>
      <p:sp>
        <p:nvSpPr>
          <p:cNvPr id="4" name="Shape 2"/>
          <p:cNvSpPr/>
          <p:nvPr/>
        </p:nvSpPr>
        <p:spPr>
          <a:xfrm>
            <a:off x="3017520" y="1984248"/>
            <a:ext cx="822960" cy="54864"/>
          </a:xfrm>
          <a:prstGeom prst="rect">
            <a:avLst/>
          </a:prstGeom>
          <a:solidFill>
            <a:srgbClr val="E31837"/>
          </a:solidFill>
          <a:ln w="12700">
            <a:solidFill>
              <a:srgbClr val="E31837"/>
            </a:solidFill>
            <a:prstDash val="solid"/>
          </a:ln>
        </p:spPr>
        <p:txBody>
          <a:bodyPr/>
          <a:lstStyle/>
          <a:p>
            <a:endParaRPr lang="en-AU"/>
          </a:p>
        </p:txBody>
      </p:sp>
      <p:sp>
        <p:nvSpPr>
          <p:cNvPr id="5" name="Shape 3"/>
          <p:cNvSpPr/>
          <p:nvPr/>
        </p:nvSpPr>
        <p:spPr>
          <a:xfrm>
            <a:off x="754221" y="2412662"/>
            <a:ext cx="6333236" cy="7162588"/>
          </a:xfrm>
          <a:prstGeom prst="roundRect">
            <a:avLst>
              <a:gd name="adj" fmla="val 1905"/>
            </a:avLst>
          </a:prstGeom>
          <a:solidFill>
            <a:srgbClr val="F2F2F2"/>
          </a:solidFill>
          <a:ln w="12700">
            <a:solidFill>
              <a:srgbClr val="F2F2F2"/>
            </a:solidFill>
            <a:prstDash val="solid"/>
          </a:ln>
          <a:effectLst>
            <a:outerShdw blurRad="50800" dist="12700" dir="5400000" algn="bl" rotWithShape="0">
              <a:srgbClr val="000000">
                <a:alpha val="10000"/>
              </a:srgbClr>
            </a:outerShdw>
          </a:effectLst>
        </p:spPr>
        <p:txBody>
          <a:bodyPr/>
          <a:lstStyle/>
          <a:p>
            <a:endParaRPr lang="en-AU"/>
          </a:p>
        </p:txBody>
      </p:sp>
      <p:sp>
        <p:nvSpPr>
          <p:cNvPr id="6" name="Text 4"/>
          <p:cNvSpPr txBox="1"/>
          <p:nvPr/>
        </p:nvSpPr>
        <p:spPr>
          <a:xfrm>
            <a:off x="1206595" y="2714244"/>
            <a:ext cx="5428488" cy="452374"/>
          </a:xfrm>
          <a:prstGeom prst="rect">
            <a:avLst/>
          </a:prstGeom>
          <a:noFill/>
          <a:ln/>
        </p:spPr>
        <p:txBody>
          <a:bodyPr wrap="square" lIns="0" tIns="0" rIns="0" bIns="0" rtlCol="0" anchor="ctr"/>
          <a:lstStyle/>
          <a:p>
            <a:r>
              <a:rPr lang="en-US" sz="1814" b="1" spc="330" dirty="0">
                <a:solidFill>
                  <a:srgbClr val="1F8A96"/>
                </a:solidFill>
                <a:latin typeface="Arial" pitchFamily="34" charset="0"/>
                <a:ea typeface="Arial" pitchFamily="34" charset="-122"/>
                <a:cs typeface="Arial" pitchFamily="34" charset="-120"/>
              </a:rPr>
              <a:t>AERCA'S OWN TEST SYSTEM</a:t>
            </a:r>
            <a:endParaRPr lang="en-US" sz="1814" dirty="0"/>
          </a:p>
        </p:txBody>
      </p:sp>
      <p:sp>
        <p:nvSpPr>
          <p:cNvPr id="7" name="Text 5"/>
          <p:cNvSpPr txBox="1"/>
          <p:nvPr/>
        </p:nvSpPr>
        <p:spPr>
          <a:xfrm>
            <a:off x="1206595" y="3166618"/>
            <a:ext cx="5428488" cy="452374"/>
          </a:xfrm>
          <a:prstGeom prst="rect">
            <a:avLst/>
          </a:prstGeom>
          <a:noFill/>
          <a:ln/>
        </p:spPr>
        <p:txBody>
          <a:bodyPr wrap="square" lIns="0" tIns="0" rIns="0" bIns="0" rtlCol="0" anchor="ctr"/>
          <a:lstStyle/>
          <a:p>
            <a:r>
              <a:rPr lang="en-US" sz="1979" dirty="0">
                <a:solidFill>
                  <a:srgbClr val="595959"/>
                </a:solidFill>
                <a:latin typeface="Arial" pitchFamily="34" charset="0"/>
                <a:ea typeface="Arial" pitchFamily="34" charset="-122"/>
                <a:cs typeface="Arial" pitchFamily="34" charset="-120"/>
              </a:rPr>
              <a:t>Arrows show which variable affects which.</a:t>
            </a:r>
            <a:endParaRPr lang="en-US" sz="1979" dirty="0"/>
          </a:p>
        </p:txBody>
      </p:sp>
      <p:sp>
        <p:nvSpPr>
          <p:cNvPr id="8" name="Shape 6"/>
          <p:cNvSpPr/>
          <p:nvPr/>
        </p:nvSpPr>
        <p:spPr>
          <a:xfrm>
            <a:off x="2367688" y="6137207"/>
            <a:ext cx="557928" cy="1507"/>
          </a:xfrm>
          <a:prstGeom prst="line">
            <a:avLst/>
          </a:prstGeom>
          <a:noFill/>
          <a:ln w="19050">
            <a:solidFill>
              <a:srgbClr val="595959"/>
            </a:solidFill>
            <a:prstDash val="solid"/>
            <a:tailEnd type="triangle"/>
          </a:ln>
        </p:spPr>
        <p:txBody>
          <a:bodyPr/>
          <a:lstStyle/>
          <a:p>
            <a:endParaRPr lang="en-AU"/>
          </a:p>
        </p:txBody>
      </p:sp>
      <p:sp>
        <p:nvSpPr>
          <p:cNvPr id="9" name="Shape 7"/>
          <p:cNvSpPr/>
          <p:nvPr/>
        </p:nvSpPr>
        <p:spPr>
          <a:xfrm flipV="1">
            <a:off x="3898052" y="5079220"/>
            <a:ext cx="825612" cy="713028"/>
          </a:xfrm>
          <a:prstGeom prst="line">
            <a:avLst/>
          </a:prstGeom>
          <a:noFill/>
          <a:ln w="19050">
            <a:solidFill>
              <a:srgbClr val="595959"/>
            </a:solidFill>
            <a:prstDash val="solid"/>
            <a:tailEnd type="triangle"/>
          </a:ln>
        </p:spPr>
        <p:txBody>
          <a:bodyPr/>
          <a:lstStyle/>
          <a:p>
            <a:endParaRPr lang="en-AU"/>
          </a:p>
        </p:txBody>
      </p:sp>
      <p:sp>
        <p:nvSpPr>
          <p:cNvPr id="10" name="Shape 8"/>
          <p:cNvSpPr/>
          <p:nvPr/>
        </p:nvSpPr>
        <p:spPr>
          <a:xfrm>
            <a:off x="3898052" y="6482170"/>
            <a:ext cx="825612" cy="713028"/>
          </a:xfrm>
          <a:prstGeom prst="line">
            <a:avLst/>
          </a:prstGeom>
          <a:noFill/>
          <a:ln w="19050">
            <a:solidFill>
              <a:srgbClr val="595959"/>
            </a:solidFill>
            <a:prstDash val="solid"/>
            <a:tailEnd type="triangle"/>
          </a:ln>
        </p:spPr>
        <p:txBody>
          <a:bodyPr/>
          <a:lstStyle/>
          <a:p>
            <a:endParaRPr lang="en-AU"/>
          </a:p>
        </p:txBody>
      </p:sp>
      <p:sp>
        <p:nvSpPr>
          <p:cNvPr id="11" name="Shape 9"/>
          <p:cNvSpPr/>
          <p:nvPr/>
        </p:nvSpPr>
        <p:spPr>
          <a:xfrm>
            <a:off x="5157328" y="5232459"/>
            <a:ext cx="1507" cy="1764259"/>
          </a:xfrm>
          <a:prstGeom prst="line">
            <a:avLst/>
          </a:prstGeom>
          <a:noFill/>
          <a:ln w="19050">
            <a:solidFill>
              <a:srgbClr val="595959"/>
            </a:solidFill>
            <a:prstDash val="solid"/>
            <a:tailEnd type="triangle"/>
          </a:ln>
        </p:spPr>
        <p:txBody>
          <a:bodyPr/>
          <a:lstStyle/>
          <a:p>
            <a:endParaRPr lang="en-AU"/>
          </a:p>
        </p:txBody>
      </p:sp>
      <p:sp>
        <p:nvSpPr>
          <p:cNvPr id="12" name="Shape 10"/>
          <p:cNvSpPr/>
          <p:nvPr/>
        </p:nvSpPr>
        <p:spPr>
          <a:xfrm>
            <a:off x="1357386" y="5654675"/>
            <a:ext cx="965065" cy="965065"/>
          </a:xfrm>
          <a:prstGeom prst="ellipse">
            <a:avLst/>
          </a:prstGeom>
          <a:solidFill>
            <a:srgbClr val="3A3A3F"/>
          </a:solidFill>
          <a:ln w="12700">
            <a:solidFill>
              <a:srgbClr val="3A3A3F"/>
            </a:solidFill>
            <a:prstDash val="solid"/>
          </a:ln>
        </p:spPr>
        <p:txBody>
          <a:bodyPr/>
          <a:lstStyle/>
          <a:p>
            <a:endParaRPr lang="en-AU"/>
          </a:p>
        </p:txBody>
      </p:sp>
      <p:sp>
        <p:nvSpPr>
          <p:cNvPr id="13" name="Text 11"/>
          <p:cNvSpPr txBox="1"/>
          <p:nvPr/>
        </p:nvSpPr>
        <p:spPr>
          <a:xfrm>
            <a:off x="1357386" y="5654675"/>
            <a:ext cx="965065" cy="965065"/>
          </a:xfrm>
          <a:prstGeom prst="rect">
            <a:avLst/>
          </a:prstGeom>
          <a:noFill/>
          <a:ln/>
        </p:spPr>
        <p:txBody>
          <a:bodyPr wrap="square" lIns="0" tIns="0" rIns="0" bIns="0" rtlCol="0" anchor="ctr"/>
          <a:lstStyle/>
          <a:p>
            <a:pPr algn="ctr"/>
            <a:r>
              <a:rPr lang="en-US" sz="2144" b="1" dirty="0">
                <a:solidFill>
                  <a:srgbClr val="FFFFFF"/>
                </a:solidFill>
                <a:latin typeface="Arial" pitchFamily="34" charset="0"/>
                <a:ea typeface="Arial" pitchFamily="34" charset="-122"/>
                <a:cs typeface="Arial" pitchFamily="34" charset="-120"/>
              </a:rPr>
              <a:t>X1</a:t>
            </a:r>
            <a:endParaRPr lang="en-US" sz="2144" dirty="0"/>
          </a:p>
        </p:txBody>
      </p:sp>
      <p:sp>
        <p:nvSpPr>
          <p:cNvPr id="14" name="Shape 12"/>
          <p:cNvSpPr/>
          <p:nvPr/>
        </p:nvSpPr>
        <p:spPr>
          <a:xfrm>
            <a:off x="3016091" y="5654675"/>
            <a:ext cx="965065" cy="965065"/>
          </a:xfrm>
          <a:prstGeom prst="ellipse">
            <a:avLst/>
          </a:prstGeom>
          <a:solidFill>
            <a:srgbClr val="3A3A3F"/>
          </a:solidFill>
          <a:ln w="12700">
            <a:solidFill>
              <a:srgbClr val="3A3A3F"/>
            </a:solidFill>
            <a:prstDash val="solid"/>
          </a:ln>
        </p:spPr>
        <p:txBody>
          <a:bodyPr/>
          <a:lstStyle/>
          <a:p>
            <a:endParaRPr lang="en-AU"/>
          </a:p>
        </p:txBody>
      </p:sp>
      <p:sp>
        <p:nvSpPr>
          <p:cNvPr id="15" name="Text 13"/>
          <p:cNvSpPr txBox="1"/>
          <p:nvPr/>
        </p:nvSpPr>
        <p:spPr>
          <a:xfrm>
            <a:off x="3016091" y="5654675"/>
            <a:ext cx="965065" cy="965065"/>
          </a:xfrm>
          <a:prstGeom prst="rect">
            <a:avLst/>
          </a:prstGeom>
          <a:noFill/>
          <a:ln/>
        </p:spPr>
        <p:txBody>
          <a:bodyPr wrap="square" lIns="0" tIns="0" rIns="0" bIns="0" rtlCol="0" anchor="ctr"/>
          <a:lstStyle/>
          <a:p>
            <a:pPr algn="ctr"/>
            <a:r>
              <a:rPr lang="en-US" sz="2144" b="1" dirty="0">
                <a:solidFill>
                  <a:srgbClr val="FFFFFF"/>
                </a:solidFill>
                <a:latin typeface="Arial" pitchFamily="34" charset="0"/>
                <a:ea typeface="Arial" pitchFamily="34" charset="-122"/>
                <a:cs typeface="Arial" pitchFamily="34" charset="-120"/>
              </a:rPr>
              <a:t>X2</a:t>
            </a:r>
            <a:endParaRPr lang="en-US" sz="2144" dirty="0"/>
          </a:p>
        </p:txBody>
      </p:sp>
      <p:sp>
        <p:nvSpPr>
          <p:cNvPr id="16" name="Shape 14"/>
          <p:cNvSpPr/>
          <p:nvPr/>
        </p:nvSpPr>
        <p:spPr>
          <a:xfrm>
            <a:off x="4674795" y="4222157"/>
            <a:ext cx="965065" cy="965065"/>
          </a:xfrm>
          <a:prstGeom prst="ellipse">
            <a:avLst/>
          </a:prstGeom>
          <a:solidFill>
            <a:srgbClr val="3A3A3F"/>
          </a:solidFill>
          <a:ln w="12700">
            <a:solidFill>
              <a:srgbClr val="3A3A3F"/>
            </a:solidFill>
            <a:prstDash val="solid"/>
          </a:ln>
        </p:spPr>
        <p:txBody>
          <a:bodyPr/>
          <a:lstStyle/>
          <a:p>
            <a:endParaRPr lang="en-AU"/>
          </a:p>
        </p:txBody>
      </p:sp>
      <p:sp>
        <p:nvSpPr>
          <p:cNvPr id="17" name="Text 15"/>
          <p:cNvSpPr txBox="1"/>
          <p:nvPr/>
        </p:nvSpPr>
        <p:spPr>
          <a:xfrm>
            <a:off x="4674795" y="4222157"/>
            <a:ext cx="965065" cy="965065"/>
          </a:xfrm>
          <a:prstGeom prst="rect">
            <a:avLst/>
          </a:prstGeom>
          <a:noFill/>
          <a:ln/>
        </p:spPr>
        <p:txBody>
          <a:bodyPr wrap="square" lIns="0" tIns="0" rIns="0" bIns="0" rtlCol="0" anchor="ctr"/>
          <a:lstStyle/>
          <a:p>
            <a:pPr algn="ctr"/>
            <a:r>
              <a:rPr lang="en-US" sz="2144" b="1" dirty="0">
                <a:solidFill>
                  <a:srgbClr val="FFFFFF"/>
                </a:solidFill>
                <a:latin typeface="Arial" pitchFamily="34" charset="0"/>
                <a:ea typeface="Arial" pitchFamily="34" charset="-122"/>
                <a:cs typeface="Arial" pitchFamily="34" charset="-120"/>
              </a:rPr>
              <a:t>X3</a:t>
            </a:r>
            <a:endParaRPr lang="en-US" sz="2144" dirty="0"/>
          </a:p>
        </p:txBody>
      </p:sp>
      <p:sp>
        <p:nvSpPr>
          <p:cNvPr id="18" name="Shape 16"/>
          <p:cNvSpPr/>
          <p:nvPr/>
        </p:nvSpPr>
        <p:spPr>
          <a:xfrm>
            <a:off x="4674795" y="7087192"/>
            <a:ext cx="965065" cy="965065"/>
          </a:xfrm>
          <a:prstGeom prst="ellipse">
            <a:avLst/>
          </a:prstGeom>
          <a:solidFill>
            <a:srgbClr val="3A3A3F"/>
          </a:solidFill>
          <a:ln w="12700">
            <a:solidFill>
              <a:srgbClr val="3A3A3F"/>
            </a:solidFill>
            <a:prstDash val="solid"/>
          </a:ln>
        </p:spPr>
        <p:txBody>
          <a:bodyPr/>
          <a:lstStyle/>
          <a:p>
            <a:endParaRPr lang="en-AU"/>
          </a:p>
        </p:txBody>
      </p:sp>
      <p:sp>
        <p:nvSpPr>
          <p:cNvPr id="19" name="Text 17"/>
          <p:cNvSpPr txBox="1"/>
          <p:nvPr/>
        </p:nvSpPr>
        <p:spPr>
          <a:xfrm>
            <a:off x="4674795" y="7087192"/>
            <a:ext cx="965065" cy="965065"/>
          </a:xfrm>
          <a:prstGeom prst="rect">
            <a:avLst/>
          </a:prstGeom>
          <a:noFill/>
          <a:ln/>
        </p:spPr>
        <p:txBody>
          <a:bodyPr wrap="square" lIns="0" tIns="0" rIns="0" bIns="0" rtlCol="0" anchor="ctr"/>
          <a:lstStyle/>
          <a:p>
            <a:pPr algn="ctr"/>
            <a:r>
              <a:rPr lang="en-US" sz="2144" b="1" dirty="0">
                <a:solidFill>
                  <a:srgbClr val="FFFFFF"/>
                </a:solidFill>
                <a:latin typeface="Arial" pitchFamily="34" charset="0"/>
                <a:ea typeface="Arial" pitchFamily="34" charset="-122"/>
                <a:cs typeface="Arial" pitchFamily="34" charset="-120"/>
              </a:rPr>
              <a:t>X4</a:t>
            </a:r>
            <a:endParaRPr lang="en-US" sz="2144" dirty="0"/>
          </a:p>
        </p:txBody>
      </p:sp>
      <p:sp>
        <p:nvSpPr>
          <p:cNvPr id="20" name="Text 18"/>
          <p:cNvSpPr txBox="1"/>
          <p:nvPr/>
        </p:nvSpPr>
        <p:spPr>
          <a:xfrm>
            <a:off x="1206595" y="8444315"/>
            <a:ext cx="5428488" cy="753957"/>
          </a:xfrm>
          <a:prstGeom prst="rect">
            <a:avLst/>
          </a:prstGeom>
          <a:noFill/>
          <a:ln/>
        </p:spPr>
        <p:txBody>
          <a:bodyPr wrap="square" lIns="0" tIns="0" rIns="0" bIns="0" rtlCol="0" anchor="ctr"/>
          <a:lstStyle/>
          <a:p>
            <a:r>
              <a:rPr lang="en-US" sz="1979" i="1" dirty="0">
                <a:solidFill>
                  <a:srgbClr val="595959"/>
                </a:solidFill>
                <a:latin typeface="Arial" pitchFamily="34" charset="0"/>
                <a:ea typeface="Arial" pitchFamily="34" charset="-122"/>
                <a:cs typeface="Arial" pitchFamily="34" charset="-120"/>
              </a:rPr>
              <a:t>Each test case has 1–4 injected sources (82 of 300 have exactly one).</a:t>
            </a:r>
            <a:endParaRPr lang="en-US" sz="1979" dirty="0"/>
          </a:p>
        </p:txBody>
      </p:sp>
      <p:sp>
        <p:nvSpPr>
          <p:cNvPr id="21" name="Shape 19"/>
          <p:cNvSpPr/>
          <p:nvPr/>
        </p:nvSpPr>
        <p:spPr>
          <a:xfrm>
            <a:off x="7464435" y="2412662"/>
            <a:ext cx="6861006" cy="2638848"/>
          </a:xfrm>
          <a:prstGeom prst="roundRect">
            <a:avLst>
              <a:gd name="adj" fmla="val 4571"/>
            </a:avLst>
          </a:prstGeom>
          <a:solidFill>
            <a:srgbClr val="E31837"/>
          </a:solidFill>
          <a:ln w="12700">
            <a:solidFill>
              <a:srgbClr val="E31837"/>
            </a:solidFill>
            <a:prstDash val="solid"/>
          </a:ln>
        </p:spPr>
        <p:txBody>
          <a:bodyPr/>
          <a:lstStyle/>
          <a:p>
            <a:endParaRPr lang="en-AU"/>
          </a:p>
        </p:txBody>
      </p:sp>
      <p:sp>
        <p:nvSpPr>
          <p:cNvPr id="22" name="Text 20"/>
          <p:cNvSpPr txBox="1"/>
          <p:nvPr/>
        </p:nvSpPr>
        <p:spPr>
          <a:xfrm>
            <a:off x="7916810" y="2638848"/>
            <a:ext cx="6031653" cy="452374"/>
          </a:xfrm>
          <a:prstGeom prst="rect">
            <a:avLst/>
          </a:prstGeom>
          <a:noFill/>
          <a:ln/>
        </p:spPr>
        <p:txBody>
          <a:bodyPr wrap="square" lIns="0" tIns="0" rIns="0" bIns="0" rtlCol="0" anchor="ctr"/>
          <a:lstStyle/>
          <a:p>
            <a:r>
              <a:rPr lang="en-US" sz="1814" b="1" spc="330" dirty="0">
                <a:solidFill>
                  <a:srgbClr val="FFFFFF"/>
                </a:solidFill>
                <a:latin typeface="Arial" pitchFamily="34" charset="0"/>
                <a:ea typeface="Arial" pitchFamily="34" charset="-122"/>
                <a:cs typeface="Arial" pitchFamily="34" charset="-120"/>
              </a:rPr>
              <a:t>IMPLEMENTATION CHECK</a:t>
            </a:r>
            <a:endParaRPr lang="en-US" sz="1814" dirty="0"/>
          </a:p>
        </p:txBody>
      </p:sp>
      <p:sp>
        <p:nvSpPr>
          <p:cNvPr id="23" name="Text 21"/>
          <p:cNvSpPr txBox="1"/>
          <p:nvPr/>
        </p:nvSpPr>
        <p:spPr>
          <a:xfrm>
            <a:off x="7916810" y="3166618"/>
            <a:ext cx="6031653" cy="980144"/>
          </a:xfrm>
          <a:prstGeom prst="rect">
            <a:avLst/>
          </a:prstGeom>
          <a:noFill/>
          <a:ln/>
        </p:spPr>
        <p:txBody>
          <a:bodyPr wrap="square" lIns="0" tIns="0" rIns="0" bIns="0" rtlCol="0" anchor="ctr"/>
          <a:lstStyle/>
          <a:p>
            <a:r>
              <a:rPr lang="en-US" sz="5607" b="1" dirty="0">
                <a:solidFill>
                  <a:srgbClr val="FFFFFF"/>
                </a:solidFill>
                <a:latin typeface="Arial" pitchFamily="34" charset="0"/>
                <a:ea typeface="Arial" pitchFamily="34" charset="-122"/>
                <a:cs typeface="Arial" pitchFamily="34" charset="-120"/>
              </a:rPr>
              <a:t>300 / 300 correct</a:t>
            </a:r>
            <a:endParaRPr lang="en-US" sz="5607" dirty="0"/>
          </a:p>
        </p:txBody>
      </p:sp>
      <p:sp>
        <p:nvSpPr>
          <p:cNvPr id="24" name="Text 22"/>
          <p:cNvSpPr txBox="1"/>
          <p:nvPr/>
        </p:nvSpPr>
        <p:spPr>
          <a:xfrm>
            <a:off x="7916810" y="4222157"/>
            <a:ext cx="6031653" cy="678561"/>
          </a:xfrm>
          <a:prstGeom prst="rect">
            <a:avLst/>
          </a:prstGeom>
          <a:noFill/>
          <a:ln/>
        </p:spPr>
        <p:txBody>
          <a:bodyPr wrap="square" lIns="0" tIns="0" rIns="0" bIns="0" rtlCol="0" anchor="ctr"/>
          <a:lstStyle/>
          <a:p>
            <a:r>
              <a:rPr lang="en-US" sz="1979" dirty="0">
                <a:solidFill>
                  <a:srgbClr val="FFFFFF"/>
                </a:solidFill>
                <a:latin typeface="Arial" pitchFamily="34" charset="0"/>
                <a:ea typeface="Arial" pitchFamily="34" charset="-122"/>
                <a:cs typeface="Arial" pitchFamily="34" charset="-120"/>
              </a:rPr>
              <a:t>A true source ranked first in every test case (3 runs × 100 cases)</a:t>
            </a:r>
            <a:endParaRPr lang="en-US" sz="1979" dirty="0"/>
          </a:p>
        </p:txBody>
      </p:sp>
      <p:sp>
        <p:nvSpPr>
          <p:cNvPr id="25" name="Shape 23"/>
          <p:cNvSpPr/>
          <p:nvPr/>
        </p:nvSpPr>
        <p:spPr>
          <a:xfrm>
            <a:off x="7464435" y="5353093"/>
            <a:ext cx="6861006" cy="1960287"/>
          </a:xfrm>
          <a:prstGeom prst="roundRect">
            <a:avLst>
              <a:gd name="adj" fmla="val 6154"/>
            </a:avLst>
          </a:prstGeom>
          <a:solidFill>
            <a:srgbClr val="3A3A3F"/>
          </a:solidFill>
          <a:ln w="12700">
            <a:solidFill>
              <a:srgbClr val="3A3A3F"/>
            </a:solidFill>
            <a:prstDash val="solid"/>
          </a:ln>
        </p:spPr>
        <p:txBody>
          <a:bodyPr/>
          <a:lstStyle/>
          <a:p>
            <a:endParaRPr lang="en-AU"/>
          </a:p>
        </p:txBody>
      </p:sp>
      <p:sp>
        <p:nvSpPr>
          <p:cNvPr id="26" name="Text 24"/>
          <p:cNvSpPr txBox="1"/>
          <p:nvPr/>
        </p:nvSpPr>
        <p:spPr>
          <a:xfrm>
            <a:off x="7916810" y="5579279"/>
            <a:ext cx="6031653" cy="452374"/>
          </a:xfrm>
          <a:prstGeom prst="rect">
            <a:avLst/>
          </a:prstGeom>
          <a:noFill/>
          <a:ln/>
        </p:spPr>
        <p:txBody>
          <a:bodyPr wrap="square" lIns="0" tIns="0" rIns="0" bIns="0" rtlCol="0" anchor="ctr"/>
          <a:lstStyle/>
          <a:p>
            <a:r>
              <a:rPr lang="en-US" sz="1814" b="1" spc="330" dirty="0">
                <a:solidFill>
                  <a:srgbClr val="4FB3BF"/>
                </a:solidFill>
                <a:latin typeface="Arial" pitchFamily="34" charset="0"/>
                <a:ea typeface="Arial" pitchFamily="34" charset="-122"/>
                <a:cs typeface="Arial" pitchFamily="34" charset="-120"/>
              </a:rPr>
              <a:t>WHAT IT SHOWS</a:t>
            </a:r>
            <a:endParaRPr lang="en-US" sz="1814" dirty="0"/>
          </a:p>
        </p:txBody>
      </p:sp>
      <p:sp>
        <p:nvSpPr>
          <p:cNvPr id="27" name="Text 25"/>
          <p:cNvSpPr txBox="1"/>
          <p:nvPr/>
        </p:nvSpPr>
        <p:spPr>
          <a:xfrm>
            <a:off x="7916810" y="6031653"/>
            <a:ext cx="6031653" cy="1130935"/>
          </a:xfrm>
          <a:prstGeom prst="rect">
            <a:avLst/>
          </a:prstGeom>
          <a:noFill/>
          <a:ln/>
        </p:spPr>
        <p:txBody>
          <a:bodyPr wrap="square" lIns="0" tIns="0" rIns="0" bIns="0" rtlCol="0" anchor="t"/>
          <a:lstStyle/>
          <a:p>
            <a:r>
              <a:rPr lang="en-US" sz="2309" b="1" dirty="0">
                <a:solidFill>
                  <a:srgbClr val="FFFFFF"/>
                </a:solidFill>
                <a:latin typeface="Arial" pitchFamily="34" charset="0"/>
                <a:ea typeface="Arial" pitchFamily="34" charset="-122"/>
                <a:cs typeface="Arial" pitchFamily="34" charset="-120"/>
              </a:rPr>
              <a:t>The official AERCA code runs correctly in my setup, from training to results.</a:t>
            </a:r>
            <a:endParaRPr lang="en-US" sz="2309" dirty="0"/>
          </a:p>
        </p:txBody>
      </p:sp>
      <p:sp>
        <p:nvSpPr>
          <p:cNvPr id="28" name="Shape 26"/>
          <p:cNvSpPr/>
          <p:nvPr/>
        </p:nvSpPr>
        <p:spPr>
          <a:xfrm>
            <a:off x="7464435" y="7614963"/>
            <a:ext cx="6861006" cy="1960287"/>
          </a:xfrm>
          <a:prstGeom prst="roundRect">
            <a:avLst>
              <a:gd name="adj" fmla="val 6154"/>
            </a:avLst>
          </a:prstGeom>
          <a:solidFill>
            <a:srgbClr val="F2F2F2"/>
          </a:solidFill>
          <a:ln w="12700">
            <a:solidFill>
              <a:srgbClr val="F2F2F2"/>
            </a:solidFill>
            <a:prstDash val="solid"/>
          </a:ln>
        </p:spPr>
        <p:txBody>
          <a:bodyPr/>
          <a:lstStyle/>
          <a:p>
            <a:endParaRPr lang="en-AU"/>
          </a:p>
        </p:txBody>
      </p:sp>
      <p:sp>
        <p:nvSpPr>
          <p:cNvPr id="29" name="Text 27"/>
          <p:cNvSpPr txBox="1"/>
          <p:nvPr/>
        </p:nvSpPr>
        <p:spPr>
          <a:xfrm>
            <a:off x="7916810" y="7841149"/>
            <a:ext cx="6031653" cy="452374"/>
          </a:xfrm>
          <a:prstGeom prst="rect">
            <a:avLst/>
          </a:prstGeom>
          <a:noFill/>
          <a:ln/>
        </p:spPr>
        <p:txBody>
          <a:bodyPr wrap="square" lIns="0" tIns="0" rIns="0" bIns="0" rtlCol="0" anchor="ctr"/>
          <a:lstStyle/>
          <a:p>
            <a:r>
              <a:rPr lang="en-US" sz="1814" b="1" spc="330" dirty="0">
                <a:solidFill>
                  <a:srgbClr val="1F8A96"/>
                </a:solidFill>
                <a:latin typeface="Arial" pitchFamily="34" charset="0"/>
                <a:ea typeface="Arial" pitchFamily="34" charset="-122"/>
                <a:cs typeface="Arial" pitchFamily="34" charset="-120"/>
              </a:rPr>
              <a:t>WHAT IT DOES NOT SHOW YET</a:t>
            </a:r>
            <a:endParaRPr lang="en-US" sz="1814" dirty="0"/>
          </a:p>
        </p:txBody>
      </p:sp>
      <p:sp>
        <p:nvSpPr>
          <p:cNvPr id="30" name="Text 28"/>
          <p:cNvSpPr txBox="1"/>
          <p:nvPr/>
        </p:nvSpPr>
        <p:spPr>
          <a:xfrm>
            <a:off x="7916810" y="8293523"/>
            <a:ext cx="6031653" cy="1130935"/>
          </a:xfrm>
          <a:prstGeom prst="rect">
            <a:avLst/>
          </a:prstGeom>
          <a:noFill/>
          <a:ln/>
        </p:spPr>
        <p:txBody>
          <a:bodyPr wrap="square" lIns="0" tIns="0" rIns="0" bIns="0" rtlCol="0" anchor="t"/>
          <a:lstStyle/>
          <a:p>
            <a:r>
              <a:rPr lang="en-US" sz="2309" b="1" dirty="0">
                <a:solidFill>
                  <a:srgbClr val="333333"/>
                </a:solidFill>
                <a:latin typeface="Arial" pitchFamily="34" charset="0"/>
                <a:ea typeface="Arial" pitchFamily="34" charset="-122"/>
                <a:cs typeface="Arial" pitchFamily="34" charset="-120"/>
              </a:rPr>
              <a:t>Independent results on my pump system and real data. That is future work.</a:t>
            </a:r>
            <a:endParaRPr lang="en-US" sz="2309" dirty="0"/>
          </a:p>
        </p:txBody>
      </p:sp>
      <p:sp>
        <p:nvSpPr>
          <p:cNvPr id="31" name="Text 29"/>
          <p:cNvSpPr txBox="1"/>
          <p:nvPr/>
        </p:nvSpPr>
        <p:spPr>
          <a:xfrm>
            <a:off x="754221" y="9801437"/>
            <a:ext cx="9047480" cy="376978"/>
          </a:xfrm>
          <a:prstGeom prst="rect">
            <a:avLst/>
          </a:prstGeom>
          <a:noFill/>
          <a:ln/>
        </p:spPr>
        <p:txBody>
          <a:bodyPr wrap="square" lIns="0" tIns="0" rIns="0" bIns="0" rtlCol="0" anchor="ctr"/>
          <a:lstStyle/>
          <a:p>
            <a:r>
              <a:rPr lang="en-US" sz="1649" i="1" dirty="0">
                <a:solidFill>
                  <a:srgbClr val="595959"/>
                </a:solidFill>
                <a:latin typeface="Arial" pitchFamily="34" charset="0"/>
                <a:ea typeface="Arial" pitchFamily="34" charset="-122"/>
                <a:cs typeface="Arial" pitchFamily="34" charset="-120"/>
              </a:rPr>
              <a:t>Official AERCA code [12] (Han et al., ICLR 2025), run unmodified on its supplied test system.</a:t>
            </a:r>
            <a:endParaRPr lang="en-US" sz="1649" dirty="0"/>
          </a:p>
        </p:txBody>
      </p:sp>
      <p:sp>
        <p:nvSpPr>
          <p:cNvPr id="32" name="Slide Number"/>
          <p:cNvSpPr txBox="1"/>
          <p:nvPr/>
        </p:nvSpPr>
        <p:spPr>
          <a:xfrm>
            <a:off x="13487400" y="10656582"/>
            <a:ext cx="731520" cy="253023"/>
          </a:xfrm>
          <a:prstGeom prst="rect">
            <a:avLst/>
          </a:prstGeom>
          <a:noFill/>
        </p:spPr>
        <p:txBody>
          <a:bodyPr wrap="none" lIns="0" tIns="0" rIns="0" bIns="0">
            <a:spAutoFit/>
          </a:bodyPr>
          <a:lstStyle/>
          <a:p>
            <a:pPr algn="r"/>
            <a:fld id="{DCA329B4-C3D8-4932-B98A-A680A5087FEC}" type="slidenum">
              <a:rPr lang="en-AU" sz="1200">
                <a:solidFill>
                  <a:srgbClr val="595959"/>
                </a:solidFill>
              </a:rPr>
              <a:t>15</a:t>
            </a:fld>
            <a:endParaRPr lang="en-AU" sz="1200">
              <a:solidFill>
                <a:srgbClr val="59595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dirty="0">
                <a:solidFill>
                  <a:srgbClr val="59595C"/>
                </a:solidFill>
              </a:rPr>
              <a:t>Timeline (Gantt Chart)</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900" b="0" i="0">
                <a:solidFill>
                  <a:srgbClr val="59595C"/>
                </a:solidFill>
              </a:rPr>
              <a:t>MR603 established feasibility; MR604 completes the comparative study</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400" b="0" i="1">
                <a:solidFill>
                  <a:srgbClr val="59595C"/>
                </a:solidFill>
              </a:rPr>
              <a:t>Sources: timeline aligned with the MR603 weekly roadmap</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16</a:t>
            </a:fld>
            <a:endParaRPr lang="en-AU"/>
          </a:p>
        </p:txBody>
      </p:sp>
      <p:sp>
        <p:nvSpPr>
          <p:cNvPr id="7" name="Rounded Rectangle 6"/>
          <p:cNvSpPr/>
          <p:nvPr/>
        </p:nvSpPr>
        <p:spPr>
          <a:xfrm>
            <a:off x="758952" y="2286000"/>
            <a:ext cx="13780008" cy="7726679"/>
          </a:xfrm>
          <a:prstGeom prst="roundRect">
            <a:avLst>
              <a:gd name="adj" fmla="val 5000"/>
            </a:avLst>
          </a:prstGeom>
          <a:solidFill>
            <a:srgbClr val="FFFFFF"/>
          </a:solidFill>
          <a:ln w="12700">
            <a:solidFill>
              <a:srgbClr val="E4E4E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image30.png"/>
          <p:cNvPicPr>
            <a:picLocks noChangeAspect="1"/>
          </p:cNvPicPr>
          <p:nvPr/>
        </p:nvPicPr>
        <p:blipFill>
          <a:blip r:embed="rId3"/>
          <a:stretch>
            <a:fillRect/>
          </a:stretch>
        </p:blipFill>
        <p:spPr>
          <a:xfrm>
            <a:off x="1563715" y="2331720"/>
            <a:ext cx="12170482" cy="7269480"/>
          </a:xfrm>
          <a:prstGeom prst="rect">
            <a:avLst/>
          </a:prstGeom>
        </p:spPr>
      </p:pic>
      <p:sp>
        <p:nvSpPr>
          <p:cNvPr id="9" name="Figure caption"/>
          <p:cNvSpPr txBox="1"/>
          <p:nvPr/>
        </p:nvSpPr>
        <p:spPr>
          <a:xfrm>
            <a:off x="758952" y="9601200"/>
            <a:ext cx="13780008" cy="400000"/>
          </a:xfrm>
          <a:prstGeom prst="rect">
            <a:avLst/>
          </a:prstGeom>
          <a:noFill/>
        </p:spPr>
        <p:txBody>
          <a:bodyPr wrap="none">
            <a:spAutoFit/>
          </a:bodyPr>
          <a:lstStyle/>
          <a:p>
            <a:pPr algn="ctr"/>
            <a:r>
              <a:rPr sz="1200" b="1" i="1">
                <a:solidFill>
                  <a:srgbClr val="404040"/>
                </a:solidFill>
                <a:latin typeface="Arial"/>
              </a:rPr>
              <a:t>Figure 2. MR603 trimester Gantt chart, weeks 1-16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a:solidFill>
                  <a:srgbClr val="59595C"/>
                </a:solidFill>
              </a:rPr>
              <a:t>Limitations, Future Work, and Publication Plan</a:t>
            </a:r>
          </a:p>
        </p:txBody>
      </p:sp>
      <p:sp>
        <p:nvSpPr>
          <p:cNvPr id="3" name="TextBox 2"/>
          <p:cNvSpPr txBox="1"/>
          <p:nvPr/>
        </p:nvSpPr>
        <p:spPr>
          <a:xfrm>
            <a:off x="3017520" y="1554480"/>
            <a:ext cx="11338560" cy="365760"/>
          </a:xfrm>
          <a:prstGeom prst="rect">
            <a:avLst/>
          </a:prstGeom>
          <a:noFill/>
        </p:spPr>
        <p:txBody>
          <a:bodyPr wrap="square" lIns="0" tIns="0" rIns="0" bIns="0" anchor="t">
            <a:spAutoFit/>
          </a:bodyPr>
          <a:lstStyle/>
          <a:p>
            <a:pPr algn="l"/>
            <a:r>
              <a:rPr sz="1800" b="0" i="0">
                <a:solidFill>
                  <a:srgbClr val="59595C"/>
                </a:solidFill>
              </a:rPr>
              <a:t>Each limitation maps to a concrete next step; publication depends on the evidence</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8952" y="10104120"/>
            <a:ext cx="12984480" cy="274320"/>
          </a:xfrm>
          <a:prstGeom prst="rect">
            <a:avLst/>
          </a:prstGeom>
          <a:noFill/>
        </p:spPr>
        <p:txBody>
          <a:bodyPr wrap="square" lIns="0" tIns="0" rIns="0" bIns="0" anchor="t">
            <a:spAutoFit/>
          </a:bodyPr>
          <a:lstStyle/>
          <a:p>
            <a:pPr algn="l"/>
            <a:r>
              <a:rPr sz="1300" b="0" i="1">
                <a:solidFill>
                  <a:srgbClr val="59595C"/>
                </a:solidFill>
              </a:rPr>
              <a:t>Sources: limitations and future-work plan; publication plan, Section 10 of the report</a:t>
            </a: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17</a:t>
            </a:fld>
            <a:endParaRPr lang="en-AU"/>
          </a:p>
        </p:txBody>
      </p:sp>
      <p:sp>
        <p:nvSpPr>
          <p:cNvPr id="7" name="TextBox 6"/>
          <p:cNvSpPr txBox="1"/>
          <p:nvPr/>
        </p:nvSpPr>
        <p:spPr>
          <a:xfrm>
            <a:off x="758952" y="2331720"/>
            <a:ext cx="3657600" cy="274320"/>
          </a:xfrm>
          <a:prstGeom prst="rect">
            <a:avLst/>
          </a:prstGeom>
          <a:noFill/>
        </p:spPr>
        <p:txBody>
          <a:bodyPr wrap="square" lIns="0" tIns="0" rIns="0" bIns="0" anchor="t">
            <a:spAutoFit/>
          </a:bodyPr>
          <a:lstStyle/>
          <a:p>
            <a:pPr algn="l"/>
            <a:r>
              <a:rPr sz="1400" b="1" i="0" spc="300">
                <a:solidFill>
                  <a:srgbClr val="59595C"/>
                </a:solidFill>
              </a:rPr>
              <a:t>LIMITATION</a:t>
            </a:r>
          </a:p>
        </p:txBody>
      </p:sp>
      <p:sp>
        <p:nvSpPr>
          <p:cNvPr id="8" name="TextBox 7"/>
          <p:cNvSpPr txBox="1"/>
          <p:nvPr/>
        </p:nvSpPr>
        <p:spPr>
          <a:xfrm>
            <a:off x="5074920" y="2331720"/>
            <a:ext cx="3657600" cy="274320"/>
          </a:xfrm>
          <a:prstGeom prst="rect">
            <a:avLst/>
          </a:prstGeom>
          <a:noFill/>
        </p:spPr>
        <p:txBody>
          <a:bodyPr wrap="square" lIns="0" tIns="0" rIns="0" bIns="0" anchor="t">
            <a:spAutoFit/>
          </a:bodyPr>
          <a:lstStyle/>
          <a:p>
            <a:pPr algn="l"/>
            <a:r>
              <a:rPr sz="1400" b="1" i="0" spc="300">
                <a:solidFill>
                  <a:srgbClr val="59595C"/>
                </a:solidFill>
              </a:rPr>
              <a:t>NEXT STEP</a:t>
            </a:r>
          </a:p>
        </p:txBody>
      </p:sp>
      <p:sp>
        <p:nvSpPr>
          <p:cNvPr id="9" name="Rounded Rectangle 8"/>
          <p:cNvSpPr/>
          <p:nvPr/>
        </p:nvSpPr>
        <p:spPr>
          <a:xfrm>
            <a:off x="758952" y="2697480"/>
            <a:ext cx="4069080" cy="141732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05840" y="2697480"/>
            <a:ext cx="3611880" cy="1417320"/>
          </a:xfrm>
          <a:prstGeom prst="rect">
            <a:avLst/>
          </a:prstGeom>
          <a:noFill/>
        </p:spPr>
        <p:txBody>
          <a:bodyPr wrap="square" lIns="0" tIns="0" rIns="0" bIns="0" anchor="ctr">
            <a:spAutoFit/>
          </a:bodyPr>
          <a:lstStyle/>
          <a:p>
            <a:pPr algn="l"/>
            <a:r>
              <a:rPr sz="2100" b="1" i="0">
                <a:solidFill>
                  <a:srgbClr val="E31738"/>
                </a:solidFill>
              </a:rPr>
              <a:t>Fixed synthetic source</a:t>
            </a:r>
          </a:p>
        </p:txBody>
      </p:sp>
      <p:cxnSp>
        <p:nvCxnSpPr>
          <p:cNvPr id="11" name="Connector 10"/>
          <p:cNvCxnSpPr/>
          <p:nvPr/>
        </p:nvCxnSpPr>
        <p:spPr>
          <a:xfrm>
            <a:off x="4919472" y="3406140"/>
            <a:ext cx="411480" cy="0"/>
          </a:xfrm>
          <a:prstGeom prst="line">
            <a:avLst/>
          </a:prstGeom>
          <a:ln w="50800">
            <a:solidFill>
              <a:srgbClr val="1D8E9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394960" y="2697480"/>
            <a:ext cx="4297680" cy="1417320"/>
          </a:xfrm>
          <a:prstGeom prst="roundRect">
            <a:avLst>
              <a:gd name="adj" fmla="val 5000"/>
            </a:avLst>
          </a:prstGeom>
          <a:solidFill>
            <a:srgbClr val="3E3E42"/>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623560" y="2807208"/>
            <a:ext cx="3886200" cy="731520"/>
          </a:xfrm>
          <a:prstGeom prst="rect">
            <a:avLst/>
          </a:prstGeom>
          <a:noFill/>
        </p:spPr>
        <p:txBody>
          <a:bodyPr wrap="square" lIns="0" tIns="0" rIns="0" bIns="0" anchor="t">
            <a:spAutoFit/>
          </a:bodyPr>
          <a:lstStyle/>
          <a:p>
            <a:pPr algn="l"/>
            <a:r>
              <a:rPr sz="1700" b="1" i="0">
                <a:solidFill>
                  <a:srgbClr val="FFFFFF"/>
                </a:solidFill>
              </a:rPr>
              <a:t>Vary source location across cases</a:t>
            </a:r>
          </a:p>
        </p:txBody>
      </p:sp>
      <p:sp>
        <p:nvSpPr>
          <p:cNvPr id="14" name="TextBox 13"/>
          <p:cNvSpPr txBox="1"/>
          <p:nvPr/>
        </p:nvSpPr>
        <p:spPr>
          <a:xfrm>
            <a:off x="5623560" y="3566160"/>
            <a:ext cx="3886200" cy="457200"/>
          </a:xfrm>
          <a:prstGeom prst="rect">
            <a:avLst/>
          </a:prstGeom>
          <a:noFill/>
        </p:spPr>
        <p:txBody>
          <a:bodyPr wrap="square" lIns="0" tIns="0" rIns="0" bIns="0" anchor="t">
            <a:spAutoFit/>
          </a:bodyPr>
          <a:lstStyle/>
          <a:p>
            <a:pPr algn="l"/>
            <a:r>
              <a:rPr sz="1400" b="0" i="0">
                <a:solidFill>
                  <a:srgbClr val="E4E4E6"/>
                </a:solidFill>
              </a:rPr>
              <a:t>Prevents an 'always Pump' shortcut</a:t>
            </a:r>
          </a:p>
        </p:txBody>
      </p:sp>
      <p:sp>
        <p:nvSpPr>
          <p:cNvPr id="15" name="Rounded Rectangle 14"/>
          <p:cNvSpPr/>
          <p:nvPr/>
        </p:nvSpPr>
        <p:spPr>
          <a:xfrm>
            <a:off x="758952" y="4389120"/>
            <a:ext cx="4069080" cy="141732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05840" y="4389120"/>
            <a:ext cx="3611880" cy="1417320"/>
          </a:xfrm>
          <a:prstGeom prst="rect">
            <a:avLst/>
          </a:prstGeom>
          <a:noFill/>
        </p:spPr>
        <p:txBody>
          <a:bodyPr wrap="square" lIns="0" tIns="0" rIns="0" bIns="0" anchor="ctr">
            <a:spAutoFit/>
          </a:bodyPr>
          <a:lstStyle/>
          <a:p>
            <a:pPr algn="l"/>
            <a:r>
              <a:rPr sz="2100" b="1" i="0">
                <a:solidFill>
                  <a:srgbClr val="E31738"/>
                </a:solidFill>
              </a:rPr>
              <a:t>One SMD machine</a:t>
            </a:r>
          </a:p>
        </p:txBody>
      </p:sp>
      <p:cxnSp>
        <p:nvCxnSpPr>
          <p:cNvPr id="17" name="Connector 16"/>
          <p:cNvCxnSpPr/>
          <p:nvPr/>
        </p:nvCxnSpPr>
        <p:spPr>
          <a:xfrm>
            <a:off x="4919472" y="5097780"/>
            <a:ext cx="411480" cy="0"/>
          </a:xfrm>
          <a:prstGeom prst="line">
            <a:avLst/>
          </a:prstGeom>
          <a:ln w="50800">
            <a:solidFill>
              <a:srgbClr val="1D8E9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394960" y="4389120"/>
            <a:ext cx="4297680" cy="1417320"/>
          </a:xfrm>
          <a:prstGeom prst="roundRect">
            <a:avLst>
              <a:gd name="adj" fmla="val 5000"/>
            </a:avLst>
          </a:prstGeom>
          <a:solidFill>
            <a:srgbClr val="3E3E42"/>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23560" y="4498848"/>
            <a:ext cx="3886200" cy="731520"/>
          </a:xfrm>
          <a:prstGeom prst="rect">
            <a:avLst/>
          </a:prstGeom>
          <a:noFill/>
        </p:spPr>
        <p:txBody>
          <a:bodyPr wrap="square" lIns="0" tIns="0" rIns="0" bIns="0" anchor="t">
            <a:spAutoFit/>
          </a:bodyPr>
          <a:lstStyle/>
          <a:p>
            <a:pPr algn="l"/>
            <a:r>
              <a:rPr sz="1700" b="1" i="0">
                <a:solidFill>
                  <a:srgbClr val="FFFFFF"/>
                </a:solidFill>
              </a:rPr>
              <a:t>Extend to additional machines</a:t>
            </a:r>
          </a:p>
        </p:txBody>
      </p:sp>
      <p:sp>
        <p:nvSpPr>
          <p:cNvPr id="20" name="TextBox 19"/>
          <p:cNvSpPr txBox="1"/>
          <p:nvPr/>
        </p:nvSpPr>
        <p:spPr>
          <a:xfrm>
            <a:off x="5623560" y="5257800"/>
            <a:ext cx="3886200" cy="457200"/>
          </a:xfrm>
          <a:prstGeom prst="rect">
            <a:avLst/>
          </a:prstGeom>
          <a:noFill/>
        </p:spPr>
        <p:txBody>
          <a:bodyPr wrap="square" lIns="0" tIns="0" rIns="0" bIns="0" anchor="t">
            <a:spAutoFit/>
          </a:bodyPr>
          <a:lstStyle/>
          <a:p>
            <a:pPr algn="l"/>
            <a:r>
              <a:rPr sz="1400" b="0" i="0">
                <a:solidFill>
                  <a:srgbClr val="E4E4E6"/>
                </a:solidFill>
              </a:rPr>
              <a:t>Tests whether findings generalise</a:t>
            </a:r>
          </a:p>
        </p:txBody>
      </p:sp>
      <p:sp>
        <p:nvSpPr>
          <p:cNvPr id="27" name="Rounded Rectangle 26"/>
          <p:cNvSpPr/>
          <p:nvPr/>
        </p:nvSpPr>
        <p:spPr>
          <a:xfrm>
            <a:off x="758952" y="6080760"/>
            <a:ext cx="4069080" cy="141732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05840" y="6080760"/>
            <a:ext cx="3611880" cy="1417320"/>
          </a:xfrm>
          <a:prstGeom prst="rect">
            <a:avLst/>
          </a:prstGeom>
          <a:noFill/>
        </p:spPr>
        <p:txBody>
          <a:bodyPr wrap="square" lIns="0" tIns="0" rIns="0" bIns="0" anchor="ctr">
            <a:spAutoFit/>
          </a:bodyPr>
          <a:lstStyle/>
          <a:p>
            <a:pPr algn="l"/>
            <a:r>
              <a:rPr sz="2100" b="1" i="0" dirty="0" err="1">
                <a:solidFill>
                  <a:srgbClr val="E31738"/>
                </a:solidFill>
              </a:rPr>
              <a:t>SWaT</a:t>
            </a:r>
            <a:r>
              <a:rPr sz="2100" b="1" i="0" dirty="0">
                <a:solidFill>
                  <a:srgbClr val="E31738"/>
                </a:solidFill>
              </a:rPr>
              <a:t> / MSDS not yet integrated</a:t>
            </a:r>
          </a:p>
        </p:txBody>
      </p:sp>
      <p:cxnSp>
        <p:nvCxnSpPr>
          <p:cNvPr id="29" name="Connector 28"/>
          <p:cNvCxnSpPr/>
          <p:nvPr/>
        </p:nvCxnSpPr>
        <p:spPr>
          <a:xfrm>
            <a:off x="4919472" y="6789420"/>
            <a:ext cx="411480" cy="0"/>
          </a:xfrm>
          <a:prstGeom prst="line">
            <a:avLst/>
          </a:prstGeom>
          <a:ln w="50800">
            <a:solidFill>
              <a:srgbClr val="1D8E9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394960" y="6080760"/>
            <a:ext cx="4297680" cy="1417320"/>
          </a:xfrm>
          <a:prstGeom prst="roundRect">
            <a:avLst>
              <a:gd name="adj" fmla="val 5000"/>
            </a:avLst>
          </a:prstGeom>
          <a:solidFill>
            <a:srgbClr val="3E3E42"/>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31" name="TextBox 30"/>
          <p:cNvSpPr txBox="1"/>
          <p:nvPr/>
        </p:nvSpPr>
        <p:spPr>
          <a:xfrm>
            <a:off x="5623560" y="6190488"/>
            <a:ext cx="3886200" cy="731520"/>
          </a:xfrm>
          <a:prstGeom prst="rect">
            <a:avLst/>
          </a:prstGeom>
          <a:noFill/>
        </p:spPr>
        <p:txBody>
          <a:bodyPr wrap="square" lIns="0" tIns="0" rIns="0" bIns="0" anchor="t">
            <a:spAutoFit/>
          </a:bodyPr>
          <a:lstStyle/>
          <a:p>
            <a:pPr algn="l"/>
            <a:r>
              <a:rPr sz="1700" b="1" i="0">
                <a:solidFill>
                  <a:srgbClr val="FFFFFF"/>
                </a:solidFill>
              </a:rPr>
              <a:t>Complete access, preprocessing and event alignment</a:t>
            </a:r>
          </a:p>
        </p:txBody>
      </p:sp>
      <p:sp>
        <p:nvSpPr>
          <p:cNvPr id="32" name="TextBox 31"/>
          <p:cNvSpPr txBox="1"/>
          <p:nvPr/>
        </p:nvSpPr>
        <p:spPr>
          <a:xfrm>
            <a:off x="5623560" y="6949440"/>
            <a:ext cx="3886200" cy="457200"/>
          </a:xfrm>
          <a:prstGeom prst="rect">
            <a:avLst/>
          </a:prstGeom>
          <a:noFill/>
        </p:spPr>
        <p:txBody>
          <a:bodyPr wrap="square" lIns="0" tIns="0" rIns="0" bIns="0" anchor="t">
            <a:spAutoFit/>
          </a:bodyPr>
          <a:lstStyle/>
          <a:p>
            <a:pPr algn="l"/>
            <a:r>
              <a:rPr sz="1400" b="0" i="0" dirty="0">
                <a:solidFill>
                  <a:srgbClr val="E4E4E6"/>
                </a:solidFill>
              </a:rPr>
              <a:t>Adds realistic industrial evidence</a:t>
            </a:r>
          </a:p>
        </p:txBody>
      </p:sp>
      <p:sp>
        <p:nvSpPr>
          <p:cNvPr id="33" name="Rounded Rectangle 32"/>
          <p:cNvSpPr/>
          <p:nvPr/>
        </p:nvSpPr>
        <p:spPr>
          <a:xfrm>
            <a:off x="9966960" y="2377440"/>
            <a:ext cx="4572000" cy="7223760"/>
          </a:xfrm>
          <a:prstGeom prst="roundRect">
            <a:avLst>
              <a:gd name="adj" fmla="val 5000"/>
            </a:avLst>
          </a:prstGeom>
          <a:solidFill>
            <a:srgbClr val="E31738"/>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0287000" y="2651760"/>
            <a:ext cx="3931920" cy="365760"/>
          </a:xfrm>
          <a:prstGeom prst="rect">
            <a:avLst/>
          </a:prstGeom>
          <a:noFill/>
        </p:spPr>
        <p:txBody>
          <a:bodyPr wrap="square" lIns="0" tIns="0" rIns="0" bIns="0" anchor="t">
            <a:spAutoFit/>
          </a:bodyPr>
          <a:lstStyle/>
          <a:p>
            <a:pPr algn="l"/>
            <a:r>
              <a:rPr sz="1500" b="1" i="0" spc="200">
                <a:solidFill>
                  <a:srgbClr val="FFFFFF"/>
                </a:solidFill>
              </a:rPr>
              <a:t>PUBLICATION PLAN</a:t>
            </a:r>
          </a:p>
        </p:txBody>
      </p:sp>
      <p:sp>
        <p:nvSpPr>
          <p:cNvPr id="35" name="Oval 34"/>
          <p:cNvSpPr/>
          <p:nvPr/>
        </p:nvSpPr>
        <p:spPr>
          <a:xfrm>
            <a:off x="10287000" y="3291840"/>
            <a:ext cx="731520" cy="7315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0287000" y="3291840"/>
            <a:ext cx="731520" cy="731520"/>
          </a:xfrm>
          <a:prstGeom prst="rect">
            <a:avLst/>
          </a:prstGeom>
          <a:noFill/>
        </p:spPr>
        <p:txBody>
          <a:bodyPr wrap="square" lIns="0" tIns="0" rIns="0" bIns="0" anchor="ctr">
            <a:spAutoFit/>
          </a:bodyPr>
          <a:lstStyle/>
          <a:p>
            <a:pPr algn="ctr"/>
            <a:r>
              <a:rPr sz="2200" b="1" i="0">
                <a:solidFill>
                  <a:srgbClr val="E31738"/>
                </a:solidFill>
              </a:rPr>
              <a:t>A</a:t>
            </a:r>
          </a:p>
        </p:txBody>
      </p:sp>
      <p:sp>
        <p:nvSpPr>
          <p:cNvPr id="37" name="TextBox 36"/>
          <p:cNvSpPr txBox="1"/>
          <p:nvPr/>
        </p:nvSpPr>
        <p:spPr>
          <a:xfrm>
            <a:off x="11155680" y="3017520"/>
            <a:ext cx="3108960" cy="1280160"/>
          </a:xfrm>
          <a:prstGeom prst="rect">
            <a:avLst/>
          </a:prstGeom>
          <a:noFill/>
        </p:spPr>
        <p:txBody>
          <a:bodyPr wrap="square" lIns="0" tIns="0" rIns="0" bIns="0" anchor="ctr">
            <a:spAutoFit/>
          </a:bodyPr>
          <a:lstStyle/>
          <a:p>
            <a:pPr algn="l"/>
            <a:r>
              <a:rPr sz="1800" b="1" i="0">
                <a:solidFill>
                  <a:srgbClr val="FFFFFF"/>
                </a:solidFill>
              </a:rPr>
              <a:t>A comparative diagnostic study</a:t>
            </a:r>
          </a:p>
        </p:txBody>
      </p:sp>
      <p:sp>
        <p:nvSpPr>
          <p:cNvPr id="38" name="Oval 37"/>
          <p:cNvSpPr/>
          <p:nvPr/>
        </p:nvSpPr>
        <p:spPr>
          <a:xfrm>
            <a:off x="10287000" y="4892040"/>
            <a:ext cx="731520" cy="7315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10287000" y="4892040"/>
            <a:ext cx="731520" cy="731520"/>
          </a:xfrm>
          <a:prstGeom prst="rect">
            <a:avLst/>
          </a:prstGeom>
          <a:noFill/>
        </p:spPr>
        <p:txBody>
          <a:bodyPr wrap="square" lIns="0" tIns="0" rIns="0" bIns="0" anchor="ctr">
            <a:spAutoFit/>
          </a:bodyPr>
          <a:lstStyle/>
          <a:p>
            <a:pPr algn="ctr"/>
            <a:r>
              <a:rPr sz="2200" b="1" i="0">
                <a:solidFill>
                  <a:srgbClr val="E31738"/>
                </a:solidFill>
              </a:rPr>
              <a:t>B</a:t>
            </a:r>
          </a:p>
        </p:txBody>
      </p:sp>
      <p:sp>
        <p:nvSpPr>
          <p:cNvPr id="40" name="TextBox 39"/>
          <p:cNvSpPr txBox="1"/>
          <p:nvPr/>
        </p:nvSpPr>
        <p:spPr>
          <a:xfrm>
            <a:off x="11155680" y="4617720"/>
            <a:ext cx="3108960" cy="1280160"/>
          </a:xfrm>
          <a:prstGeom prst="rect">
            <a:avLst/>
          </a:prstGeom>
          <a:noFill/>
        </p:spPr>
        <p:txBody>
          <a:bodyPr wrap="square" lIns="0" tIns="0" rIns="0" bIns="0" anchor="ctr">
            <a:spAutoFit/>
          </a:bodyPr>
          <a:lstStyle/>
          <a:p>
            <a:pPr algn="l"/>
            <a:r>
              <a:rPr sz="1800" b="1" i="0">
                <a:solidFill>
                  <a:srgbClr val="FFFFFF"/>
                </a:solidFill>
              </a:rPr>
              <a:t>A propagation-aware benchmark</a:t>
            </a:r>
          </a:p>
        </p:txBody>
      </p:sp>
      <p:sp>
        <p:nvSpPr>
          <p:cNvPr id="41" name="Oval 40"/>
          <p:cNvSpPr/>
          <p:nvPr/>
        </p:nvSpPr>
        <p:spPr>
          <a:xfrm>
            <a:off x="10287000" y="6492240"/>
            <a:ext cx="731520" cy="7315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0287000" y="6492240"/>
            <a:ext cx="731520" cy="731520"/>
          </a:xfrm>
          <a:prstGeom prst="rect">
            <a:avLst/>
          </a:prstGeom>
          <a:noFill/>
        </p:spPr>
        <p:txBody>
          <a:bodyPr wrap="square" lIns="0" tIns="0" rIns="0" bIns="0" anchor="ctr">
            <a:spAutoFit/>
          </a:bodyPr>
          <a:lstStyle/>
          <a:p>
            <a:pPr algn="ctr"/>
            <a:r>
              <a:rPr sz="2200" b="1" i="0">
                <a:solidFill>
                  <a:srgbClr val="E31738"/>
                </a:solidFill>
              </a:rPr>
              <a:t>C</a:t>
            </a:r>
          </a:p>
        </p:txBody>
      </p:sp>
      <p:sp>
        <p:nvSpPr>
          <p:cNvPr id="43" name="TextBox 42"/>
          <p:cNvSpPr txBox="1"/>
          <p:nvPr/>
        </p:nvSpPr>
        <p:spPr>
          <a:xfrm>
            <a:off x="11155680" y="6217920"/>
            <a:ext cx="3108960" cy="1280160"/>
          </a:xfrm>
          <a:prstGeom prst="rect">
            <a:avLst/>
          </a:prstGeom>
          <a:noFill/>
        </p:spPr>
        <p:txBody>
          <a:bodyPr wrap="square" lIns="0" tIns="0" rIns="0" bIns="0" anchor="ctr">
            <a:spAutoFit/>
          </a:bodyPr>
          <a:lstStyle/>
          <a:p>
            <a:pPr algn="l"/>
            <a:r>
              <a:rPr sz="1800" b="1" i="0">
                <a:solidFill>
                  <a:srgbClr val="FFFFFF"/>
                </a:solidFill>
              </a:rPr>
              <a:t>A new propagation-aware method, only if a reproducible limitation remains</a:t>
            </a:r>
          </a:p>
        </p:txBody>
      </p:sp>
      <p:sp>
        <p:nvSpPr>
          <p:cNvPr id="44" name="TextBox 43"/>
          <p:cNvSpPr txBox="1"/>
          <p:nvPr/>
        </p:nvSpPr>
        <p:spPr>
          <a:xfrm>
            <a:off x="10287000" y="8092440"/>
            <a:ext cx="3931920" cy="1371600"/>
          </a:xfrm>
          <a:prstGeom prst="rect">
            <a:avLst/>
          </a:prstGeom>
          <a:noFill/>
        </p:spPr>
        <p:txBody>
          <a:bodyPr wrap="square" lIns="0" tIns="0" rIns="0" bIns="0" anchor="t">
            <a:spAutoFit/>
          </a:bodyPr>
          <a:lstStyle/>
          <a:p>
            <a:pPr algn="l"/>
            <a:r>
              <a:rPr sz="1600" b="0" i="1">
                <a:solidFill>
                  <a:srgbClr val="FFFFFF"/>
                </a:solidFill>
              </a:rPr>
              <a:t>No novelty for its own sake: every claim needs task-appropriate ground truth and reproducible evidence.</a:t>
            </a:r>
          </a:p>
        </p:txBody>
      </p:sp>
      <p:sp>
        <p:nvSpPr>
          <p:cNvPr id="45" name="Rounded Rectangle 14 copy"/>
          <p:cNvSpPr/>
          <p:nvPr/>
        </p:nvSpPr>
        <p:spPr>
          <a:xfrm>
            <a:off x="758952" y="7772400"/>
            <a:ext cx="4069080" cy="1417320"/>
          </a:xfrm>
          <a:prstGeom prst="roundRect">
            <a:avLst>
              <a:gd name="adj" fmla="val 5000"/>
            </a:avLst>
          </a:prstGeom>
          <a:solidFill>
            <a:srgbClr val="F2F2F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15 copy"/>
          <p:cNvSpPr txBox="1"/>
          <p:nvPr/>
        </p:nvSpPr>
        <p:spPr>
          <a:xfrm>
            <a:off x="1005840" y="7772400"/>
            <a:ext cx="3611880" cy="1417320"/>
          </a:xfrm>
          <a:prstGeom prst="rect">
            <a:avLst/>
          </a:prstGeom>
          <a:noFill/>
        </p:spPr>
        <p:txBody>
          <a:bodyPr wrap="square" lIns="0" tIns="0" rIns="0" bIns="0" anchor="ctr">
            <a:spAutoFit/>
          </a:bodyPr>
          <a:lstStyle/>
          <a:p>
            <a:pPr algn="l"/>
            <a:r>
              <a:rPr sz="2100" b="1" i="0">
                <a:solidFill>
                  <a:srgbClr val="E31738"/>
                </a:solidFill>
              </a:rPr>
              <a:t>AERCA only checked on its own system</a:t>
            </a:r>
          </a:p>
        </p:txBody>
      </p:sp>
      <p:cxnSp>
        <p:nvCxnSpPr>
          <p:cNvPr id="47" name="Connector 16 copy"/>
          <p:cNvCxnSpPr/>
          <p:nvPr/>
        </p:nvCxnSpPr>
        <p:spPr>
          <a:xfrm>
            <a:off x="4919472" y="8481060"/>
            <a:ext cx="411480" cy="0"/>
          </a:xfrm>
          <a:prstGeom prst="line">
            <a:avLst/>
          </a:prstGeom>
          <a:ln w="50800">
            <a:solidFill>
              <a:srgbClr val="1D8E9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17 copy"/>
          <p:cNvSpPr/>
          <p:nvPr/>
        </p:nvSpPr>
        <p:spPr>
          <a:xfrm>
            <a:off x="5394960" y="7772400"/>
            <a:ext cx="4297680" cy="1417320"/>
          </a:xfrm>
          <a:prstGeom prst="roundRect">
            <a:avLst>
              <a:gd name="adj" fmla="val 5000"/>
            </a:avLst>
          </a:prstGeom>
          <a:solidFill>
            <a:srgbClr val="3E3E42"/>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18 copy"/>
          <p:cNvSpPr txBox="1"/>
          <p:nvPr/>
        </p:nvSpPr>
        <p:spPr>
          <a:xfrm>
            <a:off x="5623560" y="7882127"/>
            <a:ext cx="3886200" cy="731520"/>
          </a:xfrm>
          <a:prstGeom prst="rect">
            <a:avLst/>
          </a:prstGeom>
          <a:noFill/>
        </p:spPr>
        <p:txBody>
          <a:bodyPr wrap="square" lIns="0" tIns="0" rIns="0" bIns="0" anchor="t">
            <a:spAutoFit/>
          </a:bodyPr>
          <a:lstStyle/>
          <a:p>
            <a:pPr algn="l"/>
            <a:r>
              <a:rPr sz="1700" b="1" i="0">
                <a:solidFill>
                  <a:srgbClr val="FFFFFF"/>
                </a:solidFill>
              </a:rPr>
              <a:t>Run causal and non-causal methods on shared settings</a:t>
            </a:r>
          </a:p>
        </p:txBody>
      </p:sp>
      <p:sp>
        <p:nvSpPr>
          <p:cNvPr id="50" name="TextBox 19 copy"/>
          <p:cNvSpPr txBox="1"/>
          <p:nvPr/>
        </p:nvSpPr>
        <p:spPr>
          <a:xfrm>
            <a:off x="5623560" y="8641080"/>
            <a:ext cx="3886200" cy="457200"/>
          </a:xfrm>
          <a:prstGeom prst="rect">
            <a:avLst/>
          </a:prstGeom>
          <a:noFill/>
        </p:spPr>
        <p:txBody>
          <a:bodyPr wrap="square" lIns="0" tIns="0" rIns="0" bIns="0" anchor="t">
            <a:spAutoFit/>
          </a:bodyPr>
          <a:lstStyle/>
          <a:p>
            <a:pPr algn="l"/>
            <a:r>
              <a:rPr sz="1400" b="0" i="0">
                <a:solidFill>
                  <a:srgbClr val="E4E4E6"/>
                </a:solidFill>
              </a:rPr>
              <a:t>Gives a fair causal vs non-causal comparison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017520" y="603504"/>
            <a:ext cx="11247120" cy="914400"/>
          </a:xfrm>
          <a:prstGeom prst="rect">
            <a:avLst/>
          </a:prstGeom>
          <a:noFill/>
          <a:ln/>
        </p:spPr>
        <p:txBody>
          <a:bodyPr wrap="square" lIns="0" tIns="0" rIns="0" bIns="0" rtlCol="0" anchor="ctr"/>
          <a:lstStyle/>
          <a:p>
            <a:r>
              <a:rPr lang="en-US" sz="3200" b="1" dirty="0">
                <a:solidFill>
                  <a:srgbClr val="59595C"/>
                </a:solidFill>
                <a:ea typeface="Arial" pitchFamily="34" charset="-122"/>
                <a:cs typeface="Arial" pitchFamily="34" charset="-120"/>
              </a:rPr>
              <a:t>Conclusion</a:t>
            </a:r>
            <a:endParaRPr lang="en-US" sz="5277" dirty="0"/>
          </a:p>
        </p:txBody>
      </p:sp>
      <p:sp>
        <p:nvSpPr>
          <p:cNvPr id="3" name="Text 1"/>
          <p:cNvSpPr txBox="1"/>
          <p:nvPr/>
        </p:nvSpPr>
        <p:spPr>
          <a:xfrm>
            <a:off x="3017520" y="1554480"/>
            <a:ext cx="11338560" cy="365760"/>
          </a:xfrm>
          <a:prstGeom prst="rect">
            <a:avLst/>
          </a:prstGeom>
          <a:noFill/>
          <a:ln/>
        </p:spPr>
        <p:txBody>
          <a:bodyPr wrap="square" lIns="0" tIns="0" rIns="0" bIns="0" rtlCol="0" anchor="ctr"/>
          <a:lstStyle/>
          <a:p>
            <a:r>
              <a:rPr lang="en-US" sz="1800" dirty="0">
                <a:solidFill>
                  <a:srgbClr val="595959"/>
                </a:solidFill>
                <a:ea typeface="Arial" pitchFamily="34" charset="-122"/>
                <a:cs typeface="Arial" pitchFamily="34" charset="-120"/>
              </a:rPr>
              <a:t>Preliminary findings from three small tests</a:t>
            </a:r>
            <a:endParaRPr lang="en-US" sz="2474" dirty="0"/>
          </a:p>
        </p:txBody>
      </p:sp>
      <p:sp>
        <p:nvSpPr>
          <p:cNvPr id="4" name="Shape 2"/>
          <p:cNvSpPr/>
          <p:nvPr/>
        </p:nvSpPr>
        <p:spPr>
          <a:xfrm>
            <a:off x="3017520" y="1984248"/>
            <a:ext cx="822960" cy="54864"/>
          </a:xfrm>
          <a:prstGeom prst="rect">
            <a:avLst/>
          </a:prstGeom>
          <a:solidFill>
            <a:srgbClr val="E31837"/>
          </a:solidFill>
          <a:ln w="12700">
            <a:solidFill>
              <a:srgbClr val="E31837"/>
            </a:solidFill>
            <a:prstDash val="solid"/>
          </a:ln>
        </p:spPr>
        <p:txBody>
          <a:bodyPr/>
          <a:lstStyle/>
          <a:p>
            <a:endParaRPr lang="en-AU"/>
          </a:p>
        </p:txBody>
      </p:sp>
      <p:sp>
        <p:nvSpPr>
          <p:cNvPr id="5" name="Card 1"/>
          <p:cNvSpPr/>
          <p:nvPr/>
        </p:nvSpPr>
        <p:spPr>
          <a:xfrm>
            <a:off x="754221" y="2382503"/>
            <a:ext cx="6559423" cy="2638848"/>
          </a:xfrm>
          <a:prstGeom prst="roundRect">
            <a:avLst>
              <a:gd name="adj" fmla="val 4571"/>
            </a:avLst>
          </a:prstGeom>
          <a:solidFill>
            <a:srgbClr val="F2F2F2"/>
          </a:solidFill>
          <a:ln w="12700">
            <a:solidFill>
              <a:srgbClr val="F2F2F2"/>
            </a:solidFill>
            <a:prstDash val="solid"/>
          </a:ln>
          <a:effectLst>
            <a:outerShdw blurRad="50800" dist="12700" dir="5400000" algn="bl" rotWithShape="0">
              <a:srgbClr val="000000">
                <a:alpha val="12000"/>
              </a:srgbClr>
            </a:outerShdw>
          </a:effectLst>
        </p:spPr>
        <p:txBody>
          <a:bodyPr/>
          <a:lstStyle/>
          <a:p>
            <a:endParaRPr lang="en-AU"/>
          </a:p>
        </p:txBody>
      </p:sp>
      <p:sp>
        <p:nvSpPr>
          <p:cNvPr id="6" name="Shape 4"/>
          <p:cNvSpPr/>
          <p:nvPr/>
        </p:nvSpPr>
        <p:spPr>
          <a:xfrm>
            <a:off x="1131199" y="2759481"/>
            <a:ext cx="874590" cy="874590"/>
          </a:xfrm>
          <a:prstGeom prst="ellipse">
            <a:avLst/>
          </a:prstGeom>
          <a:solidFill>
            <a:srgbClr val="E31837"/>
          </a:solidFill>
          <a:ln w="12700">
            <a:solidFill>
              <a:srgbClr val="E31837"/>
            </a:solidFill>
            <a:prstDash val="solid"/>
          </a:ln>
        </p:spPr>
        <p:txBody>
          <a:bodyPr/>
          <a:lstStyle/>
          <a:p>
            <a:endParaRPr lang="en-AU"/>
          </a:p>
        </p:txBody>
      </p:sp>
      <p:sp>
        <p:nvSpPr>
          <p:cNvPr id="7" name="Text 5"/>
          <p:cNvSpPr txBox="1"/>
          <p:nvPr/>
        </p:nvSpPr>
        <p:spPr>
          <a:xfrm>
            <a:off x="1131199" y="2759481"/>
            <a:ext cx="874590" cy="874590"/>
          </a:xfrm>
          <a:prstGeom prst="rect">
            <a:avLst/>
          </a:prstGeom>
          <a:noFill/>
          <a:ln/>
        </p:spPr>
        <p:txBody>
          <a:bodyPr wrap="square" lIns="0" tIns="0" rIns="0" bIns="0" rtlCol="0" anchor="ctr"/>
          <a:lstStyle/>
          <a:p>
            <a:pPr algn="ctr"/>
            <a:r>
              <a:rPr lang="en-US" sz="3298" b="1" dirty="0">
                <a:solidFill>
                  <a:srgbClr val="FFFFFF"/>
                </a:solidFill>
                <a:latin typeface="Arial" pitchFamily="34" charset="0"/>
                <a:ea typeface="Arial" pitchFamily="34" charset="-122"/>
                <a:cs typeface="Arial" pitchFamily="34" charset="-120"/>
              </a:rPr>
              <a:t>1</a:t>
            </a:r>
            <a:endParaRPr lang="en-US" sz="3298" dirty="0"/>
          </a:p>
        </p:txBody>
      </p:sp>
      <p:sp>
        <p:nvSpPr>
          <p:cNvPr id="8" name="Text 6"/>
          <p:cNvSpPr txBox="1"/>
          <p:nvPr/>
        </p:nvSpPr>
        <p:spPr>
          <a:xfrm>
            <a:off x="2262134" y="2804719"/>
            <a:ext cx="4825323" cy="753957"/>
          </a:xfrm>
          <a:prstGeom prst="rect">
            <a:avLst/>
          </a:prstGeom>
          <a:noFill/>
          <a:ln/>
        </p:spPr>
        <p:txBody>
          <a:bodyPr wrap="square" lIns="0" tIns="0" rIns="0" bIns="0" rtlCol="0" anchor="ctr"/>
          <a:lstStyle/>
          <a:p>
            <a:r>
              <a:rPr lang="en-US" sz="2639" b="1" dirty="0">
                <a:solidFill>
                  <a:srgbClr val="E31837"/>
                </a:solidFill>
                <a:latin typeface="Arial" pitchFamily="34" charset="0"/>
                <a:ea typeface="Arial" pitchFamily="34" charset="-122"/>
                <a:cs typeface="Arial" pitchFamily="34" charset="-120"/>
              </a:rPr>
              <a:t>Symptoms can mislead</a:t>
            </a:r>
            <a:endParaRPr lang="en-US" sz="2639" dirty="0"/>
          </a:p>
        </p:txBody>
      </p:sp>
      <p:sp>
        <p:nvSpPr>
          <p:cNvPr id="9" name="Text 7"/>
          <p:cNvSpPr txBox="1"/>
          <p:nvPr/>
        </p:nvSpPr>
        <p:spPr>
          <a:xfrm>
            <a:off x="2262134" y="3664229"/>
            <a:ext cx="4749927" cy="1130935"/>
          </a:xfrm>
          <a:prstGeom prst="rect">
            <a:avLst/>
          </a:prstGeom>
          <a:noFill/>
          <a:ln/>
        </p:spPr>
        <p:txBody>
          <a:bodyPr wrap="square" lIns="0" tIns="0" rIns="0" bIns="0" rtlCol="0" anchor="t"/>
          <a:lstStyle/>
          <a:p>
            <a:r>
              <a:rPr lang="en-US" sz="2309" dirty="0">
                <a:solidFill>
                  <a:srgbClr val="333333"/>
                </a:solidFill>
                <a:latin typeface="Arial" pitchFamily="34" charset="0"/>
                <a:ea typeface="Arial" pitchFamily="34" charset="-122"/>
                <a:cs typeface="Arial" pitchFamily="34" charset="-120"/>
              </a:rPr>
              <a:t>In a controlled test, the most abnormal sensor was not where the fault started.</a:t>
            </a:r>
            <a:endParaRPr lang="en-US" sz="2309" dirty="0"/>
          </a:p>
        </p:txBody>
      </p:sp>
      <p:sp>
        <p:nvSpPr>
          <p:cNvPr id="10" name="Card 2"/>
          <p:cNvSpPr/>
          <p:nvPr/>
        </p:nvSpPr>
        <p:spPr>
          <a:xfrm>
            <a:off x="7766018" y="2382503"/>
            <a:ext cx="6559423" cy="2638848"/>
          </a:xfrm>
          <a:prstGeom prst="roundRect">
            <a:avLst>
              <a:gd name="adj" fmla="val 4571"/>
            </a:avLst>
          </a:prstGeom>
          <a:solidFill>
            <a:srgbClr val="F2F2F2"/>
          </a:solidFill>
          <a:ln w="12700">
            <a:solidFill>
              <a:srgbClr val="F2F2F2"/>
            </a:solidFill>
            <a:prstDash val="solid"/>
          </a:ln>
          <a:effectLst>
            <a:outerShdw blurRad="50800" dist="12700" dir="5400000" algn="bl" rotWithShape="0">
              <a:srgbClr val="000000">
                <a:alpha val="12000"/>
              </a:srgbClr>
            </a:outerShdw>
          </a:effectLst>
        </p:spPr>
        <p:txBody>
          <a:bodyPr/>
          <a:lstStyle/>
          <a:p>
            <a:endParaRPr lang="en-AU"/>
          </a:p>
        </p:txBody>
      </p:sp>
      <p:sp>
        <p:nvSpPr>
          <p:cNvPr id="11" name="Shape 9"/>
          <p:cNvSpPr/>
          <p:nvPr/>
        </p:nvSpPr>
        <p:spPr>
          <a:xfrm>
            <a:off x="8142996" y="2759481"/>
            <a:ext cx="874590" cy="874590"/>
          </a:xfrm>
          <a:prstGeom prst="ellipse">
            <a:avLst/>
          </a:prstGeom>
          <a:solidFill>
            <a:srgbClr val="E31837"/>
          </a:solidFill>
          <a:ln w="12700">
            <a:solidFill>
              <a:srgbClr val="E31837"/>
            </a:solidFill>
            <a:prstDash val="solid"/>
          </a:ln>
        </p:spPr>
        <p:txBody>
          <a:bodyPr/>
          <a:lstStyle/>
          <a:p>
            <a:endParaRPr lang="en-AU"/>
          </a:p>
        </p:txBody>
      </p:sp>
      <p:sp>
        <p:nvSpPr>
          <p:cNvPr id="12" name="Text 10"/>
          <p:cNvSpPr txBox="1"/>
          <p:nvPr/>
        </p:nvSpPr>
        <p:spPr>
          <a:xfrm>
            <a:off x="8142996" y="2759481"/>
            <a:ext cx="874590" cy="874590"/>
          </a:xfrm>
          <a:prstGeom prst="rect">
            <a:avLst/>
          </a:prstGeom>
          <a:noFill/>
          <a:ln/>
        </p:spPr>
        <p:txBody>
          <a:bodyPr wrap="square" lIns="0" tIns="0" rIns="0" bIns="0" rtlCol="0" anchor="ctr"/>
          <a:lstStyle/>
          <a:p>
            <a:pPr algn="ctr"/>
            <a:r>
              <a:rPr lang="en-US" sz="3298" b="1" dirty="0">
                <a:solidFill>
                  <a:srgbClr val="FFFFFF"/>
                </a:solidFill>
                <a:latin typeface="Arial" pitchFamily="34" charset="0"/>
                <a:ea typeface="Arial" pitchFamily="34" charset="-122"/>
                <a:cs typeface="Arial" pitchFamily="34" charset="-120"/>
              </a:rPr>
              <a:t>2</a:t>
            </a:r>
            <a:endParaRPr lang="en-US" sz="3298" dirty="0"/>
          </a:p>
        </p:txBody>
      </p:sp>
      <p:sp>
        <p:nvSpPr>
          <p:cNvPr id="13" name="Text 11"/>
          <p:cNvSpPr txBox="1"/>
          <p:nvPr/>
        </p:nvSpPr>
        <p:spPr>
          <a:xfrm>
            <a:off x="9273931" y="2804719"/>
            <a:ext cx="4825323" cy="753957"/>
          </a:xfrm>
          <a:prstGeom prst="rect">
            <a:avLst/>
          </a:prstGeom>
          <a:noFill/>
          <a:ln/>
        </p:spPr>
        <p:txBody>
          <a:bodyPr wrap="square" lIns="0" tIns="0" rIns="0" bIns="0" rtlCol="0" anchor="ctr"/>
          <a:lstStyle/>
          <a:p>
            <a:r>
              <a:rPr lang="en-US" sz="2639" b="1" dirty="0">
                <a:solidFill>
                  <a:srgbClr val="E31837"/>
                </a:solidFill>
                <a:latin typeface="Arial" pitchFamily="34" charset="0"/>
                <a:ea typeface="Arial" pitchFamily="34" charset="-122"/>
                <a:cs typeface="Arial" pitchFamily="34" charset="-120"/>
              </a:rPr>
              <a:t>Simple ranking falls short</a:t>
            </a:r>
            <a:endParaRPr lang="en-US" sz="2639" dirty="0"/>
          </a:p>
        </p:txBody>
      </p:sp>
      <p:sp>
        <p:nvSpPr>
          <p:cNvPr id="14" name="Text 12"/>
          <p:cNvSpPr txBox="1"/>
          <p:nvPr/>
        </p:nvSpPr>
        <p:spPr>
          <a:xfrm>
            <a:off x="9273931" y="3664229"/>
            <a:ext cx="4749927" cy="1130935"/>
          </a:xfrm>
          <a:prstGeom prst="rect">
            <a:avLst/>
          </a:prstGeom>
          <a:noFill/>
          <a:ln/>
        </p:spPr>
        <p:txBody>
          <a:bodyPr wrap="square" lIns="0" tIns="0" rIns="0" bIns="0" rtlCol="0" anchor="t"/>
          <a:lstStyle/>
          <a:p>
            <a:r>
              <a:rPr lang="en-US" sz="2309" dirty="0">
                <a:solidFill>
                  <a:srgbClr val="333333"/>
                </a:solidFill>
                <a:latin typeface="Arial" pitchFamily="34" charset="0"/>
                <a:ea typeface="Arial" pitchFamily="34" charset="-122"/>
                <a:cs typeface="Arial" pitchFamily="34" charset="-120"/>
              </a:rPr>
              <a:t>Picking the "biggest" or "earliest" anomaly often points to the wrong sensor.</a:t>
            </a:r>
            <a:endParaRPr lang="en-US" sz="2309" dirty="0"/>
          </a:p>
        </p:txBody>
      </p:sp>
      <p:sp>
        <p:nvSpPr>
          <p:cNvPr id="15" name="Card 3"/>
          <p:cNvSpPr/>
          <p:nvPr/>
        </p:nvSpPr>
        <p:spPr>
          <a:xfrm>
            <a:off x="754221" y="5353093"/>
            <a:ext cx="6559423" cy="2638848"/>
          </a:xfrm>
          <a:prstGeom prst="roundRect">
            <a:avLst>
              <a:gd name="adj" fmla="val 4571"/>
            </a:avLst>
          </a:prstGeom>
          <a:solidFill>
            <a:srgbClr val="F2F2F2"/>
          </a:solidFill>
          <a:ln w="12700">
            <a:solidFill>
              <a:srgbClr val="F2F2F2"/>
            </a:solidFill>
            <a:prstDash val="solid"/>
          </a:ln>
          <a:effectLst>
            <a:outerShdw blurRad="50800" dist="12700" dir="5400000" algn="bl" rotWithShape="0">
              <a:srgbClr val="000000">
                <a:alpha val="12000"/>
              </a:srgbClr>
            </a:outerShdw>
          </a:effectLst>
        </p:spPr>
        <p:txBody>
          <a:bodyPr/>
          <a:lstStyle/>
          <a:p>
            <a:endParaRPr lang="en-AU"/>
          </a:p>
        </p:txBody>
      </p:sp>
      <p:sp>
        <p:nvSpPr>
          <p:cNvPr id="16" name="Shape 14"/>
          <p:cNvSpPr/>
          <p:nvPr/>
        </p:nvSpPr>
        <p:spPr>
          <a:xfrm>
            <a:off x="1131199" y="5730071"/>
            <a:ext cx="874590" cy="874590"/>
          </a:xfrm>
          <a:prstGeom prst="ellipse">
            <a:avLst/>
          </a:prstGeom>
          <a:solidFill>
            <a:srgbClr val="E31837"/>
          </a:solidFill>
          <a:ln w="12700">
            <a:solidFill>
              <a:srgbClr val="E31837"/>
            </a:solidFill>
            <a:prstDash val="solid"/>
          </a:ln>
        </p:spPr>
        <p:txBody>
          <a:bodyPr/>
          <a:lstStyle/>
          <a:p>
            <a:endParaRPr lang="en-AU"/>
          </a:p>
        </p:txBody>
      </p:sp>
      <p:sp>
        <p:nvSpPr>
          <p:cNvPr id="17" name="Text 15"/>
          <p:cNvSpPr txBox="1"/>
          <p:nvPr/>
        </p:nvSpPr>
        <p:spPr>
          <a:xfrm>
            <a:off x="1131199" y="5730071"/>
            <a:ext cx="874590" cy="874590"/>
          </a:xfrm>
          <a:prstGeom prst="rect">
            <a:avLst/>
          </a:prstGeom>
          <a:noFill/>
          <a:ln/>
        </p:spPr>
        <p:txBody>
          <a:bodyPr wrap="square" lIns="0" tIns="0" rIns="0" bIns="0" rtlCol="0" anchor="ctr"/>
          <a:lstStyle/>
          <a:p>
            <a:pPr algn="ctr"/>
            <a:r>
              <a:rPr lang="en-US" sz="3298" b="1" dirty="0">
                <a:solidFill>
                  <a:srgbClr val="FFFFFF"/>
                </a:solidFill>
                <a:latin typeface="Arial" pitchFamily="34" charset="0"/>
                <a:ea typeface="Arial" pitchFamily="34" charset="-122"/>
                <a:cs typeface="Arial" pitchFamily="34" charset="-120"/>
              </a:rPr>
              <a:t>3</a:t>
            </a:r>
            <a:endParaRPr lang="en-US" sz="3298" dirty="0"/>
          </a:p>
        </p:txBody>
      </p:sp>
      <p:sp>
        <p:nvSpPr>
          <p:cNvPr id="18" name="Text 16"/>
          <p:cNvSpPr txBox="1"/>
          <p:nvPr/>
        </p:nvSpPr>
        <p:spPr>
          <a:xfrm>
            <a:off x="2262134" y="5775308"/>
            <a:ext cx="4825323" cy="753957"/>
          </a:xfrm>
          <a:prstGeom prst="rect">
            <a:avLst/>
          </a:prstGeom>
          <a:noFill/>
          <a:ln/>
        </p:spPr>
        <p:txBody>
          <a:bodyPr wrap="square" lIns="0" tIns="0" rIns="0" bIns="0" rtlCol="0" anchor="ctr"/>
          <a:lstStyle/>
          <a:p>
            <a:r>
              <a:rPr lang="en-US" sz="2639" b="1" dirty="0">
                <a:solidFill>
                  <a:srgbClr val="E31837"/>
                </a:solidFill>
                <a:latin typeface="Arial" pitchFamily="34" charset="0"/>
                <a:ea typeface="Arial" pitchFamily="34" charset="-122"/>
                <a:cs typeface="Arial" pitchFamily="34" charset="-120"/>
              </a:rPr>
              <a:t>Data preparation matters</a:t>
            </a:r>
            <a:endParaRPr lang="en-US" sz="2639" dirty="0"/>
          </a:p>
        </p:txBody>
      </p:sp>
      <p:sp>
        <p:nvSpPr>
          <p:cNvPr id="19" name="Text 17"/>
          <p:cNvSpPr txBox="1"/>
          <p:nvPr/>
        </p:nvSpPr>
        <p:spPr>
          <a:xfrm>
            <a:off x="2262134" y="6634819"/>
            <a:ext cx="4749927" cy="1130935"/>
          </a:xfrm>
          <a:prstGeom prst="rect">
            <a:avLst/>
          </a:prstGeom>
          <a:noFill/>
          <a:ln/>
        </p:spPr>
        <p:txBody>
          <a:bodyPr wrap="square" lIns="0" tIns="0" rIns="0" bIns="0" rtlCol="0" anchor="t"/>
          <a:lstStyle/>
          <a:p>
            <a:r>
              <a:rPr lang="en-US" sz="2309" dirty="0">
                <a:solidFill>
                  <a:srgbClr val="333333"/>
                </a:solidFill>
                <a:latin typeface="Arial" pitchFamily="34" charset="0"/>
                <a:ea typeface="Arial" pitchFamily="34" charset="-122"/>
                <a:cs typeface="Arial" pitchFamily="34" charset="-120"/>
              </a:rPr>
              <a:t>Small preprocessing choices can change which sensor is blamed.</a:t>
            </a:r>
            <a:endParaRPr lang="en-US" sz="2309" dirty="0"/>
          </a:p>
        </p:txBody>
      </p:sp>
      <p:sp>
        <p:nvSpPr>
          <p:cNvPr id="20" name="Card 4"/>
          <p:cNvSpPr/>
          <p:nvPr/>
        </p:nvSpPr>
        <p:spPr>
          <a:xfrm>
            <a:off x="7766018" y="5353093"/>
            <a:ext cx="6559423" cy="2638848"/>
          </a:xfrm>
          <a:prstGeom prst="roundRect">
            <a:avLst>
              <a:gd name="adj" fmla="val 4571"/>
            </a:avLst>
          </a:prstGeom>
          <a:solidFill>
            <a:srgbClr val="F2F2F2"/>
          </a:solidFill>
          <a:ln w="12700">
            <a:solidFill>
              <a:srgbClr val="F2F2F2"/>
            </a:solidFill>
            <a:prstDash val="solid"/>
          </a:ln>
          <a:effectLst>
            <a:outerShdw blurRad="50800" dist="12700" dir="5400000" algn="bl" rotWithShape="0">
              <a:srgbClr val="000000">
                <a:alpha val="12000"/>
              </a:srgbClr>
            </a:outerShdw>
          </a:effectLst>
        </p:spPr>
        <p:txBody>
          <a:bodyPr/>
          <a:lstStyle/>
          <a:p>
            <a:endParaRPr lang="en-AU"/>
          </a:p>
        </p:txBody>
      </p:sp>
      <p:sp>
        <p:nvSpPr>
          <p:cNvPr id="21" name="Shape 19"/>
          <p:cNvSpPr/>
          <p:nvPr/>
        </p:nvSpPr>
        <p:spPr>
          <a:xfrm>
            <a:off x="8142996" y="5730071"/>
            <a:ext cx="874590" cy="874590"/>
          </a:xfrm>
          <a:prstGeom prst="ellipse">
            <a:avLst/>
          </a:prstGeom>
          <a:solidFill>
            <a:srgbClr val="E31837"/>
          </a:solidFill>
          <a:ln w="12700">
            <a:solidFill>
              <a:srgbClr val="E31837"/>
            </a:solidFill>
            <a:prstDash val="solid"/>
          </a:ln>
        </p:spPr>
        <p:txBody>
          <a:bodyPr/>
          <a:lstStyle/>
          <a:p>
            <a:endParaRPr lang="en-AU"/>
          </a:p>
        </p:txBody>
      </p:sp>
      <p:sp>
        <p:nvSpPr>
          <p:cNvPr id="22" name="Text 20"/>
          <p:cNvSpPr txBox="1"/>
          <p:nvPr/>
        </p:nvSpPr>
        <p:spPr>
          <a:xfrm>
            <a:off x="8142996" y="5730071"/>
            <a:ext cx="874590" cy="874590"/>
          </a:xfrm>
          <a:prstGeom prst="rect">
            <a:avLst/>
          </a:prstGeom>
          <a:noFill/>
          <a:ln/>
        </p:spPr>
        <p:txBody>
          <a:bodyPr wrap="square" lIns="0" tIns="0" rIns="0" bIns="0" rtlCol="0" anchor="ctr"/>
          <a:lstStyle/>
          <a:p>
            <a:pPr algn="ctr"/>
            <a:r>
              <a:rPr lang="en-US" sz="3298" b="1" dirty="0">
                <a:solidFill>
                  <a:srgbClr val="FFFFFF"/>
                </a:solidFill>
                <a:latin typeface="Arial" pitchFamily="34" charset="0"/>
                <a:ea typeface="Arial" pitchFamily="34" charset="-122"/>
                <a:cs typeface="Arial" pitchFamily="34" charset="-120"/>
              </a:rPr>
              <a:t>4</a:t>
            </a:r>
            <a:endParaRPr lang="en-US" sz="3298" dirty="0"/>
          </a:p>
        </p:txBody>
      </p:sp>
      <p:sp>
        <p:nvSpPr>
          <p:cNvPr id="23" name="Text 21"/>
          <p:cNvSpPr txBox="1"/>
          <p:nvPr/>
        </p:nvSpPr>
        <p:spPr>
          <a:xfrm>
            <a:off x="9273931" y="5775308"/>
            <a:ext cx="4825323" cy="753957"/>
          </a:xfrm>
          <a:prstGeom prst="rect">
            <a:avLst/>
          </a:prstGeom>
          <a:noFill/>
          <a:ln/>
        </p:spPr>
        <p:txBody>
          <a:bodyPr wrap="square" lIns="0" tIns="0" rIns="0" bIns="0" rtlCol="0" anchor="ctr"/>
          <a:lstStyle/>
          <a:p>
            <a:r>
              <a:rPr lang="en-US" sz="2639" b="1" dirty="0">
                <a:solidFill>
                  <a:srgbClr val="E31837"/>
                </a:solidFill>
                <a:latin typeface="Arial" pitchFamily="34" charset="0"/>
                <a:ea typeface="Arial" pitchFamily="34" charset="-122"/>
                <a:cs typeface="Arial" pitchFamily="34" charset="-120"/>
              </a:rPr>
              <a:t>AERCA runs correctly</a:t>
            </a:r>
            <a:endParaRPr lang="en-US" sz="2639" dirty="0"/>
          </a:p>
        </p:txBody>
      </p:sp>
      <p:sp>
        <p:nvSpPr>
          <p:cNvPr id="24" name="Text 22"/>
          <p:cNvSpPr txBox="1"/>
          <p:nvPr/>
        </p:nvSpPr>
        <p:spPr>
          <a:xfrm>
            <a:off x="9273931" y="6634819"/>
            <a:ext cx="4749927" cy="1130935"/>
          </a:xfrm>
          <a:prstGeom prst="rect">
            <a:avLst/>
          </a:prstGeom>
          <a:noFill/>
          <a:ln/>
        </p:spPr>
        <p:txBody>
          <a:bodyPr wrap="square" lIns="0" tIns="0" rIns="0" bIns="0" rtlCol="0" anchor="t"/>
          <a:lstStyle/>
          <a:p>
            <a:r>
              <a:rPr lang="en-US" sz="2309" dirty="0">
                <a:solidFill>
                  <a:srgbClr val="333333"/>
                </a:solidFill>
                <a:latin typeface="Arial" pitchFamily="34" charset="0"/>
                <a:ea typeface="Arial" pitchFamily="34" charset="-122"/>
                <a:cs typeface="Arial" pitchFamily="34" charset="-120"/>
              </a:rPr>
              <a:t>It worked on its own test system; independent testing is next.</a:t>
            </a:r>
            <a:endParaRPr lang="en-US" sz="2309" dirty="0"/>
          </a:p>
        </p:txBody>
      </p:sp>
      <p:sp>
        <p:nvSpPr>
          <p:cNvPr id="25" name="Shape 23"/>
          <p:cNvSpPr/>
          <p:nvPr/>
        </p:nvSpPr>
        <p:spPr>
          <a:xfrm>
            <a:off x="754221" y="8519710"/>
            <a:ext cx="13571220" cy="1206331"/>
          </a:xfrm>
          <a:prstGeom prst="rect">
            <a:avLst/>
          </a:prstGeom>
          <a:solidFill>
            <a:srgbClr val="E31837"/>
          </a:solidFill>
          <a:ln w="12700">
            <a:solidFill>
              <a:srgbClr val="E31837"/>
            </a:solidFill>
            <a:prstDash val="solid"/>
          </a:ln>
        </p:spPr>
        <p:txBody>
          <a:bodyPr/>
          <a:lstStyle/>
          <a:p>
            <a:endParaRPr lang="en-AU"/>
          </a:p>
        </p:txBody>
      </p:sp>
      <p:sp>
        <p:nvSpPr>
          <p:cNvPr id="26" name="Text 24"/>
          <p:cNvSpPr txBox="1"/>
          <p:nvPr/>
        </p:nvSpPr>
        <p:spPr>
          <a:xfrm>
            <a:off x="1131200" y="8519710"/>
            <a:ext cx="12817263" cy="1206331"/>
          </a:xfrm>
          <a:prstGeom prst="rect">
            <a:avLst/>
          </a:prstGeom>
          <a:noFill/>
          <a:ln/>
        </p:spPr>
        <p:txBody>
          <a:bodyPr wrap="square" lIns="0" tIns="0" rIns="0" bIns="0" rtlCol="0" anchor="ctr"/>
          <a:lstStyle/>
          <a:p>
            <a:r>
              <a:rPr lang="en-US" sz="2803" b="1" dirty="0">
                <a:solidFill>
                  <a:srgbClr val="FFFFFF"/>
                </a:solidFill>
                <a:latin typeface="Arial" pitchFamily="34" charset="0"/>
                <a:ea typeface="Arial" pitchFamily="34" charset="-122"/>
                <a:cs typeface="Arial" pitchFamily="34" charset="-120"/>
              </a:rPr>
              <a:t>Next: compare all methods fairly on the same data, then decide if a new method is needed.</a:t>
            </a:r>
            <a:endParaRPr lang="en-US" sz="2803" dirty="0"/>
          </a:p>
        </p:txBody>
      </p:sp>
      <p:sp>
        <p:nvSpPr>
          <p:cNvPr id="29" name="Slide Number"/>
          <p:cNvSpPr txBox="1"/>
          <p:nvPr/>
        </p:nvSpPr>
        <p:spPr>
          <a:xfrm>
            <a:off x="13487400" y="10656582"/>
            <a:ext cx="731520" cy="253023"/>
          </a:xfrm>
          <a:prstGeom prst="rect">
            <a:avLst/>
          </a:prstGeom>
          <a:noFill/>
        </p:spPr>
        <p:txBody>
          <a:bodyPr wrap="none" lIns="0" tIns="0" rIns="0" bIns="0">
            <a:spAutoFit/>
          </a:bodyPr>
          <a:lstStyle/>
          <a:p>
            <a:pPr algn="r"/>
            <a:fld id="{DCA329B4-C3D8-4932-B98A-A680A5087FEC}" type="slidenum">
              <a:rPr lang="en-AU" sz="1200">
                <a:solidFill>
                  <a:srgbClr val="595959"/>
                </a:solidFill>
              </a:rPr>
              <a:t>18</a:t>
            </a:fld>
            <a:endParaRPr lang="en-AU" sz="1200">
              <a:solidFill>
                <a:srgbClr val="59595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0" y="603504"/>
            <a:ext cx="11247120" cy="914400"/>
          </a:xfrm>
        </p:spPr>
        <p:txBody>
          <a:bodyPr wrap="square" anchor="ctr"/>
          <a:lstStyle/>
          <a:p>
            <a:pPr algn="l"/>
            <a:r>
              <a:rPr sz="3200" b="1">
                <a:solidFill>
                  <a:srgbClr val="59595C"/>
                </a:solidFill>
              </a:rPr>
              <a:t>References</a:t>
            </a:r>
          </a:p>
        </p:txBody>
      </p:sp>
      <p:sp>
        <p:nvSpPr>
          <p:cNvPr id="3" name="TextBox 2"/>
          <p:cNvSpPr txBox="1"/>
          <p:nvPr/>
        </p:nvSpPr>
        <p:spPr>
          <a:xfrm>
            <a:off x="3017520" y="1554480"/>
            <a:ext cx="11338560" cy="261610"/>
          </a:xfrm>
          <a:prstGeom prst="rect">
            <a:avLst/>
          </a:prstGeom>
          <a:noFill/>
        </p:spPr>
        <p:txBody>
          <a:bodyPr wrap="square" lIns="0" tIns="0" rIns="0" bIns="0" anchor="t">
            <a:spAutoFit/>
          </a:bodyPr>
          <a:lstStyle/>
          <a:p>
            <a:pPr algn="l"/>
            <a:r>
              <a:rPr sz="1700" b="0" i="0" dirty="0">
                <a:solidFill>
                  <a:srgbClr val="59595C"/>
                </a:solidFill>
              </a:rPr>
              <a:t>Key sources cited in this presentation (IEEE style)</a:t>
            </a:r>
          </a:p>
        </p:txBody>
      </p:sp>
      <p:sp>
        <p:nvSpPr>
          <p:cNvPr id="4" name="Rectangle 3"/>
          <p:cNvSpPr/>
          <p:nvPr/>
        </p:nvSpPr>
        <p:spPr>
          <a:xfrm>
            <a:off x="3017520" y="1984248"/>
            <a:ext cx="822960" cy="54864"/>
          </a:xfrm>
          <a:prstGeom prst="rect">
            <a:avLst/>
          </a:prstGeom>
          <a:solidFill>
            <a:srgbClr val="E3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lide Number Placeholder 5">
            <a:extLst>
              <a:ext uri="{FF2B5EF4-FFF2-40B4-BE49-F238E27FC236}">
                <a16:creationId xmlns:a16="http://schemas.microsoft.com/office/drawing/2014/main" id="{162CE14B-8AE1-AB62-90BD-536DCF322DF8}"/>
              </a:ext>
            </a:extLst>
          </p:cNvPr>
          <p:cNvSpPr>
            <a:spLocks noGrp="1"/>
          </p:cNvSpPr>
          <p:nvPr>
            <p:ph type="sldNum" sz="quarter" idx="12"/>
          </p:nvPr>
        </p:nvSpPr>
        <p:spPr>
          <a:xfrm>
            <a:off x="13670280" y="10702302"/>
            <a:ext cx="548640" cy="161583"/>
          </a:xfrm>
        </p:spPr>
        <p:txBody>
          <a:bodyPr/>
          <a:lstStyle/>
          <a:p>
            <a:pPr algn="r"/>
            <a:fld id="{DCA329B4-C3D8-4932-B98A-A680A5087FEC}" type="slidenum">
              <a:rPr lang="en-AU" smtClean="0"/>
              <a:t>19</a:t>
            </a:fld>
            <a:endParaRPr lang="en-AU"/>
          </a:p>
        </p:txBody>
      </p:sp>
      <p:sp>
        <p:nvSpPr>
          <p:cNvPr id="7" name="TextBox 6"/>
          <p:cNvSpPr txBox="1"/>
          <p:nvPr/>
        </p:nvSpPr>
        <p:spPr>
          <a:xfrm>
            <a:off x="758952" y="2286000"/>
            <a:ext cx="4434840" cy="7772400"/>
          </a:xfrm>
          <a:prstGeom prst="rect">
            <a:avLst/>
          </a:prstGeom>
          <a:noFill/>
        </p:spPr>
        <p:txBody>
          <a:bodyPr wrap="square" lIns="0" tIns="0" rIns="0" bIns="0" anchor="t">
            <a:spAutoFit/>
          </a:bodyPr>
          <a:lstStyle/>
          <a:p>
            <a:pPr algn="l">
              <a:spcAft>
                <a:spcPts val="700"/>
              </a:spcAft>
            </a:pPr>
            <a:r>
              <a:rPr sz="1200" b="0" i="0" dirty="0">
                <a:solidFill>
                  <a:srgbClr val="333336"/>
                </a:solidFill>
              </a:rPr>
              <a:t>[1] Y. Su et al., "Robust anomaly detection for multivariate time series through stochastic recurrent neural network," ACM SIGKDD, 2019.</a:t>
            </a:r>
          </a:p>
          <a:p>
            <a:pPr algn="l">
              <a:spcAft>
                <a:spcPts val="700"/>
              </a:spcAft>
            </a:pPr>
            <a:r>
              <a:rPr sz="1200" b="0" i="0" dirty="0">
                <a:solidFill>
                  <a:srgbClr val="333336"/>
                </a:solidFill>
              </a:rPr>
              <a:t>[2] A. Deng and B. Hooi, "Graph neural network-based anomaly detection in multivariate time series," AAAI, 2021.</a:t>
            </a:r>
          </a:p>
          <a:p>
            <a:pPr algn="l">
              <a:spcAft>
                <a:spcPts val="700"/>
              </a:spcAft>
            </a:pPr>
            <a:r>
              <a:rPr sz="1200" b="0" i="0" dirty="0">
                <a:solidFill>
                  <a:srgbClr val="333336"/>
                </a:solidFill>
              </a:rPr>
              <a:t>[3] J. Xu et al., "Anomaly Transformer: Time series anomaly detection with association discrepancy," ICLR, 2022.</a:t>
            </a:r>
          </a:p>
          <a:p>
            <a:pPr algn="l">
              <a:spcAft>
                <a:spcPts val="700"/>
              </a:spcAft>
            </a:pPr>
            <a:r>
              <a:rPr sz="1200" b="0" i="0" dirty="0">
                <a:solidFill>
                  <a:srgbClr val="333336"/>
                </a:solidFill>
              </a:rPr>
              <a:t>[4] C. Zhang et al., "A deep neural network for unsupervised anomaly detection and diagnosis in multivariate time series data," AAAI, 2019.</a:t>
            </a:r>
          </a:p>
          <a:p>
            <a:pPr algn="l">
              <a:spcAft>
                <a:spcPts val="700"/>
              </a:spcAft>
            </a:pPr>
            <a:r>
              <a:rPr sz="1200" b="0" i="0" dirty="0">
                <a:solidFill>
                  <a:srgbClr val="333336"/>
                </a:solidFill>
              </a:rPr>
              <a:t>[5] Z. Li et al., "Multivariate time series anomaly detection and interpretation using hierarchical inter-metric and temporal embedding," ACM SIGKDD, 2021.</a:t>
            </a:r>
          </a:p>
          <a:p>
            <a:pPr algn="l">
              <a:spcAft>
                <a:spcPts val="700"/>
              </a:spcAft>
            </a:pPr>
            <a:r>
              <a:rPr sz="1200" b="0" i="0" dirty="0">
                <a:solidFill>
                  <a:srgbClr val="333336"/>
                </a:solidFill>
              </a:rPr>
              <a:t>[6] H. Zhao et al., "Multivariate time-series anomaly detection via graph attention network," IEEE ICDM, 2020.</a:t>
            </a:r>
          </a:p>
          <a:p>
            <a:pPr algn="l">
              <a:spcAft>
                <a:spcPts val="700"/>
              </a:spcAft>
            </a:pPr>
            <a:r>
              <a:rPr sz="1200" b="0" i="0" dirty="0">
                <a:solidFill>
                  <a:srgbClr val="333336"/>
                </a:solidFill>
              </a:rPr>
              <a:t>[7] Z. Dai et al., "SARAD: Spatial association-aware anomaly detection and diagnosis for multivariate time series," </a:t>
            </a:r>
            <a:r>
              <a:rPr sz="1200" b="0" i="0" dirty="0" err="1">
                <a:solidFill>
                  <a:srgbClr val="333336"/>
                </a:solidFill>
              </a:rPr>
              <a:t>NeurIPS</a:t>
            </a:r>
            <a:r>
              <a:rPr sz="1200" b="0" i="0" dirty="0">
                <a:solidFill>
                  <a:srgbClr val="333336"/>
                </a:solidFill>
              </a:rPr>
              <a:t>, 2024.</a:t>
            </a:r>
          </a:p>
          <a:p>
            <a:pPr algn="l">
              <a:spcAft>
                <a:spcPts val="700"/>
              </a:spcAft>
            </a:pPr>
            <a:r>
              <a:rPr sz="1200" b="0" i="0" dirty="0">
                <a:solidFill>
                  <a:srgbClr val="333336"/>
                </a:solidFill>
              </a:rPr>
              <a:t>[8] C. </a:t>
            </a:r>
            <a:r>
              <a:rPr sz="1200" b="0" i="0" dirty="0" err="1">
                <a:solidFill>
                  <a:srgbClr val="333336"/>
                </a:solidFill>
              </a:rPr>
              <a:t>Shimillas</a:t>
            </a:r>
            <a:r>
              <a:rPr sz="1200" b="0" i="0" dirty="0">
                <a:solidFill>
                  <a:srgbClr val="333336"/>
                </a:solidFill>
              </a:rPr>
              <a:t> et al., "Low rank transformer for multivariate time series anomaly detection and localization," ICLR, 2026.</a:t>
            </a:r>
          </a:p>
          <a:p>
            <a:pPr algn="l">
              <a:spcAft>
                <a:spcPts val="700"/>
              </a:spcAft>
            </a:pPr>
            <a:r>
              <a:rPr sz="1200" b="0" i="0" dirty="0">
                <a:solidFill>
                  <a:srgbClr val="333336"/>
                </a:solidFill>
              </a:rPr>
              <a:t>[9] K. Budhathoki et al., "Causal structure-based root cause analysis of outliers," ICML, 2022.</a:t>
            </a:r>
          </a:p>
          <a:p>
            <a:pPr algn="l">
              <a:spcAft>
                <a:spcPts val="700"/>
              </a:spcAft>
            </a:pPr>
            <a:r>
              <a:rPr sz="1200" b="0" i="0" dirty="0">
                <a:solidFill>
                  <a:srgbClr val="333336"/>
                </a:solidFill>
              </a:rPr>
              <a:t>[10] M. Li et al., "Causal inference-based root cause analysis for online service systems with intervention recognition," ACM SIGKDD, 2022.</a:t>
            </a:r>
          </a:p>
          <a:p>
            <a:pPr algn="l">
              <a:spcAft>
                <a:spcPts val="700"/>
              </a:spcAft>
            </a:pPr>
            <a:r>
              <a:rPr sz="1200" b="0" i="0" dirty="0">
                <a:solidFill>
                  <a:srgbClr val="333336"/>
                </a:solidFill>
              </a:rPr>
              <a:t>[11] A. Ikram et al., "Root cause analysis of failures in microservices through causal discovery," </a:t>
            </a:r>
            <a:r>
              <a:rPr sz="1200" b="0" i="0" dirty="0" err="1">
                <a:solidFill>
                  <a:srgbClr val="333336"/>
                </a:solidFill>
              </a:rPr>
              <a:t>NeurIPS</a:t>
            </a:r>
            <a:r>
              <a:rPr sz="1200" b="0" i="0" dirty="0">
                <a:solidFill>
                  <a:srgbClr val="333336"/>
                </a:solidFill>
              </a:rPr>
              <a:t>, 2022.</a:t>
            </a:r>
          </a:p>
          <a:p>
            <a:pPr algn="l">
              <a:spcAft>
                <a:spcPts val="700"/>
              </a:spcAft>
            </a:pPr>
            <a:r>
              <a:rPr sz="1200" b="0" i="0" dirty="0">
                <a:solidFill>
                  <a:srgbClr val="333336"/>
                </a:solidFill>
              </a:rPr>
              <a:t>[12] X. Han et al., "Root cause analysis of anomalies in multivariate time series through Granger causal discovery," ICLR, 2025.</a:t>
            </a:r>
          </a:p>
          <a:p>
            <a:pPr algn="l">
              <a:spcAft>
                <a:spcPts val="700"/>
              </a:spcAft>
            </a:pPr>
            <a:r>
              <a:rPr sz="1200" b="0" i="0" dirty="0">
                <a:solidFill>
                  <a:srgbClr val="333336"/>
                </a:solidFill>
              </a:rPr>
              <a:t>[13] S. Kim et al., "Towards a rigorous evaluation of time-series anomaly detection," AAAI, 2022.</a:t>
            </a:r>
          </a:p>
        </p:txBody>
      </p:sp>
      <p:sp>
        <p:nvSpPr>
          <p:cNvPr id="8" name="TextBox 7"/>
          <p:cNvSpPr txBox="1"/>
          <p:nvPr/>
        </p:nvSpPr>
        <p:spPr>
          <a:xfrm>
            <a:off x="5431536" y="2286000"/>
            <a:ext cx="4434840" cy="7772400"/>
          </a:xfrm>
          <a:prstGeom prst="rect">
            <a:avLst/>
          </a:prstGeom>
          <a:noFill/>
        </p:spPr>
        <p:txBody>
          <a:bodyPr wrap="square" lIns="0" tIns="0" rIns="0" bIns="0" anchor="t">
            <a:spAutoFit/>
          </a:bodyPr>
          <a:lstStyle/>
          <a:p>
            <a:pPr algn="l">
              <a:spcAft>
                <a:spcPts val="700"/>
              </a:spcAft>
            </a:pPr>
            <a:r>
              <a:rPr sz="1200" b="0" i="0" dirty="0">
                <a:solidFill>
                  <a:srgbClr val="333336"/>
                </a:solidFill>
              </a:rPr>
              <a:t>[14] Q. Liu and J. </a:t>
            </a:r>
            <a:r>
              <a:rPr sz="1200" b="0" i="0" dirty="0" err="1">
                <a:solidFill>
                  <a:srgbClr val="333336"/>
                </a:solidFill>
              </a:rPr>
              <a:t>Paparrizos</a:t>
            </a:r>
            <a:r>
              <a:rPr sz="1200" b="0" i="0" dirty="0">
                <a:solidFill>
                  <a:srgbClr val="333336"/>
                </a:solidFill>
              </a:rPr>
              <a:t>, "The elephant in the room: Towards a reliable time-series anomaly detection benchmark," </a:t>
            </a:r>
            <a:r>
              <a:rPr sz="1200" b="0" i="0" dirty="0" err="1">
                <a:solidFill>
                  <a:srgbClr val="333336"/>
                </a:solidFill>
              </a:rPr>
              <a:t>NeurIPS</a:t>
            </a:r>
            <a:r>
              <a:rPr sz="1200" b="0" i="0" dirty="0">
                <a:solidFill>
                  <a:srgbClr val="333336"/>
                </a:solidFill>
              </a:rPr>
              <a:t>, 2024.</a:t>
            </a:r>
          </a:p>
          <a:p>
            <a:pPr algn="l">
              <a:spcAft>
                <a:spcPts val="700"/>
              </a:spcAft>
            </a:pPr>
            <a:r>
              <a:rPr sz="1200" b="0" i="0" dirty="0">
                <a:solidFill>
                  <a:srgbClr val="333336"/>
                </a:solidFill>
              </a:rPr>
              <a:t>[15] X. Qiu et al., "TAB: Unified benchmarking of time series anomaly detection methods," PVLDB, 2025.</a:t>
            </a:r>
          </a:p>
          <a:p>
            <a:pPr algn="l">
              <a:spcAft>
                <a:spcPts val="700"/>
              </a:spcAft>
            </a:pPr>
            <a:r>
              <a:rPr sz="1200" b="0" i="0" dirty="0">
                <a:solidFill>
                  <a:srgbClr val="333336"/>
                </a:solidFill>
              </a:rPr>
              <a:t>[16] X. Zhou et al., "</a:t>
            </a:r>
            <a:r>
              <a:rPr sz="1200" b="0" i="0" dirty="0" err="1">
                <a:solidFill>
                  <a:srgbClr val="333336"/>
                </a:solidFill>
              </a:rPr>
              <a:t>mTSBench</a:t>
            </a:r>
            <a:r>
              <a:rPr sz="1200" b="0" i="0" dirty="0">
                <a:solidFill>
                  <a:srgbClr val="333336"/>
                </a:solidFill>
              </a:rPr>
              <a:t>: Benchmarking multivariate time series anomaly detection and model selection at scale," TMLR, 2026.</a:t>
            </a:r>
          </a:p>
          <a:p>
            <a:pPr algn="l">
              <a:spcAft>
                <a:spcPts val="700"/>
              </a:spcAft>
            </a:pPr>
            <a:r>
              <a:rPr sz="1200" b="0" i="0" dirty="0">
                <a:solidFill>
                  <a:srgbClr val="333336"/>
                </a:solidFill>
              </a:rPr>
              <a:t>[17] B. Zong et al., "Deep autoencoding Gaussian mixture model for unsupervised anomaly detection," ICLR, 2018.</a:t>
            </a:r>
          </a:p>
          <a:p>
            <a:pPr algn="l">
              <a:spcAft>
                <a:spcPts val="700"/>
              </a:spcAft>
            </a:pPr>
            <a:r>
              <a:rPr sz="1200" b="0" i="0" dirty="0">
                <a:solidFill>
                  <a:srgbClr val="333336"/>
                </a:solidFill>
              </a:rPr>
              <a:t>[18] D. Li et al., "MAD-GAN: Multivariate anomaly detection for time series data with generative adversarial networks," ICANN, 2019.</a:t>
            </a:r>
          </a:p>
          <a:p>
            <a:pPr algn="l">
              <a:spcAft>
                <a:spcPts val="700"/>
              </a:spcAft>
            </a:pPr>
            <a:r>
              <a:rPr sz="1200" b="0" i="0" dirty="0">
                <a:solidFill>
                  <a:srgbClr val="333336"/>
                </a:solidFill>
              </a:rPr>
              <a:t>[19] J. Audibert et al., "USAD: Unsupervised anomaly detection on multivariate time series," ACM SIGKDD, 2020.</a:t>
            </a:r>
          </a:p>
          <a:p>
            <a:pPr algn="l">
              <a:spcAft>
                <a:spcPts val="700"/>
              </a:spcAft>
            </a:pPr>
            <a:r>
              <a:rPr sz="1200" b="0" i="0" dirty="0">
                <a:solidFill>
                  <a:srgbClr val="333336"/>
                </a:solidFill>
              </a:rPr>
              <a:t>[20] L. Shen et al., "Timeseries anomaly detection using temporal hierarchical one-class network," </a:t>
            </a:r>
            <a:r>
              <a:rPr sz="1200" b="0" i="0" dirty="0" err="1">
                <a:solidFill>
                  <a:srgbClr val="333336"/>
                </a:solidFill>
              </a:rPr>
              <a:t>NeurIPS</a:t>
            </a:r>
            <a:r>
              <a:rPr sz="1200" b="0" i="0" dirty="0">
                <a:solidFill>
                  <a:srgbClr val="333336"/>
                </a:solidFill>
              </a:rPr>
              <a:t>, 2020.</a:t>
            </a:r>
          </a:p>
          <a:p>
            <a:pPr algn="l">
              <a:spcAft>
                <a:spcPts val="700"/>
              </a:spcAft>
            </a:pPr>
            <a:r>
              <a:rPr sz="1200" b="0" i="0" dirty="0">
                <a:solidFill>
                  <a:srgbClr val="333336"/>
                </a:solidFill>
              </a:rPr>
              <a:t>[21] S. Ray et al., "Learning graph neural networks for multivariate time series anomaly detection," arXiv:2111.08082, 2021.</a:t>
            </a:r>
          </a:p>
          <a:p>
            <a:pPr algn="l">
              <a:spcAft>
                <a:spcPts val="700"/>
              </a:spcAft>
            </a:pPr>
            <a:r>
              <a:rPr sz="1200" b="0" i="0" dirty="0">
                <a:solidFill>
                  <a:srgbClr val="333336"/>
                </a:solidFill>
              </a:rPr>
              <a:t>[22] X. Chen et al., "DAEMON: Unsupervised anomaly detection and interpretation for multivariate time series," IEEE ICDE, 2021.</a:t>
            </a:r>
          </a:p>
          <a:p>
            <a:pPr algn="l">
              <a:spcAft>
                <a:spcPts val="700"/>
              </a:spcAft>
            </a:pPr>
            <a:r>
              <a:rPr sz="1200" b="0" i="0" dirty="0">
                <a:solidFill>
                  <a:srgbClr val="333336"/>
                </a:solidFill>
              </a:rPr>
              <a:t>[23] A. </a:t>
            </a:r>
            <a:r>
              <a:rPr sz="1200" b="0" i="0" dirty="0" err="1">
                <a:solidFill>
                  <a:srgbClr val="333336"/>
                </a:solidFill>
              </a:rPr>
              <a:t>Abdulaal</a:t>
            </a:r>
            <a:r>
              <a:rPr sz="1200" b="0" i="0" dirty="0">
                <a:solidFill>
                  <a:srgbClr val="333336"/>
                </a:solidFill>
              </a:rPr>
              <a:t> et al., "Practical approach to asynchronous multivariate time series anomaly detection and localization," ACM SIGKDD, 2021.</a:t>
            </a:r>
          </a:p>
          <a:p>
            <a:pPr algn="l">
              <a:spcAft>
                <a:spcPts val="700"/>
              </a:spcAft>
            </a:pPr>
            <a:r>
              <a:rPr sz="1200" b="0" i="0" dirty="0">
                <a:solidFill>
                  <a:srgbClr val="333336"/>
                </a:solidFill>
              </a:rPr>
              <a:t>[24] S. Tuli et al., "</a:t>
            </a:r>
            <a:r>
              <a:rPr sz="1200" b="0" i="0" dirty="0" err="1">
                <a:solidFill>
                  <a:srgbClr val="333336"/>
                </a:solidFill>
              </a:rPr>
              <a:t>TranAD</a:t>
            </a:r>
            <a:r>
              <a:rPr sz="1200" b="0" i="0" dirty="0">
                <a:solidFill>
                  <a:srgbClr val="333336"/>
                </a:solidFill>
              </a:rPr>
              <a:t>: Deep transformer networks for anomaly detection in multivariate time series data," PVLDB, 2022.</a:t>
            </a:r>
          </a:p>
          <a:p>
            <a:pPr algn="l">
              <a:spcAft>
                <a:spcPts val="700"/>
              </a:spcAft>
            </a:pPr>
            <a:r>
              <a:rPr sz="1200" b="0" i="0" dirty="0">
                <a:solidFill>
                  <a:srgbClr val="333336"/>
                </a:solidFill>
              </a:rPr>
              <a:t>[25] Q. Zhou et al., "Detecting multivariate time series anomalies with zero known label," AAAI, 2023.</a:t>
            </a:r>
          </a:p>
          <a:p>
            <a:pPr algn="l">
              <a:spcAft>
                <a:spcPts val="700"/>
              </a:spcAft>
            </a:pPr>
            <a:r>
              <a:rPr sz="1200" b="0" i="0" dirty="0">
                <a:solidFill>
                  <a:srgbClr val="333336"/>
                </a:solidFill>
              </a:rPr>
              <a:t>[26] J. Song et al., "MEMTO: Memory-guided transformer for multivariate time series anomaly detection," </a:t>
            </a:r>
            <a:r>
              <a:rPr sz="1200" b="0" i="0" dirty="0" err="1">
                <a:solidFill>
                  <a:srgbClr val="333336"/>
                </a:solidFill>
              </a:rPr>
              <a:t>NeurIPS</a:t>
            </a:r>
            <a:r>
              <a:rPr sz="1200" b="0" i="0" dirty="0">
                <a:solidFill>
                  <a:srgbClr val="333336"/>
                </a:solidFill>
              </a:rPr>
              <a:t>, 2023.</a:t>
            </a:r>
          </a:p>
        </p:txBody>
      </p:sp>
      <p:sp>
        <p:nvSpPr>
          <p:cNvPr id="9" name="TextBox 8"/>
          <p:cNvSpPr txBox="1"/>
          <p:nvPr/>
        </p:nvSpPr>
        <p:spPr>
          <a:xfrm>
            <a:off x="10104120" y="2286000"/>
            <a:ext cx="4434840" cy="7772400"/>
          </a:xfrm>
          <a:prstGeom prst="rect">
            <a:avLst/>
          </a:prstGeom>
          <a:noFill/>
        </p:spPr>
        <p:txBody>
          <a:bodyPr wrap="square" lIns="0" tIns="0" rIns="0" bIns="0" anchor="t">
            <a:spAutoFit/>
          </a:bodyPr>
          <a:lstStyle/>
          <a:p>
            <a:pPr algn="l">
              <a:spcAft>
                <a:spcPts val="700"/>
              </a:spcAft>
            </a:pPr>
            <a:r>
              <a:rPr sz="1200" b="0" i="0" dirty="0">
                <a:solidFill>
                  <a:srgbClr val="333336"/>
                </a:solidFill>
              </a:rPr>
              <a:t>[27] C. </a:t>
            </a:r>
            <a:r>
              <a:rPr sz="1200" b="0" i="0" dirty="0" err="1">
                <a:solidFill>
                  <a:srgbClr val="333336"/>
                </a:solidFill>
              </a:rPr>
              <a:t>Shimillas</a:t>
            </a:r>
            <a:r>
              <a:rPr sz="1200" b="0" i="0" dirty="0">
                <a:solidFill>
                  <a:srgbClr val="333336"/>
                </a:solidFill>
              </a:rPr>
              <a:t> et al., "Transformer-based multivariate time series anomaly localization," IEEE CIE/CPS, 2025.</a:t>
            </a:r>
          </a:p>
          <a:p>
            <a:pPr algn="l">
              <a:spcAft>
                <a:spcPts val="700"/>
              </a:spcAft>
            </a:pPr>
            <a:r>
              <a:rPr sz="1200" b="0" i="0" dirty="0">
                <a:solidFill>
                  <a:srgbClr val="333336"/>
                </a:solidFill>
              </a:rPr>
              <a:t>[28] D. Cho et al., "Structured temporal causality for interpretable multivariate time series anomaly detection," </a:t>
            </a:r>
            <a:r>
              <a:rPr sz="1200" b="0" i="0" dirty="0" err="1">
                <a:solidFill>
                  <a:srgbClr val="333336"/>
                </a:solidFill>
              </a:rPr>
              <a:t>NeurIPS</a:t>
            </a:r>
            <a:r>
              <a:rPr sz="1200" b="0" i="0" dirty="0">
                <a:solidFill>
                  <a:srgbClr val="333336"/>
                </a:solidFill>
              </a:rPr>
              <a:t>, 2025.</a:t>
            </a:r>
          </a:p>
          <a:p>
            <a:pPr algn="l">
              <a:spcAft>
                <a:spcPts val="700"/>
              </a:spcAft>
            </a:pPr>
            <a:r>
              <a:rPr sz="1200" b="0" i="0" dirty="0">
                <a:solidFill>
                  <a:srgbClr val="333336"/>
                </a:solidFill>
              </a:rPr>
              <a:t>[29] X. Sun et al., "State-derivative-aware neural controlled differential equations for multivariate time series anomaly detection and diagnosis," AAAI, 2026.</a:t>
            </a:r>
          </a:p>
          <a:p>
            <a:pPr algn="l">
              <a:spcAft>
                <a:spcPts val="700"/>
              </a:spcAft>
            </a:pPr>
            <a:r>
              <a:rPr sz="1200" b="0" i="0" dirty="0">
                <a:solidFill>
                  <a:srgbClr val="333336"/>
                </a:solidFill>
              </a:rPr>
              <a:t>[30] C. K. Assaad et al., "Root cause identification for collective anomalies in time series given an acyclic summary causal graph with loops," AISTATS, 2023.</a:t>
            </a:r>
          </a:p>
          <a:p>
            <a:pPr algn="l">
              <a:spcAft>
                <a:spcPts val="700"/>
              </a:spcAft>
            </a:pPr>
            <a:r>
              <a:rPr sz="1200" b="0" i="0" dirty="0">
                <a:solidFill>
                  <a:srgbClr val="333336"/>
                </a:solidFill>
              </a:rPr>
              <a:t>[31] D. Wang et al., "Incremental causal graph learning for online root cause analysis," ACM SIGKDD, 2023.</a:t>
            </a:r>
          </a:p>
          <a:p>
            <a:pPr algn="l">
              <a:spcAft>
                <a:spcPts val="700"/>
              </a:spcAft>
            </a:pPr>
            <a:r>
              <a:rPr sz="1200" b="0" i="0" dirty="0">
                <a:solidFill>
                  <a:srgbClr val="333336"/>
                </a:solidFill>
              </a:rPr>
              <a:t>[32] C. Feng et al., "Root cause localization for wind turbines using physics guided multivariate graphical modeling and fault propagation analysis," Knowledge-Based Systems, 2024.</a:t>
            </a:r>
          </a:p>
          <a:p>
            <a:pPr algn="l">
              <a:spcAft>
                <a:spcPts val="700"/>
              </a:spcAft>
            </a:pPr>
            <a:r>
              <a:rPr sz="1200" b="0" i="0" dirty="0">
                <a:solidFill>
                  <a:srgbClr val="333336"/>
                </a:solidFill>
              </a:rPr>
              <a:t>[33] H. Kim et al., "Causality-aware contrastive learning for robust multivariate time-series anomaly detection," ICML, 2025.</a:t>
            </a:r>
          </a:p>
          <a:p>
            <a:pPr algn="l">
              <a:spcAft>
                <a:spcPts val="700"/>
              </a:spcAft>
            </a:pPr>
            <a:r>
              <a:rPr sz="1200" b="0" i="0" dirty="0">
                <a:solidFill>
                  <a:srgbClr val="333336"/>
                </a:solidFill>
              </a:rPr>
              <a:t>[34] W. Kim et al., "Causal disentanglement learning for accurate anomaly detection in multivariate time series," arXiv:2510.11084, 2025.</a:t>
            </a:r>
          </a:p>
          <a:p>
            <a:pPr algn="l">
              <a:spcAft>
                <a:spcPts val="700"/>
              </a:spcAft>
            </a:pPr>
            <a:r>
              <a:rPr sz="1200" b="0" i="0" dirty="0">
                <a:solidFill>
                  <a:srgbClr val="333336"/>
                </a:solidFill>
              </a:rPr>
              <a:t>[35] M. Wang et al., "Channel matters: Estimating channel influence for multivariate time series," </a:t>
            </a:r>
            <a:r>
              <a:rPr sz="1200" b="0" i="0" dirty="0" err="1">
                <a:solidFill>
                  <a:srgbClr val="333336"/>
                </a:solidFill>
              </a:rPr>
              <a:t>NeurIPS</a:t>
            </a:r>
            <a:r>
              <a:rPr sz="1200" b="0" i="0" dirty="0">
                <a:solidFill>
                  <a:srgbClr val="333336"/>
                </a:solidFill>
              </a:rPr>
              <a:t>, 2025.</a:t>
            </a:r>
          </a:p>
          <a:p>
            <a:pPr algn="l">
              <a:spcAft>
                <a:spcPts val="700"/>
              </a:spcAft>
            </a:pPr>
            <a:r>
              <a:rPr sz="1200" b="0" i="0" dirty="0">
                <a:solidFill>
                  <a:srgbClr val="333336"/>
                </a:solidFill>
              </a:rPr>
              <a:t>[36] A. Hasan et al., "Root cause analysis of anomalies in 5G RAN using graph neural network and transformer," arXiv:2406.15638, 2024.</a:t>
            </a:r>
          </a:p>
          <a:p>
            <a:pPr algn="l">
              <a:spcAft>
                <a:spcPts val="700"/>
              </a:spcAft>
            </a:pPr>
            <a:r>
              <a:rPr sz="1200" b="0" i="0" dirty="0">
                <a:solidFill>
                  <a:srgbClr val="333336"/>
                </a:solidFill>
              </a:rPr>
              <a:t>[37] S. Mishra et al., "Conditional attribution for root cause analysis in time-series anomaly detection," arXiv:2604.17616, 2026.</a:t>
            </a:r>
          </a:p>
          <a:p>
            <a:pPr algn="l">
              <a:spcAft>
                <a:spcPts val="700"/>
              </a:spcAft>
            </a:pPr>
            <a:r>
              <a:rPr sz="1200" b="0" i="0" dirty="0">
                <a:solidFill>
                  <a:srgbClr val="333336"/>
                </a:solidFill>
              </a:rPr>
              <a:t>[38] J. Goh et al., "A dataset to support research in the design of secure water treatment systems," CIIS, 2017.</a:t>
            </a:r>
          </a:p>
          <a:p>
            <a:pPr algn="l">
              <a:spcAft>
                <a:spcPts val="700"/>
              </a:spcAft>
            </a:pPr>
            <a:r>
              <a:rPr sz="1200" b="0" i="0" dirty="0">
                <a:solidFill>
                  <a:srgbClr val="333336"/>
                </a:solidFill>
              </a:rPr>
              <a:t>[39] S. </a:t>
            </a:r>
            <a:r>
              <a:rPr sz="1200" b="0" i="0" dirty="0" err="1">
                <a:solidFill>
                  <a:srgbClr val="333336"/>
                </a:solidFill>
              </a:rPr>
              <a:t>Nedelkoski</a:t>
            </a:r>
            <a:r>
              <a:rPr sz="1200" b="0" i="0" dirty="0">
                <a:solidFill>
                  <a:srgbClr val="333336"/>
                </a:solidFill>
              </a:rPr>
              <a:t> et al., "Multi-source distributed system data for AI-powered analytics," ESOCC, 2020.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46A70-235B-34E1-D16C-18BC40327CE0}"/>
            </a:ext>
          </a:extLst>
        </p:cNvPr>
        <p:cNvGrpSpPr/>
        <p:nvPr/>
      </p:nvGrpSpPr>
      <p:grpSpPr>
        <a:xfrm>
          <a:off x="0" y="0"/>
          <a:ext cx="0" cy="0"/>
          <a:chOff x="0" y="0"/>
          <a:chExt cx="0" cy="0"/>
        </a:xfrm>
      </p:grpSpPr>
      <p:sp>
        <p:nvSpPr>
          <p:cNvPr id="22530" name="Rectangle 2">
            <a:extLst>
              <a:ext uri="{FF2B5EF4-FFF2-40B4-BE49-F238E27FC236}">
                <a16:creationId xmlns:a16="http://schemas.microsoft.com/office/drawing/2014/main" id="{6181312D-072B-CCF0-F90D-E6E5B9AC5445}"/>
              </a:ext>
            </a:extLst>
          </p:cNvPr>
          <p:cNvSpPr>
            <a:spLocks noGrp="1" noChangeArrowheads="1"/>
          </p:cNvSpPr>
          <p:nvPr>
            <p:ph type="title"/>
          </p:nvPr>
        </p:nvSpPr>
        <p:spPr bwMode="auto">
          <a:xfrm>
            <a:off x="4523795" y="5173584"/>
            <a:ext cx="6315655" cy="9621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13105" tIns="56553" rIns="113105" bIns="56553" numCol="1" anchor="t" anchorCtr="0" compatLnSpc="1">
            <a:prstTxWarp prst="textNoShape">
              <a:avLst/>
            </a:prstTxWarp>
          </a:bodyPr>
          <a:lstStyle/>
          <a:p>
            <a:pPr algn="ctr"/>
            <a:r>
              <a:rPr lang="en-IE" altLang="en-US" sz="4201" dirty="0">
                <a:solidFill>
                  <a:schemeClr val="tx1"/>
                </a:solidFill>
                <a:ea typeface="roboto light" panose="02000000000000000000" pitchFamily="2" charset="0"/>
                <a:cs typeface="roboto light" panose="02000000000000000000" pitchFamily="2" charset="0"/>
              </a:rPr>
              <a:t>Q&amp;A</a:t>
            </a:r>
            <a:endParaRPr lang="en-US" altLang="en-US" sz="4201" dirty="0">
              <a:solidFill>
                <a:schemeClr val="tx1"/>
              </a:solidFill>
              <a:ea typeface="roboto light" panose="02000000000000000000" pitchFamily="2" charset="0"/>
              <a:cs typeface="roboto light" panose="02000000000000000000" pitchFamily="2" charset="0"/>
            </a:endParaRPr>
          </a:p>
        </p:txBody>
      </p:sp>
      <p:sp>
        <p:nvSpPr>
          <p:cNvPr id="2" name="Content Placeholder 1">
            <a:extLst>
              <a:ext uri="{FF2B5EF4-FFF2-40B4-BE49-F238E27FC236}">
                <a16:creationId xmlns:a16="http://schemas.microsoft.com/office/drawing/2014/main" id="{2E408B57-01B7-CEAF-72B9-CD7CCC08D14A}"/>
              </a:ext>
            </a:extLst>
          </p:cNvPr>
          <p:cNvSpPr>
            <a:spLocks noGrp="1"/>
          </p:cNvSpPr>
          <p:nvPr>
            <p:ph idx="1"/>
          </p:nvPr>
        </p:nvSpPr>
        <p:spPr/>
        <p:txBody>
          <a:bodyPr/>
          <a:lstStyle/>
          <a:p>
            <a:r>
              <a:rPr lang="en-AU" dirty="0"/>
              <a:t> </a:t>
            </a:r>
          </a:p>
        </p:txBody>
      </p:sp>
      <p:sp>
        <p:nvSpPr>
          <p:cNvPr id="4" name="Slide Number Placeholder 3">
            <a:extLst>
              <a:ext uri="{FF2B5EF4-FFF2-40B4-BE49-F238E27FC236}">
                <a16:creationId xmlns:a16="http://schemas.microsoft.com/office/drawing/2014/main" id="{12E97503-B957-F14C-D5B0-472CA6DBF3C3}"/>
              </a:ext>
            </a:extLst>
          </p:cNvPr>
          <p:cNvSpPr>
            <a:spLocks noGrp="1"/>
          </p:cNvSpPr>
          <p:nvPr>
            <p:ph type="sldNum" sz="quarter" idx="12"/>
          </p:nvPr>
        </p:nvSpPr>
        <p:spPr>
          <a:xfrm>
            <a:off x="13670280" y="10698480"/>
            <a:ext cx="548640" cy="164592"/>
          </a:xfrm>
        </p:spPr>
        <p:txBody>
          <a:bodyPr/>
          <a:lstStyle/>
          <a:p>
            <a:pPr algn="r"/>
            <a:fld id="{DCA329B4-C3D8-4932-B98A-A680A5087FEC}" type="slidenum">
              <a:rPr lang="en-AU" smtClean="0"/>
              <a:t>20</a:t>
            </a:fld>
            <a:endParaRPr lang="en-AU"/>
          </a:p>
        </p:txBody>
      </p:sp>
      <p:sp>
        <p:nvSpPr>
          <p:cNvPr id="22531" name="TextBox 22530"/>
          <p:cNvSpPr txBox="1"/>
          <p:nvPr/>
        </p:nvSpPr>
        <p:spPr>
          <a:xfrm>
            <a:off x="0" y="6263640"/>
            <a:ext cx="15078455" cy="1188720"/>
          </a:xfrm>
          <a:prstGeom prst="rect">
            <a:avLst/>
          </a:prstGeom>
          <a:noFill/>
        </p:spPr>
        <p:txBody>
          <a:bodyPr wrap="square" lIns="0" tIns="0" rIns="0" bIns="0" anchor="t">
            <a:spAutoFit/>
          </a:bodyPr>
          <a:lstStyle/>
          <a:p>
            <a:pPr algn="ctr">
              <a:spcAft>
                <a:spcPts val="600"/>
              </a:spcAft>
            </a:pPr>
            <a:r>
              <a:rPr sz="2200" b="0" i="0" dirty="0">
                <a:solidFill>
                  <a:srgbClr val="59595C"/>
                </a:solidFill>
              </a:rPr>
              <a:t>Thank you</a:t>
            </a:r>
          </a:p>
          <a:p>
            <a:pPr algn="ctr">
              <a:spcAft>
                <a:spcPts val="600"/>
              </a:spcAft>
            </a:pPr>
            <a:r>
              <a:rPr sz="2200" b="0" i="0" dirty="0">
                <a:solidFill>
                  <a:srgbClr val="59595C"/>
                </a:solidFill>
              </a:rPr>
              <a:t>Syeda Tamanna Sheme  |  MIT251762</a:t>
            </a:r>
          </a:p>
        </p:txBody>
      </p:sp>
    </p:spTree>
    <p:extLst>
      <p:ext uri="{BB962C8B-B14F-4D97-AF65-F5344CB8AC3E}">
        <p14:creationId xmlns:p14="http://schemas.microsoft.com/office/powerpoint/2010/main" val="20078919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ustom 206">
      <a:dk1>
        <a:srgbClr val="59595C"/>
      </a:dk1>
      <a:lt1>
        <a:sysClr val="window" lastClr="FFFFFF"/>
      </a:lt1>
      <a:dk2>
        <a:srgbClr val="E31738"/>
      </a:dk2>
      <a:lt2>
        <a:srgbClr val="D8D8D8"/>
      </a:lt2>
      <a:accent1>
        <a:srgbClr val="E31738"/>
      </a:accent1>
      <a:accent2>
        <a:srgbClr val="61BFC4"/>
      </a:accent2>
      <a:accent3>
        <a:srgbClr val="59595C"/>
      </a:accent3>
      <a:accent4>
        <a:srgbClr val="BABABA"/>
      </a:accent4>
      <a:accent5>
        <a:srgbClr val="F79646"/>
      </a:accent5>
      <a:accent6>
        <a:srgbClr val="8064A2"/>
      </a:accent6>
      <a:hlink>
        <a:srgbClr val="FFFFFF"/>
      </a:hlink>
      <a:folHlink>
        <a:srgbClr val="800080"/>
      </a:folHlink>
    </a:clrScheme>
    <a:fontScheme name="Custom 1">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ITppt_A  -  Read-Only" id="{8C3E37C5-B508-4667-BB9E-6E4B2643A51A}" vid="{8B5FEC84-2AB4-43B8-AF87-89730E2914DB}"/>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D10D317E692D44AEDCCD623A9FD24B" ma:contentTypeVersion="11" ma:contentTypeDescription="Create a new document." ma:contentTypeScope="" ma:versionID="3a4188a18c63a7c4b654cbdc19768da6">
  <xsd:schema xmlns:xsd="http://www.w3.org/2001/XMLSchema" xmlns:xs="http://www.w3.org/2001/XMLSchema" xmlns:p="http://schemas.microsoft.com/office/2006/metadata/properties" xmlns:ns2="8f28906b-b181-40d5-a0eb-54c52385ed7d" xmlns:ns3="2e84eb89-70d4-47b1-8a53-f421422b491e" targetNamespace="http://schemas.microsoft.com/office/2006/metadata/properties" ma:root="true" ma:fieldsID="be9325bb21bf76b3c847ac71cd74a75d" ns2:_="" ns3:_="">
    <xsd:import namespace="8f28906b-b181-40d5-a0eb-54c52385ed7d"/>
    <xsd:import namespace="2e84eb89-70d4-47b1-8a53-f421422b49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28906b-b181-40d5-a0eb-54c52385ed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fd610c9-4a2e-4768-8912-aef43516ad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e84eb89-70d4-47b1-8a53-f421422b491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a33d291-fcc2-455c-944c-e62fd894fcd5}" ma:internalName="TaxCatchAll" ma:showField="CatchAllData" ma:web="2e84eb89-70d4-47b1-8a53-f421422b49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f28906b-b181-40d5-a0eb-54c52385ed7d">
      <Terms xmlns="http://schemas.microsoft.com/office/infopath/2007/PartnerControls"/>
    </lcf76f155ced4ddcb4097134ff3c332f>
    <TaxCatchAll xmlns="2e84eb89-70d4-47b1-8a53-f421422b491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62EB9F-A704-4608-90F4-E2C3FC53C2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28906b-b181-40d5-a0eb-54c52385ed7d"/>
    <ds:schemaRef ds:uri="2e84eb89-70d4-47b1-8a53-f421422b49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5312AA-116A-4966-84F7-B3E934A61A35}">
  <ds:schemaRefs>
    <ds:schemaRef ds:uri="http://schemas.microsoft.com/office/2006/metadata/properties"/>
    <ds:schemaRef ds:uri="http://schemas.microsoft.com/office/infopath/2007/PartnerControls"/>
    <ds:schemaRef ds:uri="8f28906b-b181-40d5-a0eb-54c52385ed7d"/>
    <ds:schemaRef ds:uri="2e84eb89-70d4-47b1-8a53-f421422b491e"/>
  </ds:schemaRefs>
</ds:datastoreItem>
</file>

<file path=customXml/itemProps3.xml><?xml version="1.0" encoding="utf-8"?>
<ds:datastoreItem xmlns:ds="http://schemas.openxmlformats.org/officeDocument/2006/customXml" ds:itemID="{507DDA5F-C255-48ED-A302-A7CE4925B2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8780</TotalTime>
  <Words>4880</Words>
  <Application>Microsoft Office PowerPoint</Application>
  <PresentationFormat>Custom</PresentationFormat>
  <Paragraphs>448</Paragraphs>
  <Slides>20</Slides>
  <Notes>20</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29" baseType="lpstr">
      <vt:lpstr>Palatino Linotype</vt:lpstr>
      <vt:lpstr>Roboto Light</vt:lpstr>
      <vt:lpstr>Playfair Display</vt:lpstr>
      <vt:lpstr>Arial</vt:lpstr>
      <vt:lpstr>Roboto Light</vt:lpstr>
      <vt:lpstr>Roboto</vt:lpstr>
      <vt:lpstr>Office Theme</vt:lpstr>
      <vt:lpstr>2_Office Theme</vt:lpstr>
      <vt:lpstr>think-cell Slide</vt:lpstr>
      <vt:lpstr>PowerPoint Presentation</vt:lpstr>
      <vt:lpstr>Introduction and Research Context</vt:lpstr>
      <vt:lpstr>Problem Domain</vt:lpstr>
      <vt:lpstr>Research Questions and Objectives</vt:lpstr>
      <vt:lpstr>Literature Review Summary 1/2</vt:lpstr>
      <vt:lpstr>Literature Review Summary 2/2</vt:lpstr>
      <vt:lpstr>Research Gap</vt:lpstr>
      <vt:lpstr>Research Methodology 1/3</vt:lpstr>
      <vt:lpstr>Research Methodology 2/3</vt:lpstr>
      <vt:lpstr>Research Requirements and Tools</vt:lpstr>
      <vt:lpstr>Ethical Considerations</vt:lpstr>
      <vt:lpstr>PowerPoint Presentation</vt:lpstr>
      <vt:lpstr>PowerPoint Presentation</vt:lpstr>
      <vt:lpstr>PowerPoint Presentation</vt:lpstr>
      <vt:lpstr>PowerPoint Presentation</vt:lpstr>
      <vt:lpstr>Timeline (Gantt Chart)</vt:lpstr>
      <vt:lpstr>Limitations, Future Work, and Publication Plan</vt:lpstr>
      <vt:lpstr>PowerPoint Presentation</vt:lpstr>
      <vt:lpstr>References</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morshed chowdhury</dc:creator>
  <cp:lastModifiedBy>Tamanna Sheme</cp:lastModifiedBy>
  <cp:revision>169</cp:revision>
  <dcterms:created xsi:type="dcterms:W3CDTF">2023-11-13T04:25:12Z</dcterms:created>
  <dcterms:modified xsi:type="dcterms:W3CDTF">2026-10-12T01:15:48Z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2023-04-21T00:00:00Z</vt:filetime>
  </property>
  <property fmtid="{D5CDD505-2E9C-101B-9397-08002B2CF9AE}" pid="3" name="Creator">
    <vt:lpwstr>Adobe InDesign 18.2 (Macintosh)</vt:lpwstr>
  </property>
  <property fmtid="{D5CDD505-2E9C-101B-9397-08002B2CF9AE}" pid="4" name="LastSaved">
    <vt:filetime>2023-04-21T00:00:00Z</vt:filetime>
  </property>
  <property fmtid="{D5CDD505-2E9C-101B-9397-08002B2CF9AE}" pid="5" name="Producer">
    <vt:lpwstr>Adobe PDF Library 17.0</vt:lpwstr>
  </property>
  <property fmtid="{D5CDD505-2E9C-101B-9397-08002B2CF9AE}" pid="6" name="ContentTypeId">
    <vt:lpwstr>0x010100EFD10D317E692D44AEDCCD623A9FD24B</vt:lpwstr>
  </property>
</Properties>
</file>